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94" Type="http://schemas.openxmlformats.org/officeDocument/2006/relationships/slide" Target="slides/slide5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490727"/>
          </a:xfrm>
        </p:spPr>
        <p:txBody>
          <a:bodyPr/>
          <a:lstStyle/>
          <a:p>
            <a:r>
              <a:rPr lang="zh-CN" altLang="en-US" sz="2400" b="1"/>
              <a:t>D3下午 · AI说的话，你敢信多少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8216" y="2925444"/>
            <a:ext cx="9299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/>
              <a:t>判断，比提问更值钱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“判断，比提问更值钱”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AI一本正经地胡说时，一眼分出哪句能信、哪句要查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判断三分类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套话——删掉意思变不变？不变，就是套话，直接删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可用——我自己写得出吗？写不出，留着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必须核查——错了后果严重吗？严重，必须查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套话删掉，可用留着，事实必查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现场演示：AI出题你敢直接用吗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让AI出3道指针练习题带答案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运行一遍：3道题，2道对，1道是编的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不跑直接发学生——全班学错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给学生/家长/领导的东西，错了后果都严重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“AI说的不等于对的”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落款是你的名字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56235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600" b="0">
                <a:solidFill>
                  <a:srgbClr val="888888"/>
                </a:solidFill>
              </a:rPr>
              <a:t>它不知道"对不对"，它只知道"像不像"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三色标注规则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绿色 = 套话，删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黄色 = 可用，留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红色 = 必须核查，查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AI写得再像，有一类话它写不像——你的"私下话"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90秒：标一封表扬信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AI写的期末表扬信，里面藏了AI的毛病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绿=套话 / 黄=可用 / 红=必查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不用交，自己标——这是你判断力的第一张成绩单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公开过三色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"希望你在新学期继续保持优异表现。"——绿，套话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"我记得你在运动会上的那个转身，全班都喊你名字。"——黄，真细节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"你本学期语文成绩稳定在95分以上。"——红，成绩是95还是94？AI编的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哪句不像我，哪句就值得重写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协作五层级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替代——啥都让它干，你只看结果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辅助——你干主活，它打下手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协作——你干一半，它干一半，来回改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委托——完整的事交给它，你只管验收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⑤ 共创——它出十个方向，你选一个，一起做深</a:t>
            </a:r>
          </a:p>
        </p:txBody>
      </p:sp>
      <p:sp>
        <p:nvSpPr>
          <p:cNvPr id="63496" name="TextBox 6349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今天目标——至少站上"协作"和"委托"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23" fill="hold">
                      <p:stCondLst>
                        <p:cond delay="indefinite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人类负责什么，AI负责什么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人类：定义问题 / 审美判断 / 伦理责任 / 最终决策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AI：穷举 / 生成 / 初稿 / 检查 / 格式化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AI做初稿，人做终稿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口喷三好处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说得比打得快——张嘴就来，打字要组织半天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说得比打字真——原生态里有你的真想法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AI最擅长收拾烂摊子——你越乱，它越有活干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口喷，是把脑子里的矿，倒出来给AI炼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90秒：口喷你的场景卡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打开豆包，按住语音键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把上午那张场景卡，用嘴说出来，让它整理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别想好再说，边说边想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十个它给你，一个你选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AI出10个活动方案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十秒，挑一个你"最想要"的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凭什么？——这三个字，就是你的审美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发散的归它，收敛的归你——这一"收"，AI替不了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