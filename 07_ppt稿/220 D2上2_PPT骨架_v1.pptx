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  <p:sldId id="2069" r:id="rId107"/>
    <p:sldId id="2070" r:id="rId108"/>
    <p:sldId id="2071" r:id="rId109"/>
    <p:sldId id="2072" r:id="rId110"/>
    <p:sldId id="2073" r:id="rId111"/>
    <p:sldId id="2074" r:id="rId112"/>
    <p:sldId id="2075" r:id="rId113"/>
    <p:sldId id="2076" r:id="rId114"/>
    <p:sldId id="2077" r:id="rId115"/>
    <p:sldId id="2078" r:id="rId116"/>
    <p:sldId id="2079" r:id="rId117"/>
    <p:sldId id="2080" r:id="rId118"/>
    <p:sldId id="2081" r:id="rId119"/>
    <p:sldId id="2082" r:id="rId120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07" Type="http://schemas.openxmlformats.org/officeDocument/2006/relationships/slide" Target="slides/slide54.xml"/><Relationship Id="rId108" Type="http://schemas.openxmlformats.org/officeDocument/2006/relationships/slide" Target="slides/slide55.xml"/><Relationship Id="rId109" Type="http://schemas.openxmlformats.org/officeDocument/2006/relationships/slide" Target="slides/slide56.xml"/><Relationship Id="rId110" Type="http://schemas.openxmlformats.org/officeDocument/2006/relationships/slide" Target="slides/slide57.xml"/><Relationship Id="rId111" Type="http://schemas.openxmlformats.org/officeDocument/2006/relationships/slide" Target="slides/slide58.xml"/><Relationship Id="rId112" Type="http://schemas.openxmlformats.org/officeDocument/2006/relationships/slide" Target="slides/slide59.xml"/><Relationship Id="rId113" Type="http://schemas.openxmlformats.org/officeDocument/2006/relationships/slide" Target="slides/slide60.xml"/><Relationship Id="rId114" Type="http://schemas.openxmlformats.org/officeDocument/2006/relationships/slide" Target="slides/slide61.xml"/><Relationship Id="rId115" Type="http://schemas.openxmlformats.org/officeDocument/2006/relationships/slide" Target="slides/slide62.xml"/><Relationship Id="rId116" Type="http://schemas.openxmlformats.org/officeDocument/2006/relationships/slide" Target="slides/slide63.xml"/><Relationship Id="rId117" Type="http://schemas.openxmlformats.org/officeDocument/2006/relationships/slide" Target="slides/slide64.xml"/><Relationship Id="rId118" Type="http://schemas.openxmlformats.org/officeDocument/2006/relationships/slide" Target="slides/slide65.xml"/><Relationship Id="rId119" Type="http://schemas.openxmlformats.org/officeDocument/2006/relationships/slide" Target="slides/slide66.xml"/><Relationship Id="rId120" Type="http://schemas.openxmlformats.org/officeDocument/2006/relationships/slide" Target="slides/slide67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P53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P54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P58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9.xml"/><Relationship Id="rId7" Type="http://schemas.openxmlformats.org/officeDocument/2006/relationships/image" Target="../media/image12.jpg"/><Relationship Id="rId8" Type="http://schemas.openxmlformats.org/officeDocument/2006/relationships/image" Target="../media/image1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3.xml"/><Relationship Id="rId7" Type="http://schemas.openxmlformats.org/officeDocument/2006/relationships/image" Target="../media/image1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D2·上午后半场｜从"不够高大上"到400+</a:t>
            </a:r>
            <a:br/>
            <a:r>
              <a:rPr lang="zh-CN" altLang="en-US" sz="2400" b="1"/>
              <a:t>2:00–3:30｜接住那句话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"不够高大上。"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1"/>
              <a:t>一句"不够高大上"砸下来，谁都会咯噔一下——但有人被它拦住，有人被它送上去。你想做哪一种？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先还原现场：朋友用了两周，天天出图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①"东西好用，但不够高大上——客户看了，觉得不专业。"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②注意："好用"是真话，"但"后面是升级方向。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③要是他两周都没用，连这句"不够高大上"都不会有。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接这种反馈，三件事别干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①第一，不辩解：别说"我已经做得很好了"——客户说不够，就是不够。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②第二，不慌：别觉得天塌了、项目完了。反馈是信号，不是判决。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③第三，不单干：别自己闷头改一星期——先问清楚：哪里不够？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“问清楚，比改得快重要。”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演示：把反馈喂给 AI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①"客户反馈'界面太素，像工具不像产品'，给一个升级方案。"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②它列了一串：配色、排版、品牌感、留白……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关键在这：我不自己瞎想，让 AI 当参谋。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①它给我方向，我判断哪个对。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60秒：写下一句你收到的"负面反馈"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①工作里的、家里的都行。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②旁边写两个字：它是不是信号？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能把"负面反馈"看成"升级信号"的人，东西才做得大。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能接住负面反馈的人，不是脸皮厚，是心里有底——因为他知道：反馈是信号，不是判决。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“只许记住这一句：反馈是信号，不是判决。”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升级不是重做——换皮，不换骨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骨是什么？皮是什么？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①骨：需求、流程、能出图的本事。这些没变。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②皮：界面、配色、品牌感。要换的是皮。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③怎么换？不是自己想，是找最好的学。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“先让 AI 学最佳实践，再让它干活。”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1"/>
              <a:t>记住"换皮不换骨"——骨，是你这两天学的本事；皮，是别人一眼看到的样子。好东西，都是这么长出来的。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换皮，三板斧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①第一，找对标：谁是这个领域"高大上"的标杆？我当时对标的是——即梦。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②第二，抽骨架：不是抄它的图，是拆它的界面——分几块、每块放什么、配色怎么配。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③第三，换皮：把骨架拿过来，换成我的内容、我的功能。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复刻骨架，不抄内容。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①今天，用在真事上。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演示：让 AI"按即梦的样子复刻"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①"参考即梦的界面风格，把我的生图网站升级成高大上版。"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前后对比：左旧右新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①左边是旧的，右边是新的——配色换了、排版换了、品牌感出来了。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②关键在这：我不是让AI凭空造"高大上"，我是先给了它一个"高大上"的范本。</a:t>
            </a:r>
          </a:p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  <p:pic>
        <p:nvPicPr>
          <p:cNvPr id="1012" name="Picture 1011" descr="ppt素材_06_星空海报改后版_v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2881575"/>
            <a:ext cx="3099816" cy="17440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升级换的是什么，没换的是什么？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①换的是皮——界面、配色；没换的是骨——需求、流程、出图的本事。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②对。这就是"换皮不换骨"。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让东西"高大上"的，不是魔法，是范本。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升级三板斧：找对标、抽骨架、换皮。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①这三板斧，你昨天下午就会。今天只是用在了真事上。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“你昨天复刻那个东西的骨架，还在你手机里。”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①锚点·第48分钟。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好看解决了。但一个网站要一直开着，光好看不行——得算账。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①下一块：数据。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“只许记住这一句：先让 AI 学最佳实践，再让它干活。”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好看之外，得算账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很多人栽跟头，不是技术不行，是没算账——今天，我把账本给你看。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第一件，成本怎么算。这是命根子。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①一张图，原来7毛；我优化之后3毛。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②1000张，省多少？——省400块。一天400，一个月一万二。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③这账不算清楚，你都不知道自己赚没赚。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第二件，模型怎么配。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①不是只有一个模型——贵的、便宜的，都有。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②怎么配？让便宜的干日常的活，让贵的干重要的活。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第三件，后台怎么管。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①哪个模型展示、哪个不展示，后台配一下就行。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②我后台有个开关：这个模型今天上线，那个模型先藏起来。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这三件事，没有一件是"写代码"，全是"管数据"。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成本、模型、后台——没有一件是写代码，全是管数据。这些，你手机里就能干。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演示：后台界面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①模型开关：这个开、这个关——谁展示谁不展示，我一句话的事。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②成本页：一天多少张、一张多少钱、总成本多少——清清楚楚。</a:t>
            </a:r>
          </a:p>
        </p:txBody>
      </p:sp>
      <p:pic>
        <p:nvPicPr>
          <p:cNvPr id="1011" name="Picture 1010" descr="ppt素材_04_贪吃蛇有分数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关键在这：我不是靠感觉经营，我是靠数据经营。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①你昨天整理4行数据能让AI干活；今天，数据让我知道站怎么活。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60秒：想一件你自己的"成本"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①你每天最花时间的一件事，值多少钱？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②不用算精确，心里有个数就行。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数据不是报表，是你做决定的依据。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数据不是报表，是你做决定的依据——这句话，专治你以后"心里没底"。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账算清了，后台管好了——然后呢？结果来了。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①下一块：400+。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“只许记住这一句：你缺的不是技术，是流程。”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结果来了：400+ 付费用户 ｜ 200+ 年会员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一个从朋友一句话开始的网站——今天上午，你从头到尾，看着它怎么长成400+。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你们可能会想：凭什么？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①凭的不是运气，是流程。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流程：需求→初版→反馈→升级→数据→迭代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①一句话 → 五行需求 → 丑初版 → 一句"不够高大上" → 对标升级 → 算清成本 → 加功能。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②每一步，都是这两天你们学的。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“没有一步是魔法。”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上线不是终点，是起点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①用户用着用着，会不断提需求："能不能生视频？""能不能批量出？""能不能导出？"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②加不加？看一个标准：是不是高频。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③这就是迭代：不是重写，是接着长。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"加不加"看一个标准——是不是高频。这个标准你上午就会：判断力，是可以带走的。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99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800" b="1"/>
              <a:t>“把你手机里那个东西，放回这条流程里——它现在走到哪一步了？”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717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①可能才走到"初版"。没关系——你知道了后面的路长什么样。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4442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②锚点·第3:22分钟。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悬念：一个人手工做，能做到400+。那——专业团队，走的是哪五步？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“只许记住这一句：你缺的不是技术，是流程。”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最后两问，快问快答。答不出的，同桌帮一把。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51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最后两问，答完你就知道——今天上午你带走的，不止一个故事。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第一问：接反馈，哪三件事别干？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①答案：不辩解、不慌、不单干。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第二问：400+ 是怎么来的？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①答案：流程——需求、初版、反馈、升级、数据、迭代。一步不多，一步不少。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今天上午，一个真事，六步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①一句话 → 五行 → 初版 → 反馈 → 升级 → 数据 → 400+。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②这个故事里，最值钱的能力，不是技术。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③是听、是问、是判断、是算账。这些，你们都会。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今天上午，你不是听了一个故事——你是拿到了一条路。这条路的每一步，你都走过了。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悬念：一支专业的团队，他们做东西，走的是哪五步？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只许记住这一句：先验证，再投入。</a:t>
            </a:r>
            <a:br/>
            <a:r>
              <a:rPr lang="zh-CN" altLang="en-US" sz="2400" b="1"/>
              <a:t>D2·上午后半场｜明天见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