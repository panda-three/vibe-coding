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  <p:sldId id="2064" r:id="rId102"/>
    <p:sldId id="2065" r:id="rId103"/>
    <p:sldId id="2066" r:id="rId104"/>
    <p:sldId id="2067" r:id="rId105"/>
    <p:sldId id="2068" r:id="rId106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02" Type="http://schemas.openxmlformats.org/officeDocument/2006/relationships/slide" Target="slides/slide49.xml"/><Relationship Id="rId103" Type="http://schemas.openxmlformats.org/officeDocument/2006/relationships/slide" Target="slides/slide50.xml"/><Relationship Id="rId104" Type="http://schemas.openxmlformats.org/officeDocument/2006/relationships/slide" Target="slides/slide51.xml"/><Relationship Id="rId105" Type="http://schemas.openxmlformats.org/officeDocument/2006/relationships/slide" Target="slides/slide52.xml"/><Relationship Id="rId106" Type="http://schemas.openxmlformats.org/officeDocument/2006/relationships/slide" Target="slides/slide53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P40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P43 | 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P44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7.xml"/><Relationship Id="rId7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29.xml"/><Relationship Id="rId7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0.xml"/><Relationship Id="rId7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1.xml"/><Relationship Id="rId7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好了，来，我们回来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①休息前，我把话撂这了：这套流程，我要打包给你看。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400" b="1"/>
              <a:t>回顾四步：找最佳实践 → 抽骨架 → 喂数据 → 复刻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①你手机里现在那个东西，就是这么来的。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这套流程，你还想再走一遍吗？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①没人愿意。因为它是"走一遍"的事，可它偏是"走十遍"的事。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你不是缺工具——你是想让最重复的那件事，不用每次从头来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今天后半场，就解决这件事。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晚上十点，手机亮着，那份通知你还在改第三遍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①它每周都来一次——烦了多久了？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重复的事，就值得做成一个工具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①一次的事，随便做。十次的事，就打包。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怎么打包？一个词：Skill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①它不是魔法——就是把流程装进一个盒子，下次直接拿出来用。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“重复的事，就值得做成一个工具。”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Skill＝把"一类重复的事"＋"怎么做"打包成一个盒子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①下次直接叫它干活。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从"每次都重新做"到"打包一次，随叫随到"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这就是 Skill 给你换的活法。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一个 Skill 就装三样东西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①范围——它管哪一类事（把课程文档转成Markdown）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②步骤——它怎么做（打开链接→抓全文→图片本地化→生成文件）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③输入——它要什么材料（一个课程链接）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Skill 列表——每个都是一个盒子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345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点开一个：第一行它管什么，下面它怎么做。就这些，没有魔法。</a:t>
            </a:r>
          </a:p>
        </p:txBody>
      </p:sp>
      <p:pic>
        <p:nvPicPr>
          <p:cNvPr id="1007" name="Picture 1006" descr="250占位_Skill列表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Skill 不是代码，是"把流程写清楚"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①你上午抽 4 行，也是把流程写清楚——同一个本事。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60秒，写下你最重复的一件事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①打开手机便签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②不动手敲，就动脑：我最常做、最重复的一件事——就一件。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“记住你写的这件事——它是你第一个 Skill 的种子”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①锚点·第23分钟：能说出 Skill 是什么。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357124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②下一块：拿真案例，把"怎么打包"完整走一遍。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“重复的事，就值得做成一个工具。”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看一个真的——我的知识库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1139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①三句话：我讲自己的知识库＋Skill；看完能说出解决哪三件重复的事；重点看：我没有多聪明，只是把重复的事打包了。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我的知识库：三大类＋三件烦事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知行合一、实事求是、解放思想——文件夹而已，你们也能建。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三件重复的事：文档怎么转进来？健康度怎么样？新东西怎么归档？</a:t>
            </a:r>
          </a:p>
        </p:txBody>
      </p:sp>
      <p:pic>
        <p:nvPicPr>
          <p:cNvPr id="1011" name="Picture 1010" descr="250占位_知识库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我做了一个 Skill：导入、体检、归档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一个 Skill，管三件重复的事。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现场演示·第一段：导入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我给它一个链接，回车。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它自己抓全文、存成文件——以前 2-3 小时，现在几分钟。</a:t>
            </a:r>
          </a:p>
        </p:txBody>
      </p:sp>
      <p:pic>
        <p:nvPicPr>
          <p:cNvPr id="1011" name="Picture 1010" descr="250占位_C07导入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现场演示·第二段：体检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我让它"体检一下"。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它自己扫一遍：哪篇断链、哪篇是空文件。</a:t>
            </a:r>
          </a:p>
        </p:txBody>
      </p:sp>
      <p:pic>
        <p:nvPicPr>
          <p:cNvPr id="1011" name="Picture 1010" descr="250占位_C07体检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现场演示·第三段：归档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我给它一个新文档，说"归档"。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它自己分类放好了。</a:t>
            </a:r>
          </a:p>
        </p:txBody>
      </p:sp>
      <p:pic>
        <p:nvPicPr>
          <p:cNvPr id="1011" name="Picture 1010" descr="250占位_C07归档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89093"/>
            <a:ext cx="5303520" cy="37290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不牛，但值钱——2-3小时变几分钟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①它就是把我三件烦事，写成了步骤。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2-3小时变几分钟——省下来的时间，是你自己的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①你们也一样：改通知、整理材料、回家长消息——哪一件值得打包，你自己最知道。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30秒，说给你同桌听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①你最想打包的那件重复事，是什么？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打包，不是随便包的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①做之前，有四个问题要问自己。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“重复的事，就值得做成一个工具。”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想自己做一个 Skill？四步，一步不能少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①拷问需求 → demo → 开发 → 测试。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507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②这四步是我自己踩出来的——顺序反了，全白干。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第一步·拷问需求：你到底要解决什么？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①不是"我要个工具"，是"我要解决哪件具体的事"。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②判断标准：这件事，是不是重复发生？只发生一次的，别做。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第二步·demo：先做个最小的、能用的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①别一上来求完美。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②我先让它能转一篇——能转一篇，就成了；转不了，再改。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第三步·开发 ＋ 第四步·测试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①开发：把 demo 打磨完整——图片、表格、长文档，一点一点加。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②测试：真的跑一遍，坏了就修——拿 7 门课真转，全对才算完。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先想清楚，再动手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①demo 小步跑，最后才测试。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1分钟纸笔：拷问需求打勾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①写下你要打包的那件事。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②打勾：它是不是每周/每天都发生？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“知道"不值得做"，也是收获”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①记住一句话：先想清楚，再动手。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②锚点·第3:13分钟：纸上有一句话＋一个判断。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这是进阶，但它是一颗种子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①明天你会再见到它。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②好了，来，最后一块：今天这一整天，我们到底拿到了什么。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“重复的事，就值得做成一个工具。”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收一下——三天，三步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①今天上午——敢：指挥它改贪吃蛇、生海报。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37261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②今天下午——能·起：复刻出一个东西，知道它能打包成工具。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第一问：Skill 是什么？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①答案：把一类重复的事＋怎么做，打包成一个盒子。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第二问：做一个 Skill，第一步是什么？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①答案：拷问需求——先想清楚，再动手。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第三问：今天你手机里，多了什么？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①答案：一个按你骨架做出来的东西——你没写一行代码。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今天下午，两句话带走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①好作品，是复刻出来的。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②重复的事，就值得做成一个工具。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21818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③你给它骨架，它给你成品；你给它重复的事，它给你工具。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从"它好神"到"我也能"，再到"我也能把它变成工具"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一天，三步。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悬念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明天，你的东西要"出来见人"了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①今天你复刻的是别人的骨架——明天有一个东西，是你从一句话开始，自己养大的。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5394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②它怎么从 0 变成 400+？明天上午见。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/>
              <a:t>重复的事，就值得做成一个工具。</a:t>
            </a:r>
            <a:br/>
            <a:r>
              <a:rPr lang="zh-CN" altLang="en-US" sz="2400" b="1"/>
              <a:t>D1·全天｜明天见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