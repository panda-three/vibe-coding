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  <p:sldId id="2040" r:id="rId78"/>
    <p:sldId id="2041" r:id="rId79"/>
    <p:sldId id="2042" r:id="rId80"/>
    <p:sldId id="2043" r:id="rId81"/>
    <p:sldId id="2044" r:id="rId82"/>
    <p:sldId id="2045" r:id="rId83"/>
    <p:sldId id="2046" r:id="rId84"/>
    <p:sldId id="2047" r:id="rId85"/>
    <p:sldId id="2048" r:id="rId86"/>
    <p:sldId id="2049" r:id="rId87"/>
    <p:sldId id="2050" r:id="rId88"/>
    <p:sldId id="2051" r:id="rId89"/>
    <p:sldId id="2052" r:id="rId90"/>
    <p:sldId id="2053" r:id="rId91"/>
    <p:sldId id="2054" r:id="rId92"/>
    <p:sldId id="2055" r:id="rId93"/>
    <p:sldId id="2056" r:id="rId59"/>
    <p:sldId id="2057" r:id="rId95"/>
    <p:sldId id="2058" r:id="rId96"/>
    <p:sldId id="2059" r:id="rId97"/>
    <p:sldId id="2060" r:id="rId98"/>
    <p:sldId id="2061" r:id="rId99"/>
    <p:sldId id="2062" r:id="rId100"/>
    <p:sldId id="2063" r:id="rId101"/>
    <p:sldId id="2064" r:id="rId102"/>
    <p:sldId id="2065" r:id="rId103"/>
    <p:sldId id="2066" r:id="rId104"/>
    <p:sldId id="2067" r:id="rId105"/>
    <p:sldId id="2068" r:id="rId106"/>
    <p:sldId id="2069" r:id="rId107"/>
    <p:sldId id="2070" r:id="rId108"/>
    <p:sldId id="2071" r:id="rId109"/>
    <p:sldId id="2072" r:id="rId110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59" Type="http://schemas.openxmlformats.org/officeDocument/2006/relationships/slide" Target="slides/slide41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78" Type="http://schemas.openxmlformats.org/officeDocument/2006/relationships/slide" Target="slides/slide25.xml"/><Relationship Id="rId79" Type="http://schemas.openxmlformats.org/officeDocument/2006/relationships/slide" Target="slides/slide26.xml"/><Relationship Id="rId80" Type="http://schemas.openxmlformats.org/officeDocument/2006/relationships/slide" Target="slides/slide27.xml"/><Relationship Id="rId81" Type="http://schemas.openxmlformats.org/officeDocument/2006/relationships/slide" Target="slides/slide28.xml"/><Relationship Id="rId82" Type="http://schemas.openxmlformats.org/officeDocument/2006/relationships/slide" Target="slides/slide29.xml"/><Relationship Id="rId83" Type="http://schemas.openxmlformats.org/officeDocument/2006/relationships/slide" Target="slides/slide30.xml"/><Relationship Id="rId84" Type="http://schemas.openxmlformats.org/officeDocument/2006/relationships/slide" Target="slides/slide31.xml"/><Relationship Id="rId85" Type="http://schemas.openxmlformats.org/officeDocument/2006/relationships/slide" Target="slides/slide32.xml"/><Relationship Id="rId86" Type="http://schemas.openxmlformats.org/officeDocument/2006/relationships/slide" Target="slides/slide33.xml"/><Relationship Id="rId87" Type="http://schemas.openxmlformats.org/officeDocument/2006/relationships/slide" Target="slides/slide34.xml"/><Relationship Id="rId88" Type="http://schemas.openxmlformats.org/officeDocument/2006/relationships/slide" Target="slides/slide35.xml"/><Relationship Id="rId89" Type="http://schemas.openxmlformats.org/officeDocument/2006/relationships/slide" Target="slides/slide36.xml"/><Relationship Id="rId90" Type="http://schemas.openxmlformats.org/officeDocument/2006/relationships/slide" Target="slides/slide37.xml"/><Relationship Id="rId91" Type="http://schemas.openxmlformats.org/officeDocument/2006/relationships/slide" Target="slides/slide38.xml"/><Relationship Id="rId92" Type="http://schemas.openxmlformats.org/officeDocument/2006/relationships/slide" Target="slides/slide39.xml"/><Relationship Id="rId93" Type="http://schemas.openxmlformats.org/officeDocument/2006/relationships/slide" Target="slides/slide40.xml"/><Relationship Id="rId94" Type="http://schemas.openxmlformats.org/officeDocument/2006/relationships/slide" Target="slides/slide5.xml"/><Relationship Id="rId95" Type="http://schemas.openxmlformats.org/officeDocument/2006/relationships/slide" Target="slides/slide42.xml"/><Relationship Id="rId96" Type="http://schemas.openxmlformats.org/officeDocument/2006/relationships/slide" Target="slides/slide43.xml"/><Relationship Id="rId97" Type="http://schemas.openxmlformats.org/officeDocument/2006/relationships/slide" Target="slides/slide44.xml"/><Relationship Id="rId98" Type="http://schemas.openxmlformats.org/officeDocument/2006/relationships/slide" Target="slides/slide45.xml"/><Relationship Id="rId99" Type="http://schemas.openxmlformats.org/officeDocument/2006/relationships/slide" Target="slides/slide46.xml"/><Relationship Id="rId100" Type="http://schemas.openxmlformats.org/officeDocument/2006/relationships/slide" Target="slides/slide47.xml"/><Relationship Id="rId101" Type="http://schemas.openxmlformats.org/officeDocument/2006/relationships/slide" Target="slides/slide48.xml"/><Relationship Id="rId102" Type="http://schemas.openxmlformats.org/officeDocument/2006/relationships/slide" Target="slides/slide49.xml"/><Relationship Id="rId103" Type="http://schemas.openxmlformats.org/officeDocument/2006/relationships/slide" Target="slides/slide50.xml"/><Relationship Id="rId104" Type="http://schemas.openxmlformats.org/officeDocument/2006/relationships/slide" Target="slides/slide51.xml"/><Relationship Id="rId105" Type="http://schemas.openxmlformats.org/officeDocument/2006/relationships/slide" Target="slides/slide52.xml"/><Relationship Id="rId106" Type="http://schemas.openxmlformats.org/officeDocument/2006/relationships/slide" Target="slides/slide53.xml"/><Relationship Id="rId107" Type="http://schemas.openxmlformats.org/officeDocument/2006/relationships/slide" Target="slides/slide54.xml"/><Relationship Id="rId108" Type="http://schemas.openxmlformats.org/officeDocument/2006/relationships/slide" Target="slides/slide55.xml"/><Relationship Id="rId109" Type="http://schemas.openxmlformats.org/officeDocument/2006/relationships/slide" Target="slides/slide56.xml"/><Relationship Id="rId110" Type="http://schemas.openxmlformats.org/officeDocument/2006/relationships/slide" Target="slides/slide57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P16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P17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P18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P19 | 存屏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P20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P21 | 存屏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P22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P23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P26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P27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P29 | 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P30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P31 | 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P32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P33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P35 | 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P36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P37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P38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P39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P40 | 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P41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P42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P43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P44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P46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P47 | 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P48 | 封底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12.xml"/><Relationship Id="rId7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20.xml"/><Relationship Id="rId7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21.xml"/><Relationship Id="rId7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39.xml"/><Relationship Id="rId7" Type="http://schemas.openxmlformats.org/officeDocument/2006/relationships/image" Target="../media/image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r>
              <a:rPr lang="zh-CN" altLang="en-US" sz="2400" b="1"/>
              <a:t>下午1:30，你手机里会有一个按你骨架做出来的东西</a:t>
            </a:r>
            <a:br/>
            <a:r>
              <a:rPr lang="zh-CN" altLang="en-US" sz="2400" b="1"/>
              <a:t>D1·下午前半场 0:00–1:30｜复刻流程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“好作品不是想出来的，是复刻出来的”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①听好了啊，就这一句：好作品，是复刻出来的。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这份简历，凭什么能挂在网上？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不是因为我手多巧，是因为我用了方法。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这个方法，今天下午拆给你们看。</a:t>
            </a:r>
          </a:p>
        </p:txBody>
      </p:sp>
      <p:pic>
        <p:nvPicPr>
          <p:cNvPr id="1011" name="Picture 1010" descr="ppt素材_02_简历网页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2261632"/>
            <a:ext cx="5303520" cy="2983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你不是缺手艺——下午1:30，你手机里会有一个按你自己骨架做出来的东西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今天下午，就把这个方法走一遍。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从零开始做出一个这样的东西，要几步？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①答案：就四步，比你想的少。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以前看到好东西，你只会说一句"我做不了"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①今天下午，这句话可以换掉了。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“好作品，是复刻出来的。”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第一步：先让它见过好的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①要复刻，先得有"好的"可以复刻。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为什么不能凭空让 AI 做？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①因为它没见过，它就瞎编。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②你说"做个好看的网页"，它不知道你说的"好看"是什么。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③所以第一步，不是写，是看。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你手机里那个"你觉得好看"的东西，就是你的起点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它不用高级，你说了算。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现场搜：XX 官网——被验证过的好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345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我不是让你们抄它，是看它的骨架——分几块、每块放什么。</a:t>
            </a:r>
          </a:p>
        </p:txBody>
      </p:sp>
      <p:pic>
        <p:nvPicPr>
          <p:cNvPr id="1007" name="Picture 1006" descr="250占位_XX官网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1889093"/>
            <a:ext cx="5303520" cy="37290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再搜：XX 模板站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345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这个，胜在排版干净；这个，胜在配色统一。</a:t>
            </a:r>
          </a:p>
        </p:txBody>
      </p:sp>
      <p:pic>
        <p:nvPicPr>
          <p:cNvPr id="1007" name="Picture 1006" descr="250占位_模板站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1889093"/>
            <a:ext cx="5303520" cy="37290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60秒，搜一个你觉得好看的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①打开手机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②搜一个好看的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③记住它长什么样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“记住你手机里那个东西——它是你今天的"范本"”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①锚点·第26分钟：每人手机里存着一个"你觉得好看"的作品。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说个真的——我先看了十几个，拆骨架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①哪些地方大家都在用，哪些是多余的。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②看完我才动手——我不想让 AI 瞎猜"好看"是什么。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复刻骨架，不抄内容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①看也看完了——下一块：把骨架抽出来，变成数据。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“先让 AI 学最佳实践，再让它干活。”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你能把骨架抽得多清楚，它就能复刻得多像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①光"看过"不够——AI 要的是数据，不是感觉。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12674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②抽骨架＝把"好看"翻译成 AI 听得懂的 4 行字。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4 行，就 4 行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【存屏】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①第一行，给谁看（简历→用人单位）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②第二行，要什么效果（一眼看到项目，5秒抓住）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③第三行，骨架（名字+一句话｜项目｜联系方式）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01370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④第四行，内容素材（我的真实经历，我的字）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第三行是"别人的骨架"，第四行是"你的东西"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①复刻骨架，不抄内容——说的就是这两行。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现场抽：把刚才的网站，抽成 4 行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【存屏】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①给谁看：来看我这个网页的人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②要什么效果：第一屏就明白是干什么的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③骨架：顶部大标题，中间三块，底部联系方式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01370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④内容素材：我自己的一句话、我的三件事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90秒，敲自己的 4 行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①打开豆包或便签，按这 4 行敲：给谁看／要什么效果／骨架／内容素材。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“你没写一行代码，你已经完成了一半”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①这就是你说的"我不会设计"？不，你已经会了。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3571240"/>
            <a:ext cx="576072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②锚点·第46分钟：手机里有一条 4 行模板。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你不是不会设计——你已经在设计的第一级台阶上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①把"看到的好"翻译成 4 行字。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名词链：最佳实践 → 骨架 → 数据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①最佳实践——让 AI 见过好的。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②骨架——把"好"拆成结构。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③数据——把结构翻译成 4 行字。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④每个词，都是解决上一个做不到的事。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“先让 AI 学最佳实践，再让它干活。”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复刻——我干一遍给你们看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①你们只看，不动手。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看之前，先给你们三句话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①我用"刚才那 4 行"让 Codex 复刻一个东西。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②看完要能说出：它复刻的骨架是哪几块。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③重点看：我只喂数据，我不写代码。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第一步：把那 4 行，粘进去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①第一行给谁看、第二行要什么效果、第三行骨架、第四行素材。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②回车。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看，它按骨架搭出来了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顶部大标题，中间三块，底部联系方式。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我要的是骨架和结构，内容是我自己的。</a:t>
            </a:r>
          </a:p>
        </p:txBody>
      </p:sp>
      <p:pic>
        <p:nvPicPr>
          <p:cNvPr id="1011" name="Picture 1010" descr="250占位_Codex复刻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1889093"/>
            <a:ext cx="5303520" cy="37290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改一轮：换配色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①"换配色，深色底，金色字。"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②我不是重写，是在骨架上面改——这就是迭代。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停·看·问：它搭的骨架是哪三块？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①答案：顶部一个标题，中间三块，底部一个联系方式。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12674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②不是我写的，是我用 4 行字告诉它的。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复刻骨架，不抄内容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①刚才是哪几步？给数据→让它做。就两步。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12674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②抄是内容一样；复刻是骨架一样，内容是你自己的。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你只说人话，它出东西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今天下午最值钱的一幕。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判断标准：说出骨架是哪几块，就算会了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①我演完了。接下来轮到你们——我不再一步一步带了。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“好作品，是复刻出来的。”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现在全部交给你——四步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①打开豆包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②把你那 4 行发过去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③加一句：帮我做一个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01370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④做完的，抬头看我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15分钟，自己走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①开始：有问题先看大屏 4 行模板，卡住举手。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②进阶：做完的试着加一句改一改。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③兜底：照大屏那版，把名字换成你的。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“你手机里，有一个按你骨架做出来的东西”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①你没写一行代码，你已经让 AI 按你的骨架做了一个东西。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357124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②半成品也算。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9784" y="398018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③锚点·第1:18分钟。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做出来，不算完——我来验一验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①三问。答不出的，同桌帮一把。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“复刻骨架，不抄内容。”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第一问：什么叫最佳实践？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①答案：已经做出来、被验证过的好东西。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第二问：复刻和抄，区别在哪？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①答案：抄是内容一样；复刻是骨架一样，内容是你自己的。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第三问：AI 能复刻，靠的是你给的什么？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①答案：数据——就那 4 行。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271399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②你抽得越清楚，它干得越像。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今天下午前半场，就四步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①找最佳实践 → 抽骨架 → 喂数据 → 复刻。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②记住金句：好作品，是复刻出来的。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从"AI好神"到"我也能复刻"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①你手机里那个东西，就是证据。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271399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②你刚才是甲方，它刚才是乙方——你给它骨架，它给你成品。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悬念：能不能不走第二遍、第三遍？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132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①下午回来，我把这套流程"打包"给你看——打包完，它就是你随叫随到的员工。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r>
              <a:rPr lang="zh-CN" altLang="en-US" sz="2800" b="1"/>
              <a:t>好作品，是复刻出来的。</a:t>
            </a:r>
            <a:br/>
            <a:r>
              <a:rPr lang="zh-CN" altLang="en-US" sz="2800" b="1"/>
              <a:t>D1·下午前半场｜先休息，下午见</a:t>
            </a:r>
          </a:p>
        </p:txBody>
      </p:sp>
    </p:spTree>
  </p:cSld>
  <p:clrMapOvr>
    <a:masterClrMapping/>
  </p:clrMapOvr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