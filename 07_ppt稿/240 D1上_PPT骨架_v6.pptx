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media/image11.svg" ContentType="image/svg+xml"/>
  <Override PartName="/ppt/media/image3.svg" ContentType="image/svg+xml"/>
  <Override PartName="/ppt/media/image5.svg" ContentType="image/svg+xml"/>
  <Override PartName="/ppt/media/image9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00.xml" ContentType="application/vnd.openxmlformats-officedocument.presentationml.slideLayout+xml"/>
  <Override PartName="/ppt/slideLayouts/slideLayout101.xml" ContentType="application/vnd.openxmlformats-officedocument.presentationml.slideLayout+xml"/>
  <Override PartName="/ppt/slideLayouts/slideLayout102.xml" ContentType="application/vnd.openxmlformats-officedocument.presentationml.slideLayout+xml"/>
  <Override PartName="/ppt/slideLayouts/slideLayout103.xml" ContentType="application/vnd.openxmlformats-officedocument.presentationml.slideLayout+xml"/>
  <Override PartName="/ppt/slideLayouts/slideLayout104.xml" ContentType="application/vnd.openxmlformats-officedocument.presentationml.slideLayout+xml"/>
  <Override PartName="/ppt/slideLayouts/slideLayout105.xml" ContentType="application/vnd.openxmlformats-officedocument.presentationml.slideLayout+xml"/>
  <Override PartName="/ppt/slideLayouts/slideLayout106.xml" ContentType="application/vnd.openxmlformats-officedocument.presentationml.slideLayout+xml"/>
  <Override PartName="/ppt/slideLayouts/slideLayout107.xml" ContentType="application/vnd.openxmlformats-officedocument.presentationml.slideLayout+xml"/>
  <Override PartName="/ppt/slideLayouts/slideLayout108.xml" ContentType="application/vnd.openxmlformats-officedocument.presentationml.slideLayout+xml"/>
  <Override PartName="/ppt/slideLayouts/slideLayout10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10.xml" ContentType="application/vnd.openxmlformats-officedocument.presentationml.slideLayout+xml"/>
  <Override PartName="/ppt/slideLayouts/slideLayout111.xml" ContentType="application/vnd.openxmlformats-officedocument.presentationml.slideLayout+xml"/>
  <Override PartName="/ppt/slideLayouts/slideLayout112.xml" ContentType="application/vnd.openxmlformats-officedocument.presentationml.slideLayout+xml"/>
  <Override PartName="/ppt/slideLayouts/slideLayout113.xml" ContentType="application/vnd.openxmlformats-officedocument.presentationml.slideLayout+xml"/>
  <Override PartName="/ppt/slideLayouts/slideLayout114.xml" ContentType="application/vnd.openxmlformats-officedocument.presentationml.slideLayout+xml"/>
  <Override PartName="/ppt/slideLayouts/slideLayout115.xml" ContentType="application/vnd.openxmlformats-officedocument.presentationml.slideLayout+xml"/>
  <Override PartName="/ppt/slideLayouts/slideLayout116.xml" ContentType="application/vnd.openxmlformats-officedocument.presentationml.slideLayout+xml"/>
  <Override PartName="/ppt/slideLayouts/slideLayout117.xml" ContentType="application/vnd.openxmlformats-officedocument.presentationml.slideLayout+xml"/>
  <Override PartName="/ppt/slideLayouts/slideLayout118.xml" ContentType="application/vnd.openxmlformats-officedocument.presentationml.slideLayout+xml"/>
  <Override PartName="/ppt/slideLayouts/slideLayout119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20.xml" ContentType="application/vnd.openxmlformats-officedocument.presentationml.slideLayout+xml"/>
  <Override PartName="/ppt/slideLayouts/slideLayout121.xml" ContentType="application/vnd.openxmlformats-officedocument.presentationml.slideLayout+xml"/>
  <Override PartName="/ppt/slideLayouts/slideLayout122.xml" ContentType="application/vnd.openxmlformats-officedocument.presentationml.slideLayout+xml"/>
  <Override PartName="/ppt/slideLayouts/slideLayout123.xml" ContentType="application/vnd.openxmlformats-officedocument.presentationml.slideLayout+xml"/>
  <Override PartName="/ppt/slideLayouts/slideLayout124.xml" ContentType="application/vnd.openxmlformats-officedocument.presentationml.slideLayout+xml"/>
  <Override PartName="/ppt/slideLayouts/slideLayout125.xml" ContentType="application/vnd.openxmlformats-officedocument.presentationml.slideLayout+xml"/>
  <Override PartName="/ppt/slideLayouts/slideLayout126.xml" ContentType="application/vnd.openxmlformats-officedocument.presentationml.slideLayout+xml"/>
  <Override PartName="/ppt/slideLayouts/slideLayout127.xml" ContentType="application/vnd.openxmlformats-officedocument.presentationml.slideLayout+xml"/>
  <Override PartName="/ppt/slideLayouts/slideLayout128.xml" ContentType="application/vnd.openxmlformats-officedocument.presentationml.slideLayout+xml"/>
  <Override PartName="/ppt/slideLayouts/slideLayout129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30.xml" ContentType="application/vnd.openxmlformats-officedocument.presentationml.slideLayout+xml"/>
  <Override PartName="/ppt/slideLayouts/slideLayout131.xml" ContentType="application/vnd.openxmlformats-officedocument.presentationml.slideLayout+xml"/>
  <Override PartName="/ppt/slideLayouts/slideLayout132.xml" ContentType="application/vnd.openxmlformats-officedocument.presentationml.slideLayout+xml"/>
  <Override PartName="/ppt/slideLayouts/slideLayout133.xml" ContentType="application/vnd.openxmlformats-officedocument.presentationml.slideLayout+xml"/>
  <Override PartName="/ppt/slideLayouts/slideLayout134.xml" ContentType="application/vnd.openxmlformats-officedocument.presentationml.slideLayout+xml"/>
  <Override PartName="/ppt/slideLayouts/slideLayout135.xml" ContentType="application/vnd.openxmlformats-officedocument.presentationml.slideLayout+xml"/>
  <Override PartName="/ppt/slideLayouts/slideLayout136.xml" ContentType="application/vnd.openxmlformats-officedocument.presentationml.slideLayout+xml"/>
  <Override PartName="/ppt/slideLayouts/slideLayout137.xml" ContentType="application/vnd.openxmlformats-officedocument.presentationml.slideLayout+xml"/>
  <Override PartName="/ppt/slideLayouts/slideLayout138.xml" ContentType="application/vnd.openxmlformats-officedocument.presentationml.slideLayout+xml"/>
  <Override PartName="/ppt/slideLayouts/slideLayout139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40.xml" ContentType="application/vnd.openxmlformats-officedocument.presentationml.slideLayout+xml"/>
  <Override PartName="/ppt/slideLayouts/slideLayout141.xml" ContentType="application/vnd.openxmlformats-officedocument.presentationml.slideLayout+xml"/>
  <Override PartName="/ppt/slideLayouts/slideLayout142.xml" ContentType="application/vnd.openxmlformats-officedocument.presentationml.slideLayout+xml"/>
  <Override PartName="/ppt/slideLayouts/slideLayout143.xml" ContentType="application/vnd.openxmlformats-officedocument.presentationml.slideLayout+xml"/>
  <Override PartName="/ppt/slideLayouts/slideLayout144.xml" ContentType="application/vnd.openxmlformats-officedocument.presentationml.slideLayout+xml"/>
  <Override PartName="/ppt/slideLayouts/slideLayout145.xml" ContentType="application/vnd.openxmlformats-officedocument.presentationml.slideLayout+xml"/>
  <Override PartName="/ppt/slideLayouts/slideLayout146.xml" ContentType="application/vnd.openxmlformats-officedocument.presentationml.slideLayout+xml"/>
  <Override PartName="/ppt/slideLayouts/slideLayout147.xml" ContentType="application/vnd.openxmlformats-officedocument.presentationml.slideLayout+xml"/>
  <Override PartName="/ppt/slideLayouts/slideLayout148.xml" ContentType="application/vnd.openxmlformats-officedocument.presentationml.slideLayout+xml"/>
  <Override PartName="/ppt/slideLayouts/slideLayout149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50.xml" ContentType="application/vnd.openxmlformats-officedocument.presentationml.slideLayout+xml"/>
  <Override PartName="/ppt/slideLayouts/slideLayout151.xml" ContentType="application/vnd.openxmlformats-officedocument.presentationml.slideLayout+xml"/>
  <Override PartName="/ppt/slideLayouts/slideLayout152.xml" ContentType="application/vnd.openxmlformats-officedocument.presentationml.slideLayout+xml"/>
  <Override PartName="/ppt/slideLayouts/slideLayout153.xml" ContentType="application/vnd.openxmlformats-officedocument.presentationml.slideLayout+xml"/>
  <Override PartName="/ppt/slideLayouts/slideLayout154.xml" ContentType="application/vnd.openxmlformats-officedocument.presentationml.slideLayout+xml"/>
  <Override PartName="/ppt/slideLayouts/slideLayout155.xml" ContentType="application/vnd.openxmlformats-officedocument.presentationml.slideLayout+xml"/>
  <Override PartName="/ppt/slideLayouts/slideLayout156.xml" ContentType="application/vnd.openxmlformats-officedocument.presentationml.slideLayout+xml"/>
  <Override PartName="/ppt/slideLayouts/slideLayout157.xml" ContentType="application/vnd.openxmlformats-officedocument.presentationml.slideLayout+xml"/>
  <Override PartName="/ppt/slideLayouts/slideLayout158.xml" ContentType="application/vnd.openxmlformats-officedocument.presentationml.slideLayout+xml"/>
  <Override PartName="/ppt/slideLayouts/slideLayout159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60.xml" ContentType="application/vnd.openxmlformats-officedocument.presentationml.slideLayout+xml"/>
  <Override PartName="/ppt/slideLayouts/slideLayout161.xml" ContentType="application/vnd.openxmlformats-officedocument.presentationml.slideLayout+xml"/>
  <Override PartName="/ppt/slideLayouts/slideLayout162.xml" ContentType="application/vnd.openxmlformats-officedocument.presentationml.slideLayout+xml"/>
  <Override PartName="/ppt/slideLayouts/slideLayout163.xml" ContentType="application/vnd.openxmlformats-officedocument.presentationml.slideLayout+xml"/>
  <Override PartName="/ppt/slideLayouts/slideLayout164.xml" ContentType="application/vnd.openxmlformats-officedocument.presentationml.slideLayout+xml"/>
  <Override PartName="/ppt/slideLayouts/slideLayout165.xml" ContentType="application/vnd.openxmlformats-officedocument.presentationml.slideLayout+xml"/>
  <Override PartName="/ppt/slideLayouts/slideLayout166.xml" ContentType="application/vnd.openxmlformats-officedocument.presentationml.slideLayout+xml"/>
  <Override PartName="/ppt/slideLayouts/slideLayout167.xml" ContentType="application/vnd.openxmlformats-officedocument.presentationml.slideLayout+xml"/>
  <Override PartName="/ppt/slideLayouts/slideLayout168.xml" ContentType="application/vnd.openxmlformats-officedocument.presentationml.slideLayout+xml"/>
  <Override PartName="/ppt/slideLayouts/slideLayout169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70.xml" ContentType="application/vnd.openxmlformats-officedocument.presentationml.slideLayout+xml"/>
  <Override PartName="/ppt/slideLayouts/slideLayout171.xml" ContentType="application/vnd.openxmlformats-officedocument.presentationml.slideLayout+xml"/>
  <Override PartName="/ppt/slideLayouts/slideLayout172.xml" ContentType="application/vnd.openxmlformats-officedocument.presentationml.slideLayout+xml"/>
  <Override PartName="/ppt/slideLayouts/slideLayout173.xml" ContentType="application/vnd.openxmlformats-officedocument.presentationml.slideLayout+xml"/>
  <Override PartName="/ppt/slideLayouts/slideLayout174.xml" ContentType="application/vnd.openxmlformats-officedocument.presentationml.slideLayout+xml"/>
  <Override PartName="/ppt/slideLayouts/slideLayout175.xml" ContentType="application/vnd.openxmlformats-officedocument.presentationml.slideLayout+xml"/>
  <Override PartName="/ppt/slideLayouts/slideLayout176.xml" ContentType="application/vnd.openxmlformats-officedocument.presentationml.slideLayout+xml"/>
  <Override PartName="/ppt/slideLayouts/slideLayout177.xml" ContentType="application/vnd.openxmlformats-officedocument.presentationml.slideLayout+xml"/>
  <Override PartName="/ppt/slideLayouts/slideLayout178.xml" ContentType="application/vnd.openxmlformats-officedocument.presentationml.slideLayout+xml"/>
  <Override PartName="/ppt/slideLayouts/slideLayout179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80.xml" ContentType="application/vnd.openxmlformats-officedocument.presentationml.slideLayout+xml"/>
  <Override PartName="/ppt/slideLayouts/slideLayout181.xml" ContentType="application/vnd.openxmlformats-officedocument.presentationml.slideLayout+xml"/>
  <Override PartName="/ppt/slideLayouts/slideLayout182.xml" ContentType="application/vnd.openxmlformats-officedocument.presentationml.slideLayout+xml"/>
  <Override PartName="/ppt/slideLayouts/slideLayout183.xml" ContentType="application/vnd.openxmlformats-officedocument.presentationml.slideLayout+xml"/>
  <Override PartName="/ppt/slideLayouts/slideLayout184.xml" ContentType="application/vnd.openxmlformats-officedocument.presentationml.slideLayout+xml"/>
  <Override PartName="/ppt/slideLayouts/slideLayout185.xml" ContentType="application/vnd.openxmlformats-officedocument.presentationml.slideLayout+xml"/>
  <Override PartName="/ppt/slideLayouts/slideLayout186.xml" ContentType="application/vnd.openxmlformats-officedocument.presentationml.slideLayout+xml"/>
  <Override PartName="/ppt/slideLayouts/slideLayout187.xml" ContentType="application/vnd.openxmlformats-officedocument.presentationml.slideLayout+xml"/>
  <Override PartName="/ppt/slideLayouts/slideLayout188.xml" ContentType="application/vnd.openxmlformats-officedocument.presentationml.slideLayout+xml"/>
  <Override PartName="/ppt/slideLayouts/slideLayout189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190.xml" ContentType="application/vnd.openxmlformats-officedocument.presentationml.slideLayout+xml"/>
  <Override PartName="/ppt/slideLayouts/slideLayout191.xml" ContentType="application/vnd.openxmlformats-officedocument.presentationml.slideLayout+xml"/>
  <Override PartName="/ppt/slideLayouts/slideLayout192.xml" ContentType="application/vnd.openxmlformats-officedocument.presentationml.slideLayout+xml"/>
  <Override PartName="/ppt/slideLayouts/slideLayout193.xml" ContentType="application/vnd.openxmlformats-officedocument.presentationml.slideLayout+xml"/>
  <Override PartName="/ppt/slideLayouts/slideLayout194.xml" ContentType="application/vnd.openxmlformats-officedocument.presentationml.slideLayout+xml"/>
  <Override PartName="/ppt/slideLayouts/slideLayout195.xml" ContentType="application/vnd.openxmlformats-officedocument.presentationml.slideLayout+xml"/>
  <Override PartName="/ppt/slideLayouts/slideLayout196.xml" ContentType="application/vnd.openxmlformats-officedocument.presentationml.slideLayout+xml"/>
  <Override PartName="/ppt/slideLayouts/slideLayout197.xml" ContentType="application/vnd.openxmlformats-officedocument.presentationml.slideLayout+xml"/>
  <Override PartName="/ppt/slideLayouts/slideLayout198.xml" ContentType="application/vnd.openxmlformats-officedocument.presentationml.slideLayout+xml"/>
  <Override PartName="/ppt/slideLayouts/slideLayout19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00.xml" ContentType="application/vnd.openxmlformats-officedocument.presentationml.slideLayout+xml"/>
  <Override PartName="/ppt/slideLayouts/slideLayout201.xml" ContentType="application/vnd.openxmlformats-officedocument.presentationml.slideLayout+xml"/>
  <Override PartName="/ppt/slideLayouts/slideLayout202.xml" ContentType="application/vnd.openxmlformats-officedocument.presentationml.slideLayout+xml"/>
  <Override PartName="/ppt/slideLayouts/slideLayout203.xml" ContentType="application/vnd.openxmlformats-officedocument.presentationml.slideLayout+xml"/>
  <Override PartName="/ppt/slideLayouts/slideLayout204.xml" ContentType="application/vnd.openxmlformats-officedocument.presentationml.slideLayout+xml"/>
  <Override PartName="/ppt/slideLayouts/slideLayout205.xml" ContentType="application/vnd.openxmlformats-officedocument.presentationml.slideLayout+xml"/>
  <Override PartName="/ppt/slideLayouts/slideLayout206.xml" ContentType="application/vnd.openxmlformats-officedocument.presentationml.slideLayout+xml"/>
  <Override PartName="/ppt/slideLayouts/slideLayout207.xml" ContentType="application/vnd.openxmlformats-officedocument.presentationml.slideLayout+xml"/>
  <Override PartName="/ppt/slideLayouts/slideLayout208.xml" ContentType="application/vnd.openxmlformats-officedocument.presentationml.slideLayout+xml"/>
  <Override PartName="/ppt/slideLayouts/slideLayout209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10.xml" ContentType="application/vnd.openxmlformats-officedocument.presentationml.slideLayout+xml"/>
  <Override PartName="/ppt/slideLayouts/slideLayout211.xml" ContentType="application/vnd.openxmlformats-officedocument.presentationml.slideLayout+xml"/>
  <Override PartName="/ppt/slideLayouts/slideLayout212.xml" ContentType="application/vnd.openxmlformats-officedocument.presentationml.slideLayout+xml"/>
  <Override PartName="/ppt/slideLayouts/slideLayout213.xml" ContentType="application/vnd.openxmlformats-officedocument.presentationml.slideLayout+xml"/>
  <Override PartName="/ppt/slideLayouts/slideLayout214.xml" ContentType="application/vnd.openxmlformats-officedocument.presentationml.slideLayout+xml"/>
  <Override PartName="/ppt/slideLayouts/slideLayout215.xml" ContentType="application/vnd.openxmlformats-officedocument.presentationml.slideLayout+xml"/>
  <Override PartName="/ppt/slideLayouts/slideLayout216.xml" ContentType="application/vnd.openxmlformats-officedocument.presentationml.slideLayout+xml"/>
  <Override PartName="/ppt/slideLayouts/slideLayout217.xml" ContentType="application/vnd.openxmlformats-officedocument.presentationml.slideLayout+xml"/>
  <Override PartName="/ppt/slideLayouts/slideLayout218.xml" ContentType="application/vnd.openxmlformats-officedocument.presentationml.slideLayout+xml"/>
  <Override PartName="/ppt/slideLayouts/slideLayout219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20.xml" ContentType="application/vnd.openxmlformats-officedocument.presentationml.slideLayout+xml"/>
  <Override PartName="/ppt/slideLayouts/slideLayout221.xml" ContentType="application/vnd.openxmlformats-officedocument.presentationml.slideLayout+xml"/>
  <Override PartName="/ppt/slideLayouts/slideLayout222.xml" ContentType="application/vnd.openxmlformats-officedocument.presentationml.slideLayout+xml"/>
  <Override PartName="/ppt/slideLayouts/slideLayout223.xml" ContentType="application/vnd.openxmlformats-officedocument.presentationml.slideLayout+xml"/>
  <Override PartName="/ppt/slideLayouts/slideLayout224.xml" ContentType="application/vnd.openxmlformats-officedocument.presentationml.slideLayout+xml"/>
  <Override PartName="/ppt/slideLayouts/slideLayout225.xml" ContentType="application/vnd.openxmlformats-officedocument.presentationml.slideLayout+xml"/>
  <Override PartName="/ppt/slideLayouts/slideLayout226.xml" ContentType="application/vnd.openxmlformats-officedocument.presentationml.slideLayout+xml"/>
  <Override PartName="/ppt/slideLayouts/slideLayout227.xml" ContentType="application/vnd.openxmlformats-officedocument.presentationml.slideLayout+xml"/>
  <Override PartName="/ppt/slideLayouts/slideLayout228.xml" ContentType="application/vnd.openxmlformats-officedocument.presentationml.slideLayout+xml"/>
  <Override PartName="/ppt/slideLayouts/slideLayout229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30.xml" ContentType="application/vnd.openxmlformats-officedocument.presentationml.slideLayout+xml"/>
  <Override PartName="/ppt/slideLayouts/slideLayout231.xml" ContentType="application/vnd.openxmlformats-officedocument.presentationml.slideLayout+xml"/>
  <Override PartName="/ppt/slideLayouts/slideLayout232.xml" ContentType="application/vnd.openxmlformats-officedocument.presentationml.slideLayout+xml"/>
  <Override PartName="/ppt/slideLayouts/slideLayout233.xml" ContentType="application/vnd.openxmlformats-officedocument.presentationml.slideLayout+xml"/>
  <Override PartName="/ppt/slideLayouts/slideLayout234.xml" ContentType="application/vnd.openxmlformats-officedocument.presentationml.slideLayout+xml"/>
  <Override PartName="/ppt/slideLayouts/slideLayout235.xml" ContentType="application/vnd.openxmlformats-officedocument.presentationml.slideLayout+xml"/>
  <Override PartName="/ppt/slideLayouts/slideLayout236.xml" ContentType="application/vnd.openxmlformats-officedocument.presentationml.slideLayout+xml"/>
  <Override PartName="/ppt/slideLayouts/slideLayout237.xml" ContentType="application/vnd.openxmlformats-officedocument.presentationml.slideLayout+xml"/>
  <Override PartName="/ppt/slideLayouts/slideLayout238.xml" ContentType="application/vnd.openxmlformats-officedocument.presentationml.slideLayout+xml"/>
  <Override PartName="/ppt/slideLayouts/slideLayout239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40.xml" ContentType="application/vnd.openxmlformats-officedocument.presentationml.slideLayout+xml"/>
  <Override PartName="/ppt/slideLayouts/slideLayout241.xml" ContentType="application/vnd.openxmlformats-officedocument.presentationml.slideLayout+xml"/>
  <Override PartName="/ppt/slideLayouts/slideLayout242.xml" ContentType="application/vnd.openxmlformats-officedocument.presentationml.slideLayout+xml"/>
  <Override PartName="/ppt/slideLayouts/slideLayout243.xml" ContentType="application/vnd.openxmlformats-officedocument.presentationml.slideLayout+xml"/>
  <Override PartName="/ppt/slideLayouts/slideLayout244.xml" ContentType="application/vnd.openxmlformats-officedocument.presentationml.slideLayout+xml"/>
  <Override PartName="/ppt/slideLayouts/slideLayout245.xml" ContentType="application/vnd.openxmlformats-officedocument.presentationml.slideLayout+xml"/>
  <Override PartName="/ppt/slideLayouts/slideLayout246.xml" ContentType="application/vnd.openxmlformats-officedocument.presentationml.slideLayout+xml"/>
  <Override PartName="/ppt/slideLayouts/slideLayout247.xml" ContentType="application/vnd.openxmlformats-officedocument.presentationml.slideLayout+xml"/>
  <Override PartName="/ppt/slideLayouts/slideLayout248.xml" ContentType="application/vnd.openxmlformats-officedocument.presentationml.slideLayout+xml"/>
  <Override PartName="/ppt/slideLayouts/slideLayout249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50.xml" ContentType="application/vnd.openxmlformats-officedocument.presentationml.slideLayout+xml"/>
  <Override PartName="/ppt/slideLayouts/slideLayout251.xml" ContentType="application/vnd.openxmlformats-officedocument.presentationml.slideLayout+xml"/>
  <Override PartName="/ppt/slideLayouts/slideLayout252.xml" ContentType="application/vnd.openxmlformats-officedocument.presentationml.slideLayout+xml"/>
  <Override PartName="/ppt/slideLayouts/slideLayout253.xml" ContentType="application/vnd.openxmlformats-officedocument.presentationml.slideLayout+xml"/>
  <Override PartName="/ppt/slideLayouts/slideLayout254.xml" ContentType="application/vnd.openxmlformats-officedocument.presentationml.slideLayout+xml"/>
  <Override PartName="/ppt/slideLayouts/slideLayout255.xml" ContentType="application/vnd.openxmlformats-officedocument.presentationml.slideLayout+xml"/>
  <Override PartName="/ppt/slideLayouts/slideLayout256.xml" ContentType="application/vnd.openxmlformats-officedocument.presentationml.slideLayout+xml"/>
  <Override PartName="/ppt/slideLayouts/slideLayout257.xml" ContentType="application/vnd.openxmlformats-officedocument.presentationml.slideLayout+xml"/>
  <Override PartName="/ppt/slideLayouts/slideLayout258.xml" ContentType="application/vnd.openxmlformats-officedocument.presentationml.slideLayout+xml"/>
  <Override PartName="/ppt/slideLayouts/slideLayout259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60.xml" ContentType="application/vnd.openxmlformats-officedocument.presentationml.slideLayout+xml"/>
  <Override PartName="/ppt/slideLayouts/slideLayout261.xml" ContentType="application/vnd.openxmlformats-officedocument.presentationml.slideLayout+xml"/>
  <Override PartName="/ppt/slideLayouts/slideLayout262.xml" ContentType="application/vnd.openxmlformats-officedocument.presentationml.slideLayout+xml"/>
  <Override PartName="/ppt/slideLayouts/slideLayout263.xml" ContentType="application/vnd.openxmlformats-officedocument.presentationml.slideLayout+xml"/>
  <Override PartName="/ppt/slideLayouts/slideLayout264.xml" ContentType="application/vnd.openxmlformats-officedocument.presentationml.slideLayout+xml"/>
  <Override PartName="/ppt/slideLayouts/slideLayout265.xml" ContentType="application/vnd.openxmlformats-officedocument.presentationml.slideLayout+xml"/>
  <Override PartName="/ppt/slideLayouts/slideLayout266.xml" ContentType="application/vnd.openxmlformats-officedocument.presentationml.slideLayout+xml"/>
  <Override PartName="/ppt/slideLayouts/slideLayout267.xml" ContentType="application/vnd.openxmlformats-officedocument.presentationml.slideLayout+xml"/>
  <Override PartName="/ppt/slideLayouts/slideLayout268.xml" ContentType="application/vnd.openxmlformats-officedocument.presentationml.slideLayout+xml"/>
  <Override PartName="/ppt/slideLayouts/slideLayout269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70.xml" ContentType="application/vnd.openxmlformats-officedocument.presentationml.slideLayout+xml"/>
  <Override PartName="/ppt/slideLayouts/slideLayout271.xml" ContentType="application/vnd.openxmlformats-officedocument.presentationml.slideLayout+xml"/>
  <Override PartName="/ppt/slideLayouts/slideLayout272.xml" ContentType="application/vnd.openxmlformats-officedocument.presentationml.slideLayout+xml"/>
  <Override PartName="/ppt/slideLayouts/slideLayout273.xml" ContentType="application/vnd.openxmlformats-officedocument.presentationml.slideLayout+xml"/>
  <Override PartName="/ppt/slideLayouts/slideLayout274.xml" ContentType="application/vnd.openxmlformats-officedocument.presentationml.slideLayout+xml"/>
  <Override PartName="/ppt/slideLayouts/slideLayout275.xml" ContentType="application/vnd.openxmlformats-officedocument.presentationml.slideLayout+xml"/>
  <Override PartName="/ppt/slideLayouts/slideLayout276.xml" ContentType="application/vnd.openxmlformats-officedocument.presentationml.slideLayout+xml"/>
  <Override PartName="/ppt/slideLayouts/slideLayout277.xml" ContentType="application/vnd.openxmlformats-officedocument.presentationml.slideLayout+xml"/>
  <Override PartName="/ppt/slideLayouts/slideLayout278.xml" ContentType="application/vnd.openxmlformats-officedocument.presentationml.slideLayout+xml"/>
  <Override PartName="/ppt/slideLayouts/slideLayout279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80.xml" ContentType="application/vnd.openxmlformats-officedocument.presentationml.slideLayout+xml"/>
  <Override PartName="/ppt/slideLayouts/slideLayout281.xml" ContentType="application/vnd.openxmlformats-officedocument.presentationml.slideLayout+xml"/>
  <Override PartName="/ppt/slideLayouts/slideLayout282.xml" ContentType="application/vnd.openxmlformats-officedocument.presentationml.slideLayout+xml"/>
  <Override PartName="/ppt/slideLayouts/slideLayout283.xml" ContentType="application/vnd.openxmlformats-officedocument.presentationml.slideLayout+xml"/>
  <Override PartName="/ppt/slideLayouts/slideLayout284.xml" ContentType="application/vnd.openxmlformats-officedocument.presentationml.slideLayout+xml"/>
  <Override PartName="/ppt/slideLayouts/slideLayout285.xml" ContentType="application/vnd.openxmlformats-officedocument.presentationml.slideLayout+xml"/>
  <Override PartName="/ppt/slideLayouts/slideLayout286.xml" ContentType="application/vnd.openxmlformats-officedocument.presentationml.slideLayout+xml"/>
  <Override PartName="/ppt/slideLayouts/slideLayout287.xml" ContentType="application/vnd.openxmlformats-officedocument.presentationml.slideLayout+xml"/>
  <Override PartName="/ppt/slideLayouts/slideLayout288.xml" ContentType="application/vnd.openxmlformats-officedocument.presentationml.slideLayout+xml"/>
  <Override PartName="/ppt/slideLayouts/slideLayout289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290.xml" ContentType="application/vnd.openxmlformats-officedocument.presentationml.slideLayout+xml"/>
  <Override PartName="/ppt/slideLayouts/slideLayout291.xml" ContentType="application/vnd.openxmlformats-officedocument.presentationml.slideLayout+xml"/>
  <Override PartName="/ppt/slideLayouts/slideLayout292.xml" ContentType="application/vnd.openxmlformats-officedocument.presentationml.slideLayout+xml"/>
  <Override PartName="/ppt/slideLayouts/slideLayout293.xml" ContentType="application/vnd.openxmlformats-officedocument.presentationml.slideLayout+xml"/>
  <Override PartName="/ppt/slideLayouts/slideLayout294.xml" ContentType="application/vnd.openxmlformats-officedocument.presentationml.slideLayout+xml"/>
  <Override PartName="/ppt/slideLayouts/slideLayout295.xml" ContentType="application/vnd.openxmlformats-officedocument.presentationml.slideLayout+xml"/>
  <Override PartName="/ppt/slideLayouts/slideLayout296.xml" ContentType="application/vnd.openxmlformats-officedocument.presentationml.slideLayout+xml"/>
  <Override PartName="/ppt/slideLayouts/slideLayout297.xml" ContentType="application/vnd.openxmlformats-officedocument.presentationml.slideLayout+xml"/>
  <Override PartName="/ppt/slideLayouts/slideLayout298.xml" ContentType="application/vnd.openxmlformats-officedocument.presentationml.slideLayout+xml"/>
  <Override PartName="/ppt/slideLayouts/slideLayout29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00.xml" ContentType="application/vnd.openxmlformats-officedocument.presentationml.slideLayout+xml"/>
  <Override PartName="/ppt/slideLayouts/slideLayout301.xml" ContentType="application/vnd.openxmlformats-officedocument.presentationml.slideLayout+xml"/>
  <Override PartName="/ppt/slideLayouts/slideLayout302.xml" ContentType="application/vnd.openxmlformats-officedocument.presentationml.slideLayout+xml"/>
  <Override PartName="/ppt/slideLayouts/slideLayout303.xml" ContentType="application/vnd.openxmlformats-officedocument.presentationml.slideLayout+xml"/>
  <Override PartName="/ppt/slideLayouts/slideLayout304.xml" ContentType="application/vnd.openxmlformats-officedocument.presentationml.slideLayout+xml"/>
  <Override PartName="/ppt/slideLayouts/slideLayout305.xml" ContentType="application/vnd.openxmlformats-officedocument.presentationml.slideLayout+xml"/>
  <Override PartName="/ppt/slideLayouts/slideLayout306.xml" ContentType="application/vnd.openxmlformats-officedocument.presentationml.slideLayout+xml"/>
  <Override PartName="/ppt/slideLayouts/slideLayout307.xml" ContentType="application/vnd.openxmlformats-officedocument.presentationml.slideLayout+xml"/>
  <Override PartName="/ppt/slideLayouts/slideLayout308.xml" ContentType="application/vnd.openxmlformats-officedocument.presentationml.slideLayout+xml"/>
  <Override PartName="/ppt/slideLayouts/slideLayout309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10.xml" ContentType="application/vnd.openxmlformats-officedocument.presentationml.slideLayout+xml"/>
  <Override PartName="/ppt/slideLayouts/slideLayout311.xml" ContentType="application/vnd.openxmlformats-officedocument.presentationml.slideLayout+xml"/>
  <Override PartName="/ppt/slideLayouts/slideLayout312.xml" ContentType="application/vnd.openxmlformats-officedocument.presentationml.slideLayout+xml"/>
  <Override PartName="/ppt/slideLayouts/slideLayout313.xml" ContentType="application/vnd.openxmlformats-officedocument.presentationml.slideLayout+xml"/>
  <Override PartName="/ppt/slideLayouts/slideLayout314.xml" ContentType="application/vnd.openxmlformats-officedocument.presentationml.slideLayout+xml"/>
  <Override PartName="/ppt/slideLayouts/slideLayout315.xml" ContentType="application/vnd.openxmlformats-officedocument.presentationml.slideLayout+xml"/>
  <Override PartName="/ppt/slideLayouts/slideLayout316.xml" ContentType="application/vnd.openxmlformats-officedocument.presentationml.slideLayout+xml"/>
  <Override PartName="/ppt/slideLayouts/slideLayout317.xml" ContentType="application/vnd.openxmlformats-officedocument.presentationml.slideLayout+xml"/>
  <Override PartName="/ppt/slideLayouts/slideLayout318.xml" ContentType="application/vnd.openxmlformats-officedocument.presentationml.slideLayout+xml"/>
  <Override PartName="/ppt/slideLayouts/slideLayout319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20.xml" ContentType="application/vnd.openxmlformats-officedocument.presentationml.slideLayout+xml"/>
  <Override PartName="/ppt/slideLayouts/slideLayout321.xml" ContentType="application/vnd.openxmlformats-officedocument.presentationml.slideLayout+xml"/>
  <Override PartName="/ppt/slideLayouts/slideLayout322.xml" ContentType="application/vnd.openxmlformats-officedocument.presentationml.slideLayout+xml"/>
  <Override PartName="/ppt/slideLayouts/slideLayout323.xml" ContentType="application/vnd.openxmlformats-officedocument.presentationml.slideLayout+xml"/>
  <Override PartName="/ppt/slideLayouts/slideLayout324.xml" ContentType="application/vnd.openxmlformats-officedocument.presentationml.slideLayout+xml"/>
  <Override PartName="/ppt/slideLayouts/slideLayout325.xml" ContentType="application/vnd.openxmlformats-officedocument.presentationml.slideLayout+xml"/>
  <Override PartName="/ppt/slideLayouts/slideLayout326.xml" ContentType="application/vnd.openxmlformats-officedocument.presentationml.slideLayout+xml"/>
  <Override PartName="/ppt/slideLayouts/slideLayout327.xml" ContentType="application/vnd.openxmlformats-officedocument.presentationml.slideLayout+xml"/>
  <Override PartName="/ppt/slideLayouts/slideLayout328.xml" ContentType="application/vnd.openxmlformats-officedocument.presentationml.slideLayout+xml"/>
  <Override PartName="/ppt/slideLayouts/slideLayout329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30.xml" ContentType="application/vnd.openxmlformats-officedocument.presentationml.slideLayout+xml"/>
  <Override PartName="/ppt/slideLayouts/slideLayout331.xml" ContentType="application/vnd.openxmlformats-officedocument.presentationml.slideLayout+xml"/>
  <Override PartName="/ppt/slideLayouts/slideLayout332.xml" ContentType="application/vnd.openxmlformats-officedocument.presentationml.slideLayout+xml"/>
  <Override PartName="/ppt/slideLayouts/slideLayout333.xml" ContentType="application/vnd.openxmlformats-officedocument.presentationml.slideLayout+xml"/>
  <Override PartName="/ppt/slideLayouts/slideLayout334.xml" ContentType="application/vnd.openxmlformats-officedocument.presentationml.slideLayout+xml"/>
  <Override PartName="/ppt/slideLayouts/slideLayout335.xml" ContentType="application/vnd.openxmlformats-officedocument.presentationml.slideLayout+xml"/>
  <Override PartName="/ppt/slideLayouts/slideLayout336.xml" ContentType="application/vnd.openxmlformats-officedocument.presentationml.slideLayout+xml"/>
  <Override PartName="/ppt/slideLayouts/slideLayout337.xml" ContentType="application/vnd.openxmlformats-officedocument.presentationml.slideLayout+xml"/>
  <Override PartName="/ppt/slideLayouts/slideLayout338.xml" ContentType="application/vnd.openxmlformats-officedocument.presentationml.slideLayout+xml"/>
  <Override PartName="/ppt/slideLayouts/slideLayout339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40.xml" ContentType="application/vnd.openxmlformats-officedocument.presentationml.slideLayout+xml"/>
  <Override PartName="/ppt/slideLayouts/slideLayout341.xml" ContentType="application/vnd.openxmlformats-officedocument.presentationml.slideLayout+xml"/>
  <Override PartName="/ppt/slideLayouts/slideLayout342.xml" ContentType="application/vnd.openxmlformats-officedocument.presentationml.slideLayout+xml"/>
  <Override PartName="/ppt/slideLayouts/slideLayout343.xml" ContentType="application/vnd.openxmlformats-officedocument.presentationml.slideLayout+xml"/>
  <Override PartName="/ppt/slideLayouts/slideLayout344.xml" ContentType="application/vnd.openxmlformats-officedocument.presentationml.slideLayout+xml"/>
  <Override PartName="/ppt/slideLayouts/slideLayout345.xml" ContentType="application/vnd.openxmlformats-officedocument.presentationml.slideLayout+xml"/>
  <Override PartName="/ppt/slideLayouts/slideLayout346.xml" ContentType="application/vnd.openxmlformats-officedocument.presentationml.slideLayout+xml"/>
  <Override PartName="/ppt/slideLayouts/slideLayout347.xml" ContentType="application/vnd.openxmlformats-officedocument.presentationml.slideLayout+xml"/>
  <Override PartName="/ppt/slideLayouts/slideLayout348.xml" ContentType="application/vnd.openxmlformats-officedocument.presentationml.slideLayout+xml"/>
  <Override PartName="/ppt/slideLayouts/slideLayout349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50.xml" ContentType="application/vnd.openxmlformats-officedocument.presentationml.slideLayout+xml"/>
  <Override PartName="/ppt/slideLayouts/slideLayout351.xml" ContentType="application/vnd.openxmlformats-officedocument.presentationml.slideLayout+xml"/>
  <Override PartName="/ppt/slideLayouts/slideLayout352.xml" ContentType="application/vnd.openxmlformats-officedocument.presentationml.slideLayout+xml"/>
  <Override PartName="/ppt/slideLayouts/slideLayout353.xml" ContentType="application/vnd.openxmlformats-officedocument.presentationml.slideLayout+xml"/>
  <Override PartName="/ppt/slideLayouts/slideLayout354.xml" ContentType="application/vnd.openxmlformats-officedocument.presentationml.slideLayout+xml"/>
  <Override PartName="/ppt/slideLayouts/slideLayout355.xml" ContentType="application/vnd.openxmlformats-officedocument.presentationml.slideLayout+xml"/>
  <Override PartName="/ppt/slideLayouts/slideLayout356.xml" ContentType="application/vnd.openxmlformats-officedocument.presentationml.slideLayout+xml"/>
  <Override PartName="/ppt/slideLayouts/slideLayout357.xml" ContentType="application/vnd.openxmlformats-officedocument.presentationml.slideLayout+xml"/>
  <Override PartName="/ppt/slideLayouts/slideLayout358.xml" ContentType="application/vnd.openxmlformats-officedocument.presentationml.slideLayout+xml"/>
  <Override PartName="/ppt/slideLayouts/slideLayout359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60.xml" ContentType="application/vnd.openxmlformats-officedocument.presentationml.slideLayout+xml"/>
  <Override PartName="/ppt/slideLayouts/slideLayout361.xml" ContentType="application/vnd.openxmlformats-officedocument.presentationml.slideLayout+xml"/>
  <Override PartName="/ppt/slideLayouts/slideLayout362.xml" ContentType="application/vnd.openxmlformats-officedocument.presentationml.slideLayout+xml"/>
  <Override PartName="/ppt/slideLayouts/slideLayout363.xml" ContentType="application/vnd.openxmlformats-officedocument.presentationml.slideLayout+xml"/>
  <Override PartName="/ppt/slideLayouts/slideLayout364.xml" ContentType="application/vnd.openxmlformats-officedocument.presentationml.slideLayout+xml"/>
  <Override PartName="/ppt/slideLayouts/slideLayout365.xml" ContentType="application/vnd.openxmlformats-officedocument.presentationml.slideLayout+xml"/>
  <Override PartName="/ppt/slideLayouts/slideLayout366.xml" ContentType="application/vnd.openxmlformats-officedocument.presentationml.slideLayout+xml"/>
  <Override PartName="/ppt/slideLayouts/slideLayout367.xml" ContentType="application/vnd.openxmlformats-officedocument.presentationml.slideLayout+xml"/>
  <Override PartName="/ppt/slideLayouts/slideLayout368.xml" ContentType="application/vnd.openxmlformats-officedocument.presentationml.slideLayout+xml"/>
  <Override PartName="/ppt/slideLayouts/slideLayout369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70.xml" ContentType="application/vnd.openxmlformats-officedocument.presentationml.slideLayout+xml"/>
  <Override PartName="/ppt/slideLayouts/slideLayout371.xml" ContentType="application/vnd.openxmlformats-officedocument.presentationml.slideLayout+xml"/>
  <Override PartName="/ppt/slideLayouts/slideLayout372.xml" ContentType="application/vnd.openxmlformats-officedocument.presentationml.slideLayout+xml"/>
  <Override PartName="/ppt/slideLayouts/slideLayout373.xml" ContentType="application/vnd.openxmlformats-officedocument.presentationml.slideLayout+xml"/>
  <Override PartName="/ppt/slideLayouts/slideLayout374.xml" ContentType="application/vnd.openxmlformats-officedocument.presentationml.slideLayout+xml"/>
  <Override PartName="/ppt/slideLayouts/slideLayout375.xml" ContentType="application/vnd.openxmlformats-officedocument.presentationml.slideLayout+xml"/>
  <Override PartName="/ppt/slideLayouts/slideLayout376.xml" ContentType="application/vnd.openxmlformats-officedocument.presentationml.slideLayout+xml"/>
  <Override PartName="/ppt/slideLayouts/slideLayout377.xml" ContentType="application/vnd.openxmlformats-officedocument.presentationml.slideLayout+xml"/>
  <Override PartName="/ppt/slideLayouts/slideLayout378.xml" ContentType="application/vnd.openxmlformats-officedocument.presentationml.slideLayout+xml"/>
  <Override PartName="/ppt/slideLayouts/slideLayout379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80.xml" ContentType="application/vnd.openxmlformats-officedocument.presentationml.slideLayout+xml"/>
  <Override PartName="/ppt/slideLayouts/slideLayout381.xml" ContentType="application/vnd.openxmlformats-officedocument.presentationml.slideLayout+xml"/>
  <Override PartName="/ppt/slideLayouts/slideLayout382.xml" ContentType="application/vnd.openxmlformats-officedocument.presentationml.slideLayout+xml"/>
  <Override PartName="/ppt/slideLayouts/slideLayout383.xml" ContentType="application/vnd.openxmlformats-officedocument.presentationml.slideLayout+xml"/>
  <Override PartName="/ppt/slideLayouts/slideLayout384.xml" ContentType="application/vnd.openxmlformats-officedocument.presentationml.slideLayout+xml"/>
  <Override PartName="/ppt/slideLayouts/slideLayout385.xml" ContentType="application/vnd.openxmlformats-officedocument.presentationml.slideLayout+xml"/>
  <Override PartName="/ppt/slideLayouts/slideLayout386.xml" ContentType="application/vnd.openxmlformats-officedocument.presentationml.slideLayout+xml"/>
  <Override PartName="/ppt/slideLayouts/slideLayout387.xml" ContentType="application/vnd.openxmlformats-officedocument.presentationml.slideLayout+xml"/>
  <Override PartName="/ppt/slideLayouts/slideLayout388.xml" ContentType="application/vnd.openxmlformats-officedocument.presentationml.slideLayout+xml"/>
  <Override PartName="/ppt/slideLayouts/slideLayout389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390.xml" ContentType="application/vnd.openxmlformats-officedocument.presentationml.slideLayout+xml"/>
  <Override PartName="/ppt/slideLayouts/slideLayout391.xml" ContentType="application/vnd.openxmlformats-officedocument.presentationml.slideLayout+xml"/>
  <Override PartName="/ppt/slideLayouts/slideLayout392.xml" ContentType="application/vnd.openxmlformats-officedocument.presentationml.slideLayout+xml"/>
  <Override PartName="/ppt/slideLayouts/slideLayout393.xml" ContentType="application/vnd.openxmlformats-officedocument.presentationml.slideLayout+xml"/>
  <Override PartName="/ppt/slideLayouts/slideLayout394.xml" ContentType="application/vnd.openxmlformats-officedocument.presentationml.slideLayout+xml"/>
  <Override PartName="/ppt/slideLayouts/slideLayout395.xml" ContentType="application/vnd.openxmlformats-officedocument.presentationml.slideLayout+xml"/>
  <Override PartName="/ppt/slideLayouts/slideLayout396.xml" ContentType="application/vnd.openxmlformats-officedocument.presentationml.slideLayout+xml"/>
  <Override PartName="/ppt/slideLayouts/slideLayout397.xml" ContentType="application/vnd.openxmlformats-officedocument.presentationml.slideLayout+xml"/>
  <Override PartName="/ppt/slideLayouts/slideLayout398.xml" ContentType="application/vnd.openxmlformats-officedocument.presentationml.slideLayout+xml"/>
  <Override PartName="/ppt/slideLayouts/slideLayout39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00.xml" ContentType="application/vnd.openxmlformats-officedocument.presentationml.slideLayout+xml"/>
  <Override PartName="/ppt/slideLayouts/slideLayout401.xml" ContentType="application/vnd.openxmlformats-officedocument.presentationml.slideLayout+xml"/>
  <Override PartName="/ppt/slideLayouts/slideLayout402.xml" ContentType="application/vnd.openxmlformats-officedocument.presentationml.slideLayout+xml"/>
  <Override PartName="/ppt/slideLayouts/slideLayout403.xml" ContentType="application/vnd.openxmlformats-officedocument.presentationml.slideLayout+xml"/>
  <Override PartName="/ppt/slideLayouts/slideLayout404.xml" ContentType="application/vnd.openxmlformats-officedocument.presentationml.slideLayout+xml"/>
  <Override PartName="/ppt/slideLayouts/slideLayout405.xml" ContentType="application/vnd.openxmlformats-officedocument.presentationml.slideLayout+xml"/>
  <Override PartName="/ppt/slideLayouts/slideLayout406.xml" ContentType="application/vnd.openxmlformats-officedocument.presentationml.slideLayout+xml"/>
  <Override PartName="/ppt/slideLayouts/slideLayout407.xml" ContentType="application/vnd.openxmlformats-officedocument.presentationml.slideLayout+xml"/>
  <Override PartName="/ppt/slideLayouts/slideLayout408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9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12.xml" ContentType="application/vnd.openxmlformats-officedocument.presentationml.slideMaster+xml"/>
  <Override PartName="/ppt/slideMasters/slideMaster13.xml" ContentType="application/vnd.openxmlformats-officedocument.presentationml.slideMaster+xml"/>
  <Override PartName="/ppt/slideMasters/slideMaster14.xml" ContentType="application/vnd.openxmlformats-officedocument.presentationml.slideMaster+xml"/>
  <Override PartName="/ppt/slideMasters/slideMaster15.xml" ContentType="application/vnd.openxmlformats-officedocument.presentationml.slideMaster+xml"/>
  <Override PartName="/ppt/slideMasters/slideMaster16.xml" ContentType="application/vnd.openxmlformats-officedocument.presentationml.slideMaster+xml"/>
  <Override PartName="/ppt/slideMasters/slideMaster17.xml" ContentType="application/vnd.openxmlformats-officedocument.presentationml.slideMaster+xml"/>
  <Override PartName="/ppt/slideMasters/slideMaster18.xml" ContentType="application/vnd.openxmlformats-officedocument.presentationml.slideMaster+xml"/>
  <Override PartName="/ppt/slideMasters/slideMaster19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20.xml" ContentType="application/vnd.openxmlformats-officedocument.presentationml.slideMaster+xml"/>
  <Override PartName="/ppt/slideMasters/slideMaster21.xml" ContentType="application/vnd.openxmlformats-officedocument.presentationml.slideMaster+xml"/>
  <Override PartName="/ppt/slideMasters/slideMaster22.xml" ContentType="application/vnd.openxmlformats-officedocument.presentationml.slideMaster+xml"/>
  <Override PartName="/ppt/slideMasters/slideMaster23.xml" ContentType="application/vnd.openxmlformats-officedocument.presentationml.slideMaster+xml"/>
  <Override PartName="/ppt/slideMasters/slideMaster24.xml" ContentType="application/vnd.openxmlformats-officedocument.presentationml.slideMaster+xml"/>
  <Override PartName="/ppt/slideMasters/slideMaster25.xml" ContentType="application/vnd.openxmlformats-officedocument.presentationml.slideMaster+xml"/>
  <Override PartName="/ppt/slideMasters/slideMaster26.xml" ContentType="application/vnd.openxmlformats-officedocument.presentationml.slideMaster+xml"/>
  <Override PartName="/ppt/slideMasters/slideMaster27.xml" ContentType="application/vnd.openxmlformats-officedocument.presentationml.slideMaster+xml"/>
  <Override PartName="/ppt/slideMasters/slideMaster28.xml" ContentType="application/vnd.openxmlformats-officedocument.presentationml.slideMaster+xml"/>
  <Override PartName="/ppt/slideMasters/slideMaster29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30.xml" ContentType="application/vnd.openxmlformats-officedocument.presentationml.slideMaster+xml"/>
  <Override PartName="/ppt/slideMasters/slideMaster31.xml" ContentType="application/vnd.openxmlformats-officedocument.presentationml.slideMaster+xml"/>
  <Override PartName="/ppt/slideMasters/slideMaster32.xml" ContentType="application/vnd.openxmlformats-officedocument.presentationml.slideMaster+xml"/>
  <Override PartName="/ppt/slideMasters/slideMaster33.xml" ContentType="application/vnd.openxmlformats-officedocument.presentationml.slideMaster+xml"/>
  <Override PartName="/ppt/slideMasters/slideMaster34.xml" ContentType="application/vnd.openxmlformats-officedocument.presentationml.slideMaster+xml"/>
  <Override PartName="/ppt/slideMasters/slideMaster35.xml" ContentType="application/vnd.openxmlformats-officedocument.presentationml.slideMaster+xml"/>
  <Override PartName="/ppt/slideMasters/slideMaster36.xml" ContentType="application/vnd.openxmlformats-officedocument.presentationml.slideMaster+xml"/>
  <Override PartName="/ppt/slideMasters/slideMaster37.xml" ContentType="application/vnd.openxmlformats-officedocument.presentationml.slideMaster+xml"/>
  <Override PartName="/ppt/slideMasters/slideMaster38.xml" ContentType="application/vnd.openxmlformats-officedocument.presentationml.slideMaster+xml"/>
  <Override PartName="/ppt/slideMasters/slideMaster39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40.xml" ContentType="application/vnd.openxmlformats-officedocument.presentationml.slideMaster+xml"/>
  <Override PartName="/ppt/slideMasters/slideMaster41.xml" ContentType="application/vnd.openxmlformats-officedocument.presentationml.slideMaster+xml"/>
  <Override PartName="/ppt/slideMasters/slideMaster42.xml" ContentType="application/vnd.openxmlformats-officedocument.presentationml.slideMaster+xml"/>
  <Override PartName="/ppt/slideMasters/slideMaster43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10.xml" ContentType="application/vnd.openxmlformats-officedocument.theme+xml"/>
  <Override PartName="/ppt/theme/theme11.xml" ContentType="application/vnd.openxmlformats-officedocument.theme+xml"/>
  <Override PartName="/ppt/theme/theme12.xml" ContentType="application/vnd.openxmlformats-officedocument.theme+xml"/>
  <Override PartName="/ppt/theme/theme13.xml" ContentType="application/vnd.openxmlformats-officedocument.theme+xml"/>
  <Override PartName="/ppt/theme/theme14.xml" ContentType="application/vnd.openxmlformats-officedocument.theme+xml"/>
  <Override PartName="/ppt/theme/theme15.xml" ContentType="application/vnd.openxmlformats-officedocument.theme+xml"/>
  <Override PartName="/ppt/theme/theme16.xml" ContentType="application/vnd.openxmlformats-officedocument.theme+xml"/>
  <Override PartName="/ppt/theme/theme17.xml" ContentType="application/vnd.openxmlformats-officedocument.theme+xml"/>
  <Override PartName="/ppt/theme/theme18.xml" ContentType="application/vnd.openxmlformats-officedocument.theme+xml"/>
  <Override PartName="/ppt/theme/theme19.xml" ContentType="application/vnd.openxmlformats-officedocument.theme+xml"/>
  <Override PartName="/ppt/theme/theme2.xml" ContentType="application/vnd.openxmlformats-officedocument.theme+xml"/>
  <Override PartName="/ppt/theme/theme20.xml" ContentType="application/vnd.openxmlformats-officedocument.theme+xml"/>
  <Override PartName="/ppt/theme/theme21.xml" ContentType="application/vnd.openxmlformats-officedocument.theme+xml"/>
  <Override PartName="/ppt/theme/theme22.xml" ContentType="application/vnd.openxmlformats-officedocument.theme+xml"/>
  <Override PartName="/ppt/theme/theme23.xml" ContentType="application/vnd.openxmlformats-officedocument.theme+xml"/>
  <Override PartName="/ppt/theme/theme24.xml" ContentType="application/vnd.openxmlformats-officedocument.theme+xml"/>
  <Override PartName="/ppt/theme/theme25.xml" ContentType="application/vnd.openxmlformats-officedocument.theme+xml"/>
  <Override PartName="/ppt/theme/theme26.xml" ContentType="application/vnd.openxmlformats-officedocument.theme+xml"/>
  <Override PartName="/ppt/theme/theme27.xml" ContentType="application/vnd.openxmlformats-officedocument.theme+xml"/>
  <Override PartName="/ppt/theme/theme28.xml" ContentType="application/vnd.openxmlformats-officedocument.theme+xml"/>
  <Override PartName="/ppt/theme/theme29.xml" ContentType="application/vnd.openxmlformats-officedocument.theme+xml"/>
  <Override PartName="/ppt/theme/theme3.xml" ContentType="application/vnd.openxmlformats-officedocument.theme+xml"/>
  <Override PartName="/ppt/theme/theme30.xml" ContentType="application/vnd.openxmlformats-officedocument.theme+xml"/>
  <Override PartName="/ppt/theme/theme31.xml" ContentType="application/vnd.openxmlformats-officedocument.theme+xml"/>
  <Override PartName="/ppt/theme/theme32.xml" ContentType="application/vnd.openxmlformats-officedocument.theme+xml"/>
  <Override PartName="/ppt/theme/theme33.xml" ContentType="application/vnd.openxmlformats-officedocument.theme+xml"/>
  <Override PartName="/ppt/theme/theme34.xml" ContentType="application/vnd.openxmlformats-officedocument.theme+xml"/>
  <Override PartName="/ppt/theme/theme35.xml" ContentType="application/vnd.openxmlformats-officedocument.theme+xml"/>
  <Override PartName="/ppt/theme/theme36.xml" ContentType="application/vnd.openxmlformats-officedocument.theme+xml"/>
  <Override PartName="/ppt/theme/theme37.xml" ContentType="application/vnd.openxmlformats-officedocument.theme+xml"/>
  <Override PartName="/ppt/theme/theme38.xml" ContentType="application/vnd.openxmlformats-officedocument.theme+xml"/>
  <Override PartName="/ppt/theme/theme39.xml" ContentType="application/vnd.openxmlformats-officedocument.theme+xml"/>
  <Override PartName="/ppt/theme/theme4.xml" ContentType="application/vnd.openxmlformats-officedocument.theme+xml"/>
  <Override PartName="/ppt/theme/theme40.xml" ContentType="application/vnd.openxmlformats-officedocument.theme+xml"/>
  <Override PartName="/ppt/theme/theme41.xml" ContentType="application/vnd.openxmlformats-officedocument.theme+xml"/>
  <Override PartName="/ppt/theme/theme42.xml" ContentType="application/vnd.openxmlformats-officedocument.theme+xml"/>
  <Override PartName="/ppt/theme/theme43.xml" ContentType="application/vnd.openxmlformats-officedocument.theme+xml"/>
  <Override PartName="/ppt/theme/theme44.xml" ContentType="application/vnd.openxmlformats-officedocument.theme+xml"/>
  <Override PartName="/ppt/theme/theme45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0" r:id="rId3"/>
    <p:sldMasterId id="2147483652" r:id="rId4"/>
    <p:sldMasterId id="2147483654" r:id="rId5"/>
    <p:sldMasterId id="2147483657" r:id="rId6"/>
    <p:sldMasterId id="2147483659" r:id="rId7"/>
    <p:sldMasterId id="2147483678" r:id="rId8"/>
    <p:sldMasterId id="2147483680" r:id="rId9"/>
    <p:sldMasterId id="2147483682" r:id="rId10"/>
    <p:sldMasterId id="2147483684" r:id="rId11"/>
    <p:sldMasterId id="2147483686" r:id="rId12"/>
    <p:sldMasterId id="2147483688" r:id="rId13"/>
    <p:sldMasterId id="2147483691" r:id="rId14"/>
    <p:sldMasterId id="2147483693" r:id="rId15"/>
    <p:sldMasterId id="2147483695" r:id="rId16"/>
    <p:sldMasterId id="2147483697" r:id="rId17"/>
    <p:sldMasterId id="2147483716" r:id="rId18"/>
    <p:sldMasterId id="2147483735" r:id="rId19"/>
    <p:sldMasterId id="2147483754" r:id="rId20"/>
    <p:sldMasterId id="2147483773" r:id="rId21"/>
    <p:sldMasterId id="2147483792" r:id="rId22"/>
    <p:sldMasterId id="2147483811" r:id="rId23"/>
    <p:sldMasterId id="2147483830" r:id="rId24"/>
    <p:sldMasterId id="2147483849" r:id="rId25"/>
    <p:sldMasterId id="2147483868" r:id="rId26"/>
    <p:sldMasterId id="2147483887" r:id="rId27"/>
    <p:sldMasterId id="2147483906" r:id="rId28"/>
    <p:sldMasterId id="2147483925" r:id="rId29"/>
    <p:sldMasterId id="2147483927" r:id="rId30"/>
    <p:sldMasterId id="2147483948" r:id="rId31"/>
    <p:sldMasterId id="2147483969" r:id="rId32"/>
    <p:sldMasterId id="2147483990" r:id="rId33"/>
    <p:sldMasterId id="2147484003" r:id="rId34"/>
    <p:sldMasterId id="2147484005" r:id="rId35"/>
    <p:sldMasterId id="2147484026" r:id="rId36"/>
    <p:sldMasterId id="2147484028" r:id="rId37"/>
    <p:sldMasterId id="2147484030" r:id="rId38"/>
    <p:sldMasterId id="2147484032" r:id="rId39"/>
    <p:sldMasterId id="2147484051" r:id="rId40"/>
    <p:sldMasterId id="2147484053" r:id="rId41"/>
    <p:sldMasterId id="2147484055" r:id="rId42"/>
    <p:sldMasterId id="2147484057" r:id="rId43"/>
    <p:sldMasterId id="2147484078" r:id="rId44"/>
  </p:sldMasterIdLst>
  <p:notesMasterIdLst>
    <p:notesMasterId r:id="rId46"/>
  </p:notesMasterIdLst>
  <p:handoutMasterIdLst>
    <p:handoutMasterId r:id="rId98"/>
  </p:handoutMasterIdLst>
  <p:sldIdLst>
    <p:sldId id="2025" r:id="rId45"/>
    <p:sldId id="2026" r:id="rId47"/>
    <p:sldId id="2027" r:id="rId48"/>
    <p:sldId id="2028" r:id="rId49"/>
    <p:sldId id="2029" r:id="rId50"/>
    <p:sldId id="2030" r:id="rId51"/>
    <p:sldId id="2031" r:id="rId52"/>
    <p:sldId id="2032" r:id="rId53"/>
    <p:sldId id="2033" r:id="rId54"/>
    <p:sldId id="2034" r:id="rId55"/>
    <p:sldId id="2035" r:id="rId56"/>
    <p:sldId id="2036" r:id="rId57"/>
    <p:sldId id="2037" r:id="rId58"/>
    <p:sldId id="2038" r:id="rId59"/>
    <p:sldId id="2039" r:id="rId60"/>
    <p:sldId id="2040" r:id="rId61"/>
    <p:sldId id="2041" r:id="rId62"/>
    <p:sldId id="2042" r:id="rId63"/>
    <p:sldId id="2043" r:id="rId64"/>
    <p:sldId id="2044" r:id="rId65"/>
    <p:sldId id="2045" r:id="rId66"/>
    <p:sldId id="2046" r:id="rId67"/>
    <p:sldId id="2047" r:id="rId68"/>
    <p:sldId id="2048" r:id="rId69"/>
    <p:sldId id="2049" r:id="rId70"/>
    <p:sldId id="2050" r:id="rId71"/>
    <p:sldId id="2051" r:id="rId72"/>
    <p:sldId id="2052" r:id="rId73"/>
    <p:sldId id="2053" r:id="rId74"/>
    <p:sldId id="2054" r:id="rId75"/>
    <p:sldId id="2055" r:id="rId76"/>
    <p:sldId id="2056" r:id="rId77"/>
    <p:sldId id="2057" r:id="rId78"/>
    <p:sldId id="2058" r:id="rId79"/>
    <p:sldId id="2059" r:id="rId80"/>
    <p:sldId id="2060" r:id="rId81"/>
    <p:sldId id="2061" r:id="rId82"/>
    <p:sldId id="2062" r:id="rId83"/>
    <p:sldId id="2063" r:id="rId84"/>
    <p:sldId id="2064" r:id="rId85"/>
    <p:sldId id="2065" r:id="rId86"/>
    <p:sldId id="2066" r:id="rId87"/>
    <p:sldId id="2067" r:id="rId88"/>
    <p:sldId id="2068" r:id="rId89"/>
    <p:sldId id="2069" r:id="rId90"/>
    <p:sldId id="2070" r:id="rId91"/>
    <p:sldId id="2071" r:id="rId92"/>
    <p:sldId id="2072" r:id="rId93"/>
    <p:sldId id="2073" r:id="rId94"/>
    <p:sldId id="2074" r:id="rId95"/>
    <p:sldId id="2075" r:id="rId96"/>
    <p:sldId id="2076" r:id="rId97"/>
  </p:sldIdLst>
  <p:sldSz cx="12192000" cy="6858000"/>
  <p:notesSz cx="6858000" cy="9144000"/>
  <p:custDataLst>
    <p:tags r:id="rId103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大上 高" initials="大上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67E1"/>
    <a:srgbClr val="FF0000"/>
    <a:srgbClr val="FFFFFF"/>
    <a:srgbClr val="6C7979"/>
    <a:srgbClr val="FFF4D2"/>
    <a:srgbClr val="B2A68F"/>
    <a:srgbClr val="3F3F3F"/>
    <a:srgbClr val="DE0014"/>
    <a:srgbClr val="919191"/>
    <a:srgbClr val="E7F0F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306" autoAdjust="0"/>
    <p:restoredTop sz="94809" autoAdjust="0"/>
  </p:normalViewPr>
  <p:slideViewPr>
    <p:cSldViewPr snapToGrid="0">
      <p:cViewPr varScale="1">
        <p:scale>
          <a:sx n="75" d="100"/>
          <a:sy n="75" d="100"/>
        </p:scale>
        <p:origin x="1008" y="48"/>
      </p:cViewPr>
      <p:guideLst/>
    </p:cSldViewPr>
  </p:slideViewPr>
  <p:notesTextViewPr>
    <p:cViewPr>
      <p:scale>
        <a:sx n="125" d="100"/>
        <a:sy n="125" d="100"/>
      </p:scale>
      <p:origin x="0" y="0"/>
    </p:cViewPr>
  </p:notesTextViewPr>
  <p:notesViewPr>
    <p:cSldViewPr snapToGrid="0">
      <p:cViewPr varScale="1">
        <p:scale>
          <a:sx n="97" d="100"/>
          <a:sy n="97" d="100"/>
        </p:scale>
        <p:origin x="3416" y="19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9" Type="http://schemas.openxmlformats.org/officeDocument/2006/relationships/presProps" Target="presProps.xml"/><Relationship Id="rId98" Type="http://schemas.openxmlformats.org/officeDocument/2006/relationships/handoutMaster" Target="handoutMasters/handoutMaster1.xml"/><Relationship Id="rId97" Type="http://schemas.openxmlformats.org/officeDocument/2006/relationships/slide" Target="slides/slide52.xml"/><Relationship Id="rId96" Type="http://schemas.openxmlformats.org/officeDocument/2006/relationships/slide" Target="slides/slide51.xml"/><Relationship Id="rId95" Type="http://schemas.openxmlformats.org/officeDocument/2006/relationships/slide" Target="slides/slide50.xml"/><Relationship Id="rId94" Type="http://schemas.openxmlformats.org/officeDocument/2006/relationships/slide" Target="slides/slide49.xml"/><Relationship Id="rId93" Type="http://schemas.openxmlformats.org/officeDocument/2006/relationships/slide" Target="slides/slide48.xml"/><Relationship Id="rId92" Type="http://schemas.openxmlformats.org/officeDocument/2006/relationships/slide" Target="slides/slide47.xml"/><Relationship Id="rId91" Type="http://schemas.openxmlformats.org/officeDocument/2006/relationships/slide" Target="slides/slide46.xml"/><Relationship Id="rId90" Type="http://schemas.openxmlformats.org/officeDocument/2006/relationships/slide" Target="slides/slide45.xml"/><Relationship Id="rId9" Type="http://schemas.openxmlformats.org/officeDocument/2006/relationships/slideMaster" Target="slideMasters/slideMaster8.xml"/><Relationship Id="rId89" Type="http://schemas.openxmlformats.org/officeDocument/2006/relationships/slide" Target="slides/slide44.xml"/><Relationship Id="rId88" Type="http://schemas.openxmlformats.org/officeDocument/2006/relationships/slide" Target="slides/slide43.xml"/><Relationship Id="rId87" Type="http://schemas.openxmlformats.org/officeDocument/2006/relationships/slide" Target="slides/slide42.xml"/><Relationship Id="rId86" Type="http://schemas.openxmlformats.org/officeDocument/2006/relationships/slide" Target="slides/slide41.xml"/><Relationship Id="rId85" Type="http://schemas.openxmlformats.org/officeDocument/2006/relationships/slide" Target="slides/slide40.xml"/><Relationship Id="rId84" Type="http://schemas.openxmlformats.org/officeDocument/2006/relationships/slide" Target="slides/slide39.xml"/><Relationship Id="rId83" Type="http://schemas.openxmlformats.org/officeDocument/2006/relationships/slide" Target="slides/slide38.xml"/><Relationship Id="rId82" Type="http://schemas.openxmlformats.org/officeDocument/2006/relationships/slide" Target="slides/slide37.xml"/><Relationship Id="rId81" Type="http://schemas.openxmlformats.org/officeDocument/2006/relationships/slide" Target="slides/slide36.xml"/><Relationship Id="rId80" Type="http://schemas.openxmlformats.org/officeDocument/2006/relationships/slide" Target="slides/slide35.xml"/><Relationship Id="rId8" Type="http://schemas.openxmlformats.org/officeDocument/2006/relationships/slideMaster" Target="slideMasters/slideMaster7.xml"/><Relationship Id="rId79" Type="http://schemas.openxmlformats.org/officeDocument/2006/relationships/slide" Target="slides/slide34.xml"/><Relationship Id="rId78" Type="http://schemas.openxmlformats.org/officeDocument/2006/relationships/slide" Target="slides/slide33.xml"/><Relationship Id="rId77" Type="http://schemas.openxmlformats.org/officeDocument/2006/relationships/slide" Target="slides/slide32.xml"/><Relationship Id="rId76" Type="http://schemas.openxmlformats.org/officeDocument/2006/relationships/slide" Target="slides/slide31.xml"/><Relationship Id="rId75" Type="http://schemas.openxmlformats.org/officeDocument/2006/relationships/slide" Target="slides/slide30.xml"/><Relationship Id="rId74" Type="http://schemas.openxmlformats.org/officeDocument/2006/relationships/slide" Target="slides/slide29.xml"/><Relationship Id="rId73" Type="http://schemas.openxmlformats.org/officeDocument/2006/relationships/slide" Target="slides/slide28.xml"/><Relationship Id="rId72" Type="http://schemas.openxmlformats.org/officeDocument/2006/relationships/slide" Target="slides/slide27.xml"/><Relationship Id="rId71" Type="http://schemas.openxmlformats.org/officeDocument/2006/relationships/slide" Target="slides/slide26.xml"/><Relationship Id="rId70" Type="http://schemas.openxmlformats.org/officeDocument/2006/relationships/slide" Target="slides/slide25.xml"/><Relationship Id="rId7" Type="http://schemas.openxmlformats.org/officeDocument/2006/relationships/slideMaster" Target="slideMasters/slideMaster6.xml"/><Relationship Id="rId69" Type="http://schemas.openxmlformats.org/officeDocument/2006/relationships/slide" Target="slides/slide24.xml"/><Relationship Id="rId68" Type="http://schemas.openxmlformats.org/officeDocument/2006/relationships/slide" Target="slides/slide23.xml"/><Relationship Id="rId67" Type="http://schemas.openxmlformats.org/officeDocument/2006/relationships/slide" Target="slides/slide22.xml"/><Relationship Id="rId66" Type="http://schemas.openxmlformats.org/officeDocument/2006/relationships/slide" Target="slides/slide21.xml"/><Relationship Id="rId65" Type="http://schemas.openxmlformats.org/officeDocument/2006/relationships/slide" Target="slides/slide20.xml"/><Relationship Id="rId64" Type="http://schemas.openxmlformats.org/officeDocument/2006/relationships/slide" Target="slides/slide19.xml"/><Relationship Id="rId63" Type="http://schemas.openxmlformats.org/officeDocument/2006/relationships/slide" Target="slides/slide18.xml"/><Relationship Id="rId62" Type="http://schemas.openxmlformats.org/officeDocument/2006/relationships/slide" Target="slides/slide17.xml"/><Relationship Id="rId61" Type="http://schemas.openxmlformats.org/officeDocument/2006/relationships/slide" Target="slides/slide16.xml"/><Relationship Id="rId60" Type="http://schemas.openxmlformats.org/officeDocument/2006/relationships/slide" Target="slides/slide15.xml"/><Relationship Id="rId6" Type="http://schemas.openxmlformats.org/officeDocument/2006/relationships/slideMaster" Target="slideMasters/slideMaster5.xml"/><Relationship Id="rId59" Type="http://schemas.openxmlformats.org/officeDocument/2006/relationships/slide" Target="slides/slide14.xml"/><Relationship Id="rId58" Type="http://schemas.openxmlformats.org/officeDocument/2006/relationships/slide" Target="slides/slide13.xml"/><Relationship Id="rId57" Type="http://schemas.openxmlformats.org/officeDocument/2006/relationships/slide" Target="slides/slide12.xml"/><Relationship Id="rId56" Type="http://schemas.openxmlformats.org/officeDocument/2006/relationships/slide" Target="slides/slide11.xml"/><Relationship Id="rId55" Type="http://schemas.openxmlformats.org/officeDocument/2006/relationships/slide" Target="slides/slide10.xml"/><Relationship Id="rId54" Type="http://schemas.openxmlformats.org/officeDocument/2006/relationships/slide" Target="slides/slide9.xml"/><Relationship Id="rId53" Type="http://schemas.openxmlformats.org/officeDocument/2006/relationships/slide" Target="slides/slide8.xml"/><Relationship Id="rId52" Type="http://schemas.openxmlformats.org/officeDocument/2006/relationships/slide" Target="slides/slide7.xml"/><Relationship Id="rId51" Type="http://schemas.openxmlformats.org/officeDocument/2006/relationships/slide" Target="slides/slide6.xml"/><Relationship Id="rId50" Type="http://schemas.openxmlformats.org/officeDocument/2006/relationships/slide" Target="slides/slide5.xml"/><Relationship Id="rId5" Type="http://schemas.openxmlformats.org/officeDocument/2006/relationships/slideMaster" Target="slideMasters/slideMaster4.xml"/><Relationship Id="rId49" Type="http://schemas.openxmlformats.org/officeDocument/2006/relationships/slide" Target="slides/slide4.xml"/><Relationship Id="rId48" Type="http://schemas.openxmlformats.org/officeDocument/2006/relationships/slide" Target="slides/slide3.xml"/><Relationship Id="rId47" Type="http://schemas.openxmlformats.org/officeDocument/2006/relationships/slide" Target="slides/slide2.xml"/><Relationship Id="rId46" Type="http://schemas.openxmlformats.org/officeDocument/2006/relationships/notesMaster" Target="notesMasters/notesMaster1.xml"/><Relationship Id="rId45" Type="http://schemas.openxmlformats.org/officeDocument/2006/relationships/slide" Target="slides/slide1.xml"/><Relationship Id="rId44" Type="http://schemas.openxmlformats.org/officeDocument/2006/relationships/slideMaster" Target="slideMasters/slideMaster43.xml"/><Relationship Id="rId43" Type="http://schemas.openxmlformats.org/officeDocument/2006/relationships/slideMaster" Target="slideMasters/slideMaster42.xml"/><Relationship Id="rId42" Type="http://schemas.openxmlformats.org/officeDocument/2006/relationships/slideMaster" Target="slideMasters/slideMaster41.xml"/><Relationship Id="rId41" Type="http://schemas.openxmlformats.org/officeDocument/2006/relationships/slideMaster" Target="slideMasters/slideMaster40.xml"/><Relationship Id="rId40" Type="http://schemas.openxmlformats.org/officeDocument/2006/relationships/slideMaster" Target="slideMasters/slideMaster39.xml"/><Relationship Id="rId4" Type="http://schemas.openxmlformats.org/officeDocument/2006/relationships/slideMaster" Target="slideMasters/slideMaster3.xml"/><Relationship Id="rId39" Type="http://schemas.openxmlformats.org/officeDocument/2006/relationships/slideMaster" Target="slideMasters/slideMaster38.xml"/><Relationship Id="rId38" Type="http://schemas.openxmlformats.org/officeDocument/2006/relationships/slideMaster" Target="slideMasters/slideMaster37.xml"/><Relationship Id="rId37" Type="http://schemas.openxmlformats.org/officeDocument/2006/relationships/slideMaster" Target="slideMasters/slideMaster36.xml"/><Relationship Id="rId36" Type="http://schemas.openxmlformats.org/officeDocument/2006/relationships/slideMaster" Target="slideMasters/slideMaster35.xml"/><Relationship Id="rId35" Type="http://schemas.openxmlformats.org/officeDocument/2006/relationships/slideMaster" Target="slideMasters/slideMaster34.xml"/><Relationship Id="rId34" Type="http://schemas.openxmlformats.org/officeDocument/2006/relationships/slideMaster" Target="slideMasters/slideMaster33.xml"/><Relationship Id="rId33" Type="http://schemas.openxmlformats.org/officeDocument/2006/relationships/slideMaster" Target="slideMasters/slideMaster32.xml"/><Relationship Id="rId32" Type="http://schemas.openxmlformats.org/officeDocument/2006/relationships/slideMaster" Target="slideMasters/slideMaster31.xml"/><Relationship Id="rId31" Type="http://schemas.openxmlformats.org/officeDocument/2006/relationships/slideMaster" Target="slideMasters/slideMaster30.xml"/><Relationship Id="rId30" Type="http://schemas.openxmlformats.org/officeDocument/2006/relationships/slideMaster" Target="slideMasters/slideMaster29.xml"/><Relationship Id="rId3" Type="http://schemas.openxmlformats.org/officeDocument/2006/relationships/slideMaster" Target="slideMasters/slideMaster2.xml"/><Relationship Id="rId29" Type="http://schemas.openxmlformats.org/officeDocument/2006/relationships/slideMaster" Target="slideMasters/slideMaster28.xml"/><Relationship Id="rId28" Type="http://schemas.openxmlformats.org/officeDocument/2006/relationships/slideMaster" Target="slideMasters/slideMaster27.xml"/><Relationship Id="rId27" Type="http://schemas.openxmlformats.org/officeDocument/2006/relationships/slideMaster" Target="slideMasters/slideMaster26.xml"/><Relationship Id="rId26" Type="http://schemas.openxmlformats.org/officeDocument/2006/relationships/slideMaster" Target="slideMasters/slideMaster25.xml"/><Relationship Id="rId25" Type="http://schemas.openxmlformats.org/officeDocument/2006/relationships/slideMaster" Target="slideMasters/slideMaster24.xml"/><Relationship Id="rId24" Type="http://schemas.openxmlformats.org/officeDocument/2006/relationships/slideMaster" Target="slideMasters/slideMaster23.xml"/><Relationship Id="rId23" Type="http://schemas.openxmlformats.org/officeDocument/2006/relationships/slideMaster" Target="slideMasters/slideMaster22.xml"/><Relationship Id="rId22" Type="http://schemas.openxmlformats.org/officeDocument/2006/relationships/slideMaster" Target="slideMasters/slideMaster21.xml"/><Relationship Id="rId21" Type="http://schemas.openxmlformats.org/officeDocument/2006/relationships/slideMaster" Target="slideMasters/slideMaster20.xml"/><Relationship Id="rId20" Type="http://schemas.openxmlformats.org/officeDocument/2006/relationships/slideMaster" Target="slideMasters/slideMaster19.xml"/><Relationship Id="rId2" Type="http://schemas.openxmlformats.org/officeDocument/2006/relationships/theme" Target="theme/theme1.xml"/><Relationship Id="rId19" Type="http://schemas.openxmlformats.org/officeDocument/2006/relationships/slideMaster" Target="slideMasters/slideMaster18.xml"/><Relationship Id="rId18" Type="http://schemas.openxmlformats.org/officeDocument/2006/relationships/slideMaster" Target="slideMasters/slideMaster17.xml"/><Relationship Id="rId17" Type="http://schemas.openxmlformats.org/officeDocument/2006/relationships/slideMaster" Target="slideMasters/slideMaster16.xml"/><Relationship Id="rId16" Type="http://schemas.openxmlformats.org/officeDocument/2006/relationships/slideMaster" Target="slideMasters/slideMaster15.xml"/><Relationship Id="rId15" Type="http://schemas.openxmlformats.org/officeDocument/2006/relationships/slideMaster" Target="slideMasters/slideMaster14.xml"/><Relationship Id="rId14" Type="http://schemas.openxmlformats.org/officeDocument/2006/relationships/slideMaster" Target="slideMasters/slideMaster13.xml"/><Relationship Id="rId13" Type="http://schemas.openxmlformats.org/officeDocument/2006/relationships/slideMaster" Target="slideMasters/slideMaster12.xml"/><Relationship Id="rId12" Type="http://schemas.openxmlformats.org/officeDocument/2006/relationships/slideMaster" Target="slideMasters/slideMaster11.xml"/><Relationship Id="rId11" Type="http://schemas.openxmlformats.org/officeDocument/2006/relationships/slideMaster" Target="slideMasters/slideMaster10.xml"/><Relationship Id="rId103" Type="http://schemas.openxmlformats.org/officeDocument/2006/relationships/tags" Target="tags/tag1.xml"/><Relationship Id="rId102" Type="http://schemas.openxmlformats.org/officeDocument/2006/relationships/commentAuthors" Target="commentAuthors.xml"/><Relationship Id="rId101" Type="http://schemas.openxmlformats.org/officeDocument/2006/relationships/tableStyles" Target="tableStyles.xml"/><Relationship Id="rId100" Type="http://schemas.openxmlformats.org/officeDocument/2006/relationships/viewProps" Target="viewProps.xml"/><Relationship Id="rId10" Type="http://schemas.openxmlformats.org/officeDocument/2006/relationships/slideMaster" Target="slideMasters/slideMaster9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93DFD10-C36A-A44C-AC52-E91D9A58CF7E}" type="datetimeFigureOut">
              <a:rPr kumimoji="1" lang="zh-CN" altLang="en-US" smtClean="0">
                <a:ea typeface="阿里巴巴普惠体" panose="00020600040101010101" pitchFamily="18" charset="-122"/>
              </a:rPr>
            </a:fld>
            <a:endParaRPr kumimoji="1" lang="zh-CN" altLang="en-US" dirty="0">
              <a:ea typeface="阿里巴巴普惠体" panose="00020600040101010101" pitchFamily="18" charset="-122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3F0B397-CD8F-1C4C-97BB-ADF18DDD1C00}" type="slidenum">
              <a:rPr kumimoji="1" lang="zh-CN" altLang="en-US" smtClean="0">
                <a:ea typeface="阿里巴巴普惠体" panose="00020600040101010101" pitchFamily="18" charset="-122"/>
              </a:rPr>
            </a:fld>
            <a:endParaRPr kumimoji="1" lang="zh-CN" altLang="en-US" dirty="0">
              <a:ea typeface="阿里巴巴普惠体" panose="00020600040101010101" pitchFamily="18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fld id="{AEE7ACF5-0677-4CC5-89ED-AE83D3F5859D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 dirty="0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fld id="{3CC63F50-FC71-46DD-9BDC-11F985EF414C}" type="slidenum">
              <a:rPr lang="zh-CN" altLang="en-US" smtClean="0"/>
            </a:fld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阿里巴巴普惠体" panose="00020600040101010101" pitchFamily="18" charset="-122"/>
        <a:ea typeface="阿里巴巴普惠体" panose="00020600040101010101" pitchFamily="18" charset="-122"/>
        <a:cs typeface="阿里巴巴普惠体" panose="00020600040101010101" pitchFamily="18" charset="-122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阿里巴巴普惠体" panose="00020600040101010101" pitchFamily="18" charset="-122"/>
        <a:ea typeface="阿里巴巴普惠体" panose="00020600040101010101" pitchFamily="18" charset="-122"/>
        <a:cs typeface="阿里巴巴普惠体" panose="00020600040101010101" pitchFamily="18" charset="-122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阿里巴巴普惠体" panose="00020600040101010101" pitchFamily="18" charset="-122"/>
        <a:ea typeface="阿里巴巴普惠体" panose="00020600040101010101" pitchFamily="18" charset="-122"/>
        <a:cs typeface="阿里巴巴普惠体" panose="00020600040101010101" pitchFamily="18" charset="-122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阿里巴巴普惠体" panose="00020600040101010101" pitchFamily="18" charset="-122"/>
        <a:ea typeface="阿里巴巴普惠体" panose="00020600040101010101" pitchFamily="18" charset="-122"/>
        <a:cs typeface="阿里巴巴普惠体" panose="00020600040101010101" pitchFamily="18" charset="-122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阿里巴巴普惠体" panose="00020600040101010101" pitchFamily="18" charset="-122"/>
        <a:ea typeface="阿里巴巴普惠体" panose="00020600040101010101" pitchFamily="18" charset="-122"/>
        <a:cs typeface="阿里巴巴普惠体" panose="00020600040101010101" pitchFamily="18" charset="-122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7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8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9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0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2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3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4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5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6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7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8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9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0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2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3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4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5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6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7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8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9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0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P01 | 封面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P02 | 悬念页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P03 | 锚点页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P04 | 任务卡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P05 | 桥页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P06 | 章节页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P07 | 结果证据页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P08 | 结果证据页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P09 | 反差页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P10 | 桥页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P11 | 锚点页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P12 | 章节页/模型页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P13 | 锚点页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P14 | 章节页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P15 | 演示指令卡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P16 | 结果诊断页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P17 | 对比/迭代页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P18 | 对比/迭代页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P19 | 金句页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P20 | 任务卡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P21 | 锚点页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P22 | 桥页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P23 | 命名页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P24 | 公式页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P25 | 套用页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P26 | 案例对比页（左）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P27 | 案例对比页（右）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P28 | 案例对比页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P29 | 存屏页/任务卡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P30 | 金句页＋桥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P31 | 章节页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P32 | 名词页①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P33 | 名词页②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P34 | 名词页③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P35 | 名词页④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P36 | 演示指令卡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P37 | 结果证据页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P38 | 拆解页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P39 | 名词页⑤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P40 | 名词页⑥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P41 | 名词页⑦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P42 | 名词页⑧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P43 | 链条总图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P44 | 金句＋锚点页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P45 | 章节页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P46 | 回扣页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P47 | 演示指令卡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P48 | 结果证据页/回扣页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P49 | 名词页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P50 | 迭代页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P51 | 锚点＋行动页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P52 | 封底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6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6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6.xml"/></Relationships>
</file>

<file path=ppt/slideLayouts/_rels/slideLayout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6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7.xml"/></Relationships>
</file>

<file path=ppt/slideLayouts/_rels/slideLayout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7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7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8.xml"/></Relationships>
</file>

<file path=ppt/slideLayouts/_rels/slideLayout8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8.xml"/></Relationships>
</file>

<file path=ppt/slideLayouts/_rels/slideLayout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9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9.xml"/></Relationships>
</file>

<file path=ppt/slideLayouts/_rels/slideLayout9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9.xml"/></Relationships>
</file>

<file path=ppt/slideLayouts/_rels/slideLayout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10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10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10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10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10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10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10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10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10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10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1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1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1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1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1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1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0.xml"/></Relationships>
</file>

<file path=ppt/slideLayouts/_rels/slideLayout1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0.xml"/></Relationships>
</file>

<file path=ppt/slideLayouts/_rels/slideLayout1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1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1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1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1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1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1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1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1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1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1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1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1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1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1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1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1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1.xml"/></Relationships>
</file>

<file path=ppt/slideLayouts/_rels/slideLayout1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1.xml"/></Relationships>
</file>

<file path=ppt/slideLayouts/_rels/slideLayout1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1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1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1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1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1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1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1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1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1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1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1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1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1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1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1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1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2.xml"/></Relationships>
</file>

<file path=ppt/slideLayouts/_rels/slideLayout1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2.xml"/></Relationships>
</file>

<file path=ppt/slideLayouts/_rels/slideLayout1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1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1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1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1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1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1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1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1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1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1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1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1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1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1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1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1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3.xml"/></Relationships>
</file>

<file path=ppt/slideLayouts/_rels/slideLayout1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3.xml"/></Relationships>
</file>

<file path=ppt/slideLayouts/_rels/slideLayout1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1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1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1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1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1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1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1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1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1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1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1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1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1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1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1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18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4.xml"/></Relationships>
</file>

<file path=ppt/slideLayouts/_rels/slideLayout18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4.xml"/></Relationships>
</file>

<file path=ppt/slideLayouts/_rels/slideLayout1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1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1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1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1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1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1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1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1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19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1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0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0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0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0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0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0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5.xml"/></Relationships>
</file>

<file path=ppt/slideLayouts/_rels/slideLayout20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5.xml"/></Relationships>
</file>

<file path=ppt/slideLayouts/_rels/slideLayout20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0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0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6.xml"/></Relationships>
</file>

<file path=ppt/slideLayouts/_rels/slideLayout2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6.xml"/></Relationships>
</file>

<file path=ppt/slideLayouts/_rels/slideLayout2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7.xml"/></Relationships>
</file>

<file path=ppt/slideLayouts/_rels/slideLayout2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7.xml"/></Relationships>
</file>

<file path=ppt/slideLayouts/_rels/slideLayout2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8.xml"/></Relationships>
</file>

<file path=ppt/slideLayouts/_rels/slideLayout2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2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29.xml"/></Relationships>
</file>

<file path=ppt/slideLayouts/_rels/slideLayout2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29.xml"/></Relationships>
</file>

<file path=ppt/slideLayouts/_rels/slideLayout2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2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2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29.xml"/></Relationships>
</file>

<file path=ppt/slideLayouts/_rels/slideLayout2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29.xml"/></Relationships>
</file>

<file path=ppt/slideLayouts/_rels/slideLayout2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2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2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2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2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2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2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2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2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2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2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2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2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2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2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30.xml"/></Relationships>
</file>

<file path=ppt/slideLayouts/_rels/slideLayout2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30.xml"/></Relationships>
</file>

<file path=ppt/slideLayouts/_rels/slideLayout2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2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2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30.xml"/></Relationships>
</file>

<file path=ppt/slideLayouts/_rels/slideLayout27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30.xml"/></Relationships>
</file>

<file path=ppt/slideLayouts/_rels/slideLayout2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2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2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2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2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2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2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2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2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2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2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2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2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2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29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31.xml"/></Relationships>
</file>

<file path=ppt/slideLayouts/_rels/slideLayout29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31.xml"/></Relationships>
</file>

<file path=ppt/slideLayouts/_rels/slideLayout2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2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29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31.xml"/></Relationships>
</file>

<file path=ppt/slideLayouts/_rels/slideLayout29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31.xml"/></Relationships>
</file>

<file path=ppt/slideLayouts/_rels/slideLayout2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0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0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0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0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0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0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0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0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0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0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3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3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3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3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3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3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3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3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3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3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3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3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3.xml"/></Relationships>
</file>

<file path=ppt/slideLayouts/_rels/slideLayout3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34.xml"/></Relationships>
</file>

<file path=ppt/slideLayouts/_rels/slideLayout3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34.xml"/></Relationships>
</file>

<file path=ppt/slideLayouts/_rels/slideLayout3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34.xml"/></Relationships>
</file>

<file path=ppt/slideLayouts/_rels/slideLayout3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34.xml"/></Relationships>
</file>

<file path=ppt/slideLayouts/_rels/slideLayout3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5.xml"/></Relationships>
</file>

<file path=ppt/slideLayouts/_rels/slideLayout3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6.xml"/></Relationships>
</file>

<file path=ppt/slideLayouts/_rels/slideLayout3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7.xml"/></Relationships>
</file>

<file path=ppt/slideLayouts/_rels/slideLayout3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3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38.xml"/></Relationships>
</file>

<file path=ppt/slideLayouts/_rels/slideLayout3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38.xml"/></Relationships>
</file>

<file path=ppt/slideLayouts/_rels/slideLayout3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3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3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38.xml"/></Relationships>
</file>

<file path=ppt/slideLayouts/_rels/slideLayout3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38.xml"/></Relationships>
</file>

<file path=ppt/slideLayouts/_rels/slideLayout3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3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3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3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3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3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3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3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3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3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3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3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9.xml"/></Relationships>
</file>

<file path=ppt/slideLayouts/_rels/slideLayout3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0.xml"/></Relationships>
</file>

<file path=ppt/slideLayouts/_rels/slideLayout3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1.xml"/></Relationships>
</file>

<file path=ppt/slideLayouts/_rels/slideLayout3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3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42.xml"/></Relationships>
</file>

<file path=ppt/slideLayouts/_rels/slideLayout3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42.xml"/></Relationships>
</file>

<file path=ppt/slideLayouts/_rels/slideLayout3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3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3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42.xml"/></Relationships>
</file>

<file path=ppt/slideLayouts/_rels/slideLayout3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42.xml"/></Relationships>
</file>

<file path=ppt/slideLayouts/_rels/slideLayout3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3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3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3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3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3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3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3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3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3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3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3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3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3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_rels/slideLayout39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43.xml"/></Relationships>
</file>

<file path=ppt/slideLayouts/_rels/slideLayout39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43.xml"/></Relationships>
</file>

<file path=ppt/slideLayouts/_rels/slideLayout3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_rels/slideLayout3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_rels/slideLayout39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43.xml"/></Relationships>
</file>

<file path=ppt/slideLayouts/_rels/slideLayout39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43.xml"/></Relationships>
</file>

<file path=ppt/slideLayouts/_rels/slideLayout3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_rels/slideLayout3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_rels/slideLayout39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_rels/slideLayout3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_rels/slideLayout40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_rels/slideLayout40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_rels/slideLayout40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_rels/slideLayout40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_rels/slideLayout40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_rels/slideLayout40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_rels/slideLayout40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_rels/slideLayout40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_rels/slideLayout40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版式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838200" y="2244725"/>
            <a:ext cx="10541000" cy="1158875"/>
          </a:xfrm>
          <a:prstGeom prst="rect">
            <a:avLst/>
          </a:prstGeom>
        </p:spPr>
        <p:txBody>
          <a:bodyPr anchor="ctr"/>
          <a:lstStyle>
            <a:lvl1pPr>
              <a:defRPr sz="7200" b="0" i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kumimoji="1" lang="zh-CN" altLang="en-US" dirty="0"/>
              <a:t>主标题</a:t>
            </a:r>
            <a:endParaRPr kumimoji="1" lang="zh-CN" altLang="en-US" dirty="0"/>
          </a:p>
        </p:txBody>
      </p:sp>
      <p:sp>
        <p:nvSpPr>
          <p:cNvPr id="3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838200" y="3454401"/>
            <a:ext cx="10540999" cy="630237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2400" b="0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副标题内容，如若没有可以删除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5019358" y="1006475"/>
            <a:ext cx="5973761" cy="4256405"/>
          </a:xfrm>
          <a:prstGeom prst="rect">
            <a:avLst/>
          </a:prstGeom>
        </p:spPr>
        <p:txBody>
          <a:bodyPr anchor="ctr"/>
          <a:lstStyle>
            <a:lvl1pPr marL="457200" marR="0" indent="-4572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u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marL="457200" marR="0" lvl="0" indent="-4572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u"/>
              <a:defRPr/>
            </a:pPr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  <a:p>
            <a:pPr lvl="0"/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章节页版式（一级+二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273040" y="2398078"/>
            <a:ext cx="6725920" cy="548322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3600" b="0" i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kumimoji="1" lang="zh-CN" altLang="en-US" dirty="0"/>
              <a:t>标题，右侧章节自行设置，如</a:t>
            </a:r>
            <a:r>
              <a:rPr kumimoji="1" lang="en-US" altLang="zh-CN" dirty="0"/>
              <a:t>01</a:t>
            </a:r>
            <a:endParaRPr kumimoji="1" lang="zh-CN" altLang="en-US" dirty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0" hasCustomPrompt="1"/>
          </p:nvPr>
        </p:nvSpPr>
        <p:spPr>
          <a:xfrm>
            <a:off x="5273040" y="3069272"/>
            <a:ext cx="5466080" cy="2031047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600" b="0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3pPr>
            <a:lvl4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4pPr>
            <a:lvl5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5pPr>
          </a:lstStyle>
          <a:p>
            <a:pPr lvl="0"/>
            <a:r>
              <a:rPr kumimoji="1" lang="zh-CN" altLang="en-US" dirty="0"/>
              <a:t>输入具体主讲内容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可根据标题数量调整字体大小</a:t>
            </a:r>
            <a:endParaRPr kumimoji="1" lang="zh-CN" altLang="en-US" dirty="0"/>
          </a:p>
        </p:txBody>
      </p:sp>
      <p:sp>
        <p:nvSpPr>
          <p:cNvPr id="17" name="文本占位符 13"/>
          <p:cNvSpPr>
            <a:spLocks noGrp="1"/>
          </p:cNvSpPr>
          <p:nvPr>
            <p:ph type="body" sz="quarter" idx="11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9" y="1"/>
            <a:ext cx="6298881" cy="5326603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章节页版式（一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标题 11"/>
          <p:cNvSpPr>
            <a:spLocks noGrp="1"/>
          </p:cNvSpPr>
          <p:nvPr>
            <p:ph type="title" hasCustomPrompt="1"/>
          </p:nvPr>
        </p:nvSpPr>
        <p:spPr>
          <a:xfrm>
            <a:off x="5232400" y="2766218"/>
            <a:ext cx="6654800" cy="1325563"/>
          </a:xfrm>
          <a:prstGeom prst="rect">
            <a:avLst/>
          </a:prstGeom>
        </p:spPr>
        <p:txBody>
          <a:bodyPr/>
          <a:lstStyle>
            <a:lvl1pPr>
              <a:defRPr sz="3200" b="0" i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kumimoji="1" lang="zh-CN" altLang="en-US" dirty="0"/>
              <a:t>章节标题，右侧章节数字需自行设置</a:t>
            </a:r>
            <a:endParaRPr kumimoji="1" lang="zh-CN" altLang="en-US" dirty="0"/>
          </a:p>
        </p:txBody>
      </p:sp>
      <p:sp>
        <p:nvSpPr>
          <p:cNvPr id="14" name="文本占位符 13"/>
          <p:cNvSpPr>
            <a:spLocks noGrp="1"/>
          </p:cNvSpPr>
          <p:nvPr>
            <p:ph type="body" sz="quarter" idx="10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646133"/>
            <a:ext cx="10749598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4418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数字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6461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1" y="940081"/>
            <a:ext cx="1071912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0081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数字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9349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509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5" y="36120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0" y="29877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4" y="2254203"/>
            <a:ext cx="566610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6" y="4231536"/>
            <a:ext cx="298934" cy="257702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6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1" y="18201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金句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金句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金句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4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8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2" y="4247863"/>
            <a:ext cx="494750" cy="494750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0" y="2161712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6" y="2466440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6" y="3583986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0" y="4003337"/>
            <a:ext cx="695926" cy="695926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8" cy="1913638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0" y="2080298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4" y="3948333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8" y="2597311"/>
            <a:ext cx="302530" cy="302530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3" y="3264492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0" cy="2017950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3" y="4089233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7" y="2051117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0" cy="562210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节页版式（一级+二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273040" y="2398078"/>
            <a:ext cx="6725920" cy="548322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3600" b="0" i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kumimoji="1" lang="zh-CN" altLang="en-US" dirty="0"/>
              <a:t>标题，右侧章节自行设置，如</a:t>
            </a:r>
            <a:r>
              <a:rPr kumimoji="1" lang="en-US" altLang="zh-CN" dirty="0"/>
              <a:t>01</a:t>
            </a:r>
            <a:endParaRPr kumimoji="1" lang="zh-CN" altLang="en-US" dirty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0" hasCustomPrompt="1"/>
          </p:nvPr>
        </p:nvSpPr>
        <p:spPr>
          <a:xfrm>
            <a:off x="5273040" y="3069272"/>
            <a:ext cx="5466080" cy="2031047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600" b="0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3pPr>
            <a:lvl4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4pPr>
            <a:lvl5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5pPr>
          </a:lstStyle>
          <a:p>
            <a:pPr lvl="0"/>
            <a:r>
              <a:rPr kumimoji="1" lang="zh-CN" altLang="en-US" dirty="0"/>
              <a:t>输入具体主讲内容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可根据标题数量调整字体大小</a:t>
            </a:r>
            <a:endParaRPr kumimoji="1" lang="zh-CN" altLang="en-US" dirty="0"/>
          </a:p>
        </p:txBody>
      </p:sp>
      <p:sp>
        <p:nvSpPr>
          <p:cNvPr id="17" name="文本占位符 13"/>
          <p:cNvSpPr>
            <a:spLocks noGrp="1"/>
          </p:cNvSpPr>
          <p:nvPr>
            <p:ph type="body" sz="quarter" idx="11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结束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646133"/>
            <a:ext cx="10749598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4418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数字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6461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1" y="940081"/>
            <a:ext cx="1071912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0081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数字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9349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509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5" y="36120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0" y="29877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4" y="2254203"/>
            <a:ext cx="566610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6" y="4231536"/>
            <a:ext cx="298934" cy="257702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6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1" y="18201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4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8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2" y="4247863"/>
            <a:ext cx="494750" cy="494750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0" y="2161712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6" y="2466440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6" y="3583986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0" y="4003337"/>
            <a:ext cx="695926" cy="695926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8" cy="1913638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0" y="2080298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4" y="3948333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8" y="2597311"/>
            <a:ext cx="302530" cy="302530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3" y="3264492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0" cy="2017950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3" y="4089233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7" y="2051117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0" cy="562210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节页版式（一级+二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273040" y="2398078"/>
            <a:ext cx="6725920" cy="548322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3600" b="0" i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kumimoji="1" lang="zh-CN" altLang="en-US" dirty="0"/>
              <a:t>标题，右侧章节自行设置，如</a:t>
            </a:r>
            <a:r>
              <a:rPr kumimoji="1" lang="en-US" altLang="zh-CN" dirty="0"/>
              <a:t>01</a:t>
            </a:r>
            <a:endParaRPr kumimoji="1" lang="zh-CN" altLang="en-US" dirty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0" hasCustomPrompt="1"/>
          </p:nvPr>
        </p:nvSpPr>
        <p:spPr>
          <a:xfrm>
            <a:off x="5273040" y="3069272"/>
            <a:ext cx="5466080" cy="2031047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600" b="0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3pPr>
            <a:lvl4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4pPr>
            <a:lvl5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5pPr>
          </a:lstStyle>
          <a:p>
            <a:pPr lvl="0"/>
            <a:r>
              <a:rPr kumimoji="1" lang="zh-CN" altLang="en-US" dirty="0"/>
              <a:t>输入具体主讲内容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可根据标题数量调整字体大小</a:t>
            </a:r>
            <a:endParaRPr kumimoji="1" lang="zh-CN" altLang="en-US" dirty="0"/>
          </a:p>
        </p:txBody>
      </p:sp>
      <p:sp>
        <p:nvSpPr>
          <p:cNvPr id="17" name="文本占位符 13"/>
          <p:cNvSpPr>
            <a:spLocks noGrp="1"/>
          </p:cNvSpPr>
          <p:nvPr>
            <p:ph type="body" sz="quarter" idx="11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646133"/>
            <a:ext cx="10749598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4418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数字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6461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1" y="940081"/>
            <a:ext cx="1071912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0081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数字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9349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509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5" y="36120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0" y="29877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4" y="2254203"/>
            <a:ext cx="566610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6" y="4231536"/>
            <a:ext cx="298934" cy="257702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6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1" y="18201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4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8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2" y="4247863"/>
            <a:ext cx="494750" cy="494750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0" y="2161712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6" y="2466440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6" y="3583986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0" y="4003337"/>
            <a:ext cx="695926" cy="695926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8" cy="1913638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0" y="2080298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4" y="3948333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8" y="2597311"/>
            <a:ext cx="302530" cy="302530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3" y="3264492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0" cy="2017950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3" y="4089233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7" y="2051117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0" cy="562210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节页版式（一级+二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273040" y="2398078"/>
            <a:ext cx="6725920" cy="548322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3600" b="0" i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kumimoji="1" lang="zh-CN" altLang="en-US" dirty="0"/>
              <a:t>标题，右侧章节自行设置，如</a:t>
            </a:r>
            <a:r>
              <a:rPr kumimoji="1" lang="en-US" altLang="zh-CN" dirty="0"/>
              <a:t>01</a:t>
            </a:r>
            <a:endParaRPr kumimoji="1" lang="zh-CN" altLang="en-US" dirty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0" hasCustomPrompt="1"/>
          </p:nvPr>
        </p:nvSpPr>
        <p:spPr>
          <a:xfrm>
            <a:off x="5273040" y="3069272"/>
            <a:ext cx="5466080" cy="2031047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600" b="0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3pPr>
            <a:lvl4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4pPr>
            <a:lvl5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5pPr>
          </a:lstStyle>
          <a:p>
            <a:pPr lvl="0"/>
            <a:r>
              <a:rPr kumimoji="1" lang="zh-CN" altLang="en-US" dirty="0"/>
              <a:t>输入具体主讲内容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可根据标题数量调整字体大小</a:t>
            </a:r>
            <a:endParaRPr kumimoji="1" lang="zh-CN" altLang="en-US" dirty="0"/>
          </a:p>
        </p:txBody>
      </p:sp>
      <p:sp>
        <p:nvSpPr>
          <p:cNvPr id="17" name="文本占位符 13"/>
          <p:cNvSpPr>
            <a:spLocks noGrp="1"/>
          </p:cNvSpPr>
          <p:nvPr>
            <p:ph type="body" sz="quarter" idx="11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646133"/>
            <a:ext cx="10749598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4418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数字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6461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1" y="940081"/>
            <a:ext cx="1071912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0081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数字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9349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509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5" y="36120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0" y="29877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4" y="2254203"/>
            <a:ext cx="566610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6" y="4231536"/>
            <a:ext cx="298934" cy="257702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6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1" y="18201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4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8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2" y="4247863"/>
            <a:ext cx="494750" cy="494750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0" y="2161712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6" y="2466440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6" y="3583986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0" y="4003337"/>
            <a:ext cx="695926" cy="695926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8" cy="1913638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0" y="2080298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4" y="3948333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8" y="2597311"/>
            <a:ext cx="302530" cy="302530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3" y="3264492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0" cy="2017950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3" y="4089233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7" y="2051117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0" cy="562210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节页版式（一级+二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273040" y="2398078"/>
            <a:ext cx="6725920" cy="548322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3600" b="0" i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kumimoji="1" lang="zh-CN" altLang="en-US" dirty="0"/>
              <a:t>标题，右侧章节自行设置，如</a:t>
            </a:r>
            <a:r>
              <a:rPr kumimoji="1" lang="en-US" altLang="zh-CN" dirty="0"/>
              <a:t>01</a:t>
            </a:r>
            <a:endParaRPr kumimoji="1" lang="zh-CN" altLang="en-US" dirty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0" hasCustomPrompt="1"/>
          </p:nvPr>
        </p:nvSpPr>
        <p:spPr>
          <a:xfrm>
            <a:off x="5273040" y="3069272"/>
            <a:ext cx="5466080" cy="2031047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600" b="0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3pPr>
            <a:lvl4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4pPr>
            <a:lvl5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5pPr>
          </a:lstStyle>
          <a:p>
            <a:pPr lvl="0"/>
            <a:r>
              <a:rPr kumimoji="1" lang="zh-CN" altLang="en-US" dirty="0"/>
              <a:t>输入具体主讲内容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可根据标题数量调整字体大小</a:t>
            </a:r>
            <a:endParaRPr kumimoji="1" lang="zh-CN" altLang="en-US" dirty="0"/>
          </a:p>
        </p:txBody>
      </p:sp>
      <p:sp>
        <p:nvSpPr>
          <p:cNvPr id="17" name="文本占位符 13"/>
          <p:cNvSpPr>
            <a:spLocks noGrp="1"/>
          </p:cNvSpPr>
          <p:nvPr>
            <p:ph type="body" sz="quarter" idx="11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646133"/>
            <a:ext cx="10749598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4418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数字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6461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1" y="940081"/>
            <a:ext cx="1071912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0081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数字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9349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509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9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9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5" y="36120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0" y="29877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4" y="2254203"/>
            <a:ext cx="566610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6" y="4231536"/>
            <a:ext cx="298934" cy="257702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6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1" y="18201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0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0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0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4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8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2" y="4247863"/>
            <a:ext cx="494750" cy="494750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0" y="2161712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6" y="2466440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0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6" y="3583986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0" y="4003337"/>
            <a:ext cx="695926" cy="695926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8" cy="1913638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0" y="2080298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4" y="3948333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8" y="2597311"/>
            <a:ext cx="302530" cy="302530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0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3" y="3264492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0" cy="2017950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3" y="4089233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7" y="2051117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0" cy="562210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0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10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节页版式（一级+二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273040" y="2398078"/>
            <a:ext cx="6725920" cy="548322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3600" b="0" i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kumimoji="1" lang="zh-CN" altLang="en-US" dirty="0"/>
              <a:t>标题，右侧章节自行设置，如</a:t>
            </a:r>
            <a:r>
              <a:rPr kumimoji="1" lang="en-US" altLang="zh-CN" dirty="0"/>
              <a:t>01</a:t>
            </a:r>
            <a:endParaRPr kumimoji="1" lang="zh-CN" altLang="en-US" dirty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0" hasCustomPrompt="1"/>
          </p:nvPr>
        </p:nvSpPr>
        <p:spPr>
          <a:xfrm>
            <a:off x="5273040" y="3069272"/>
            <a:ext cx="5466080" cy="2031047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600" b="0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3pPr>
            <a:lvl4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4pPr>
            <a:lvl5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5pPr>
          </a:lstStyle>
          <a:p>
            <a:pPr lvl="0"/>
            <a:r>
              <a:rPr kumimoji="1" lang="zh-CN" altLang="en-US" dirty="0"/>
              <a:t>输入具体主讲内容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可根据标题数量调整字体大小</a:t>
            </a:r>
            <a:endParaRPr kumimoji="1" lang="zh-CN" altLang="en-US" dirty="0"/>
          </a:p>
        </p:txBody>
      </p:sp>
      <p:sp>
        <p:nvSpPr>
          <p:cNvPr id="17" name="文本占位符 13"/>
          <p:cNvSpPr>
            <a:spLocks noGrp="1"/>
          </p:cNvSpPr>
          <p:nvPr>
            <p:ph type="body" sz="quarter" idx="11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10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0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646133"/>
            <a:ext cx="10749598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4418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0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数字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6461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1" y="940081"/>
            <a:ext cx="1071912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0081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数字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9349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509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5" y="36120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0" y="29877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4" y="2254203"/>
            <a:ext cx="566610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6" y="4231536"/>
            <a:ext cx="298934" cy="257702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6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1" y="18201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4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8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2" y="4247863"/>
            <a:ext cx="494750" cy="494750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0" y="2161712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6" y="2466440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6" y="3583986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0" y="4003337"/>
            <a:ext cx="695926" cy="695926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8" cy="1913638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0" y="2080298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4" y="3948333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8" y="2597311"/>
            <a:ext cx="302530" cy="302530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3" y="3264492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0" cy="2017950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3" y="4089233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7" y="2051117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0" cy="562210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2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12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节页版式（一级+二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273040" y="2398078"/>
            <a:ext cx="6725920" cy="548322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3600" b="0" i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kumimoji="1" lang="zh-CN" altLang="en-US" dirty="0"/>
              <a:t>标题，右侧章节自行设置，如</a:t>
            </a:r>
            <a:r>
              <a:rPr kumimoji="1" lang="en-US" altLang="zh-CN" dirty="0"/>
              <a:t>01</a:t>
            </a:r>
            <a:endParaRPr kumimoji="1" lang="zh-CN" altLang="en-US" dirty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0" hasCustomPrompt="1"/>
          </p:nvPr>
        </p:nvSpPr>
        <p:spPr>
          <a:xfrm>
            <a:off x="5273040" y="3069272"/>
            <a:ext cx="5466080" cy="2031047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600" b="0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3pPr>
            <a:lvl4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4pPr>
            <a:lvl5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5pPr>
          </a:lstStyle>
          <a:p>
            <a:pPr lvl="0"/>
            <a:r>
              <a:rPr kumimoji="1" lang="zh-CN" altLang="en-US" dirty="0"/>
              <a:t>输入具体主讲内容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可根据标题数量调整字体大小</a:t>
            </a:r>
            <a:endParaRPr kumimoji="1" lang="zh-CN" altLang="en-US" dirty="0"/>
          </a:p>
        </p:txBody>
      </p:sp>
      <p:sp>
        <p:nvSpPr>
          <p:cNvPr id="17" name="文本占位符 13"/>
          <p:cNvSpPr>
            <a:spLocks noGrp="1"/>
          </p:cNvSpPr>
          <p:nvPr>
            <p:ph type="body" sz="quarter" idx="11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1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646133"/>
            <a:ext cx="10749598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4418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数字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6461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1" y="940081"/>
            <a:ext cx="1071912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0081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数字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9349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509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5" y="36120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0" y="29877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4" y="2254203"/>
            <a:ext cx="566610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6" y="4231536"/>
            <a:ext cx="298934" cy="257702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6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1" y="18201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4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8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2" y="4247863"/>
            <a:ext cx="494750" cy="494750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0" y="2161712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6" y="2466440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6" y="3583986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0" y="4003337"/>
            <a:ext cx="695926" cy="695926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8" cy="1913638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0" y="2080298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4" y="3948333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8" y="2597311"/>
            <a:ext cx="302530" cy="302530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3" y="3264492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0" cy="2017950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3" y="4089233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7" y="2051117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0" cy="562210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4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14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节页版式（一级+二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273040" y="2398078"/>
            <a:ext cx="6725920" cy="548322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3600" b="0" i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kumimoji="1" lang="zh-CN" altLang="en-US" dirty="0"/>
              <a:t>标题，右侧章节自行设置，如</a:t>
            </a:r>
            <a:r>
              <a:rPr kumimoji="1" lang="en-US" altLang="zh-CN" dirty="0"/>
              <a:t>01</a:t>
            </a:r>
            <a:endParaRPr kumimoji="1" lang="zh-CN" altLang="en-US" dirty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0" hasCustomPrompt="1"/>
          </p:nvPr>
        </p:nvSpPr>
        <p:spPr>
          <a:xfrm>
            <a:off x="5273040" y="3069272"/>
            <a:ext cx="5466080" cy="2031047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600" b="0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3pPr>
            <a:lvl4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4pPr>
            <a:lvl5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5pPr>
          </a:lstStyle>
          <a:p>
            <a:pPr lvl="0"/>
            <a:r>
              <a:rPr kumimoji="1" lang="zh-CN" altLang="en-US" dirty="0"/>
              <a:t>输入具体主讲内容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可根据标题数量调整字体大小</a:t>
            </a:r>
            <a:endParaRPr kumimoji="1" lang="zh-CN" altLang="en-US" dirty="0"/>
          </a:p>
        </p:txBody>
      </p:sp>
      <p:sp>
        <p:nvSpPr>
          <p:cNvPr id="17" name="文本占位符 13"/>
          <p:cNvSpPr>
            <a:spLocks noGrp="1"/>
          </p:cNvSpPr>
          <p:nvPr>
            <p:ph type="body" sz="quarter" idx="11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1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646133"/>
            <a:ext cx="10749598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4418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数字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6461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1" y="940081"/>
            <a:ext cx="1071912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0081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数字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9349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509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5" y="36120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0" y="29877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4" y="2254203"/>
            <a:ext cx="566610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6" y="4231536"/>
            <a:ext cx="298934" cy="257702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6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1" y="18201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4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8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2" y="4247863"/>
            <a:ext cx="494750" cy="494750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0" y="2161712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6" y="2466440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6" y="3583986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0" y="4003337"/>
            <a:ext cx="695926" cy="695926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8" cy="1913638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0" y="2080298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4" y="3948333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8" y="2597311"/>
            <a:ext cx="302530" cy="302530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3" y="3264492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0" cy="2017950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3" y="4089233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7" y="2051117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0" cy="562210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5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16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节页版式（一级+二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273040" y="2398078"/>
            <a:ext cx="6725920" cy="548322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3600" b="0" i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kumimoji="1" lang="zh-CN" altLang="en-US" dirty="0"/>
              <a:t>标题，右侧章节自行设置，如</a:t>
            </a:r>
            <a:r>
              <a:rPr kumimoji="1" lang="en-US" altLang="zh-CN" dirty="0"/>
              <a:t>01</a:t>
            </a:r>
            <a:endParaRPr kumimoji="1" lang="zh-CN" altLang="en-US" dirty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0" hasCustomPrompt="1"/>
          </p:nvPr>
        </p:nvSpPr>
        <p:spPr>
          <a:xfrm>
            <a:off x="5273040" y="3069272"/>
            <a:ext cx="5466080" cy="2031047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600" b="0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3pPr>
            <a:lvl4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4pPr>
            <a:lvl5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5pPr>
          </a:lstStyle>
          <a:p>
            <a:pPr lvl="0"/>
            <a:r>
              <a:rPr kumimoji="1" lang="zh-CN" altLang="en-US" dirty="0"/>
              <a:t>输入具体主讲内容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可根据标题数量调整字体大小</a:t>
            </a:r>
            <a:endParaRPr kumimoji="1" lang="zh-CN" altLang="en-US" dirty="0"/>
          </a:p>
        </p:txBody>
      </p:sp>
      <p:sp>
        <p:nvSpPr>
          <p:cNvPr id="17" name="文本占位符 13"/>
          <p:cNvSpPr>
            <a:spLocks noGrp="1"/>
          </p:cNvSpPr>
          <p:nvPr>
            <p:ph type="body" sz="quarter" idx="11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1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646133"/>
            <a:ext cx="10749598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4418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数字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6461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1" y="940081"/>
            <a:ext cx="1071912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0081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数字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9349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509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5" y="36120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0" y="29877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4" y="2254203"/>
            <a:ext cx="566610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6" y="4231536"/>
            <a:ext cx="298934" cy="257702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6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1" y="18201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4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8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2" y="4247863"/>
            <a:ext cx="494750" cy="494750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0" y="2161712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6" y="2466440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6" y="3583986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0" y="4003337"/>
            <a:ext cx="695926" cy="695926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8" cy="1913638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0" y="2080298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4" y="3948333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8" y="2597311"/>
            <a:ext cx="302530" cy="302530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3" y="3264492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0" cy="2017950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3" y="4089233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7" y="2051117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0" cy="562210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7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17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节页版式（一级+二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273040" y="2398078"/>
            <a:ext cx="6725920" cy="548322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3600" b="0" i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kumimoji="1" lang="zh-CN" altLang="en-US" dirty="0"/>
              <a:t>标题，右侧章节自行设置，如</a:t>
            </a:r>
            <a:r>
              <a:rPr kumimoji="1" lang="en-US" altLang="zh-CN" dirty="0"/>
              <a:t>01</a:t>
            </a:r>
            <a:endParaRPr kumimoji="1" lang="zh-CN" altLang="en-US" dirty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0" hasCustomPrompt="1"/>
          </p:nvPr>
        </p:nvSpPr>
        <p:spPr>
          <a:xfrm>
            <a:off x="5273040" y="3069272"/>
            <a:ext cx="5466080" cy="2031047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600" b="0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3pPr>
            <a:lvl4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4pPr>
            <a:lvl5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5pPr>
          </a:lstStyle>
          <a:p>
            <a:pPr lvl="0"/>
            <a:r>
              <a:rPr kumimoji="1" lang="zh-CN" altLang="en-US" dirty="0"/>
              <a:t>输入具体主讲内容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可根据标题数量调整字体大小</a:t>
            </a:r>
            <a:endParaRPr kumimoji="1" lang="zh-CN" altLang="en-US" dirty="0"/>
          </a:p>
        </p:txBody>
      </p:sp>
      <p:sp>
        <p:nvSpPr>
          <p:cNvPr id="17" name="文本占位符 13"/>
          <p:cNvSpPr>
            <a:spLocks noGrp="1"/>
          </p:cNvSpPr>
          <p:nvPr>
            <p:ph type="body" sz="quarter" idx="11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1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646133"/>
            <a:ext cx="10749598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4418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8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数字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6461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1" y="940081"/>
            <a:ext cx="1071912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8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0081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8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数字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9349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8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509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8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8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8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8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5" y="36120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0" y="29877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4" y="2254203"/>
            <a:ext cx="566610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6" y="4231536"/>
            <a:ext cx="298934" cy="257702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6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1" y="18201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9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9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9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4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8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2" y="4247863"/>
            <a:ext cx="494750" cy="494750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0" y="2161712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6" y="2466440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9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6" y="3583986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0" y="4003337"/>
            <a:ext cx="695926" cy="695926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8" cy="1913638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0" y="2080298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4" y="3948333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8" y="2597311"/>
            <a:ext cx="302530" cy="302530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9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3" y="3264492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0" cy="2017950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3" y="4089233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7" y="2051117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0" cy="562210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9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19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节页版式（一级+二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273040" y="2398078"/>
            <a:ext cx="6725920" cy="548322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3600" b="0" i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kumimoji="1" lang="zh-CN" altLang="en-US" dirty="0"/>
              <a:t>标题，右侧章节自行设置，如</a:t>
            </a:r>
            <a:r>
              <a:rPr kumimoji="1" lang="en-US" altLang="zh-CN" dirty="0"/>
              <a:t>01</a:t>
            </a:r>
            <a:endParaRPr kumimoji="1" lang="zh-CN" altLang="en-US" dirty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0" hasCustomPrompt="1"/>
          </p:nvPr>
        </p:nvSpPr>
        <p:spPr>
          <a:xfrm>
            <a:off x="5273040" y="3069272"/>
            <a:ext cx="5466080" cy="2031047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600" b="0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3pPr>
            <a:lvl4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4pPr>
            <a:lvl5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5pPr>
          </a:lstStyle>
          <a:p>
            <a:pPr lvl="0"/>
            <a:r>
              <a:rPr kumimoji="1" lang="zh-CN" altLang="en-US" dirty="0"/>
              <a:t>输入具体主讲内容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可根据标题数量调整字体大小</a:t>
            </a:r>
            <a:endParaRPr kumimoji="1" lang="zh-CN" altLang="en-US" dirty="0"/>
          </a:p>
        </p:txBody>
      </p:sp>
      <p:sp>
        <p:nvSpPr>
          <p:cNvPr id="17" name="文本占位符 13"/>
          <p:cNvSpPr>
            <a:spLocks noGrp="1"/>
          </p:cNvSpPr>
          <p:nvPr>
            <p:ph type="body" sz="quarter" idx="11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19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9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646133"/>
            <a:ext cx="10749598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4418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9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数字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6461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1" y="940081"/>
            <a:ext cx="1071912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0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0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0081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0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数字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9349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0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509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0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0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0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0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5" y="36120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0" y="29877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4" y="2254203"/>
            <a:ext cx="566610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6" y="4231536"/>
            <a:ext cx="298934" cy="257702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6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1" y="18201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0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0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4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8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2" y="4247863"/>
            <a:ext cx="494750" cy="494750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0" y="2161712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6" y="2466440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6" y="3583986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0" y="4003337"/>
            <a:ext cx="695926" cy="695926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8" cy="1913638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0" y="2080298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4" y="3948333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8" y="2597311"/>
            <a:ext cx="302530" cy="302530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3" y="3264492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0" cy="2017950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3" y="4089233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7" y="2051117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0" cy="562210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2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节页版式（一级+二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273040" y="2398078"/>
            <a:ext cx="6725920" cy="548322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3600" b="0" i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kumimoji="1" lang="zh-CN" altLang="en-US" dirty="0"/>
              <a:t>标题，右侧章节自行设置，如</a:t>
            </a:r>
            <a:r>
              <a:rPr kumimoji="1" lang="en-US" altLang="zh-CN" dirty="0"/>
              <a:t>01</a:t>
            </a:r>
            <a:endParaRPr kumimoji="1" lang="zh-CN" altLang="en-US" dirty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0" hasCustomPrompt="1"/>
          </p:nvPr>
        </p:nvSpPr>
        <p:spPr>
          <a:xfrm>
            <a:off x="5273040" y="3069272"/>
            <a:ext cx="5466080" cy="2031047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600" b="0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3pPr>
            <a:lvl4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4pPr>
            <a:lvl5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5pPr>
          </a:lstStyle>
          <a:p>
            <a:pPr lvl="0"/>
            <a:r>
              <a:rPr kumimoji="1" lang="zh-CN" altLang="en-US" dirty="0"/>
              <a:t>输入具体主讲内容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可根据标题数量调整字体大小</a:t>
            </a:r>
            <a:endParaRPr kumimoji="1" lang="zh-CN" altLang="en-US" dirty="0"/>
          </a:p>
        </p:txBody>
      </p:sp>
      <p:sp>
        <p:nvSpPr>
          <p:cNvPr id="17" name="文本占位符 13"/>
          <p:cNvSpPr>
            <a:spLocks noGrp="1"/>
          </p:cNvSpPr>
          <p:nvPr>
            <p:ph type="body" sz="quarter" idx="11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2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646133"/>
            <a:ext cx="10749598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4418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数字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6461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1" y="940081"/>
            <a:ext cx="1071912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0081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数字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9349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509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5" y="36120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0" y="29877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4" y="2254203"/>
            <a:ext cx="566610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6" y="4231536"/>
            <a:ext cx="298934" cy="257702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6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1" y="18201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4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8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2" y="4247863"/>
            <a:ext cx="494750" cy="494750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0" y="2161712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6" y="2466440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6" y="3583986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0" y="4003337"/>
            <a:ext cx="695926" cy="695926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8" cy="1913638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0" y="2080298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4" y="3948333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8" y="2597311"/>
            <a:ext cx="302530" cy="302530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3" y="3264492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0" cy="2017950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3" y="4089233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7" y="2051117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0" cy="562210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3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23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节页版式（一级+二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273040" y="2398078"/>
            <a:ext cx="6725920" cy="548322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3600" b="0" i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kumimoji="1" lang="zh-CN" altLang="en-US" dirty="0"/>
              <a:t>标题，右侧章节自行设置，如</a:t>
            </a:r>
            <a:r>
              <a:rPr kumimoji="1" lang="en-US" altLang="zh-CN" dirty="0"/>
              <a:t>01</a:t>
            </a:r>
            <a:endParaRPr kumimoji="1" lang="zh-CN" altLang="en-US" dirty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0" hasCustomPrompt="1"/>
          </p:nvPr>
        </p:nvSpPr>
        <p:spPr>
          <a:xfrm>
            <a:off x="5273040" y="3069272"/>
            <a:ext cx="5466080" cy="2031047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600" b="0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3pPr>
            <a:lvl4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4pPr>
            <a:lvl5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5pPr>
          </a:lstStyle>
          <a:p>
            <a:pPr lvl="0"/>
            <a:r>
              <a:rPr kumimoji="1" lang="zh-CN" altLang="en-US" dirty="0"/>
              <a:t>输入具体主讲内容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可根据标题数量调整字体大小</a:t>
            </a:r>
            <a:endParaRPr kumimoji="1" lang="zh-CN" altLang="en-US" dirty="0"/>
          </a:p>
        </p:txBody>
      </p:sp>
      <p:sp>
        <p:nvSpPr>
          <p:cNvPr id="17" name="文本占位符 13"/>
          <p:cNvSpPr>
            <a:spLocks noGrp="1"/>
          </p:cNvSpPr>
          <p:nvPr>
            <p:ph type="body" sz="quarter" idx="11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2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646133"/>
            <a:ext cx="10749598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4418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数字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6461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1" y="940081"/>
            <a:ext cx="1071912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0081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数字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9349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509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5" y="36120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0" y="29877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4" y="2254203"/>
            <a:ext cx="566610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6" y="4231536"/>
            <a:ext cx="298934" cy="257702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6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1" y="18201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4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8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2" y="4247863"/>
            <a:ext cx="494750" cy="494750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0" y="2161712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6" y="2466440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6" y="3583986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0" y="4003337"/>
            <a:ext cx="695926" cy="695926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8" cy="1913638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0" y="2080298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4" y="3948333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8" y="2597311"/>
            <a:ext cx="302530" cy="302530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3" y="3264492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0" cy="2017950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3" y="4089233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7" y="2051117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0" cy="562210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4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25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节页版式（一级+二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273040" y="2398078"/>
            <a:ext cx="6725920" cy="548322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3600" b="0" i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kumimoji="1" lang="zh-CN" altLang="en-US" dirty="0"/>
              <a:t>标题，右侧章节自行设置，如</a:t>
            </a:r>
            <a:r>
              <a:rPr kumimoji="1" lang="en-US" altLang="zh-CN" dirty="0"/>
              <a:t>01</a:t>
            </a:r>
            <a:endParaRPr kumimoji="1" lang="zh-CN" altLang="en-US" dirty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0" hasCustomPrompt="1"/>
          </p:nvPr>
        </p:nvSpPr>
        <p:spPr>
          <a:xfrm>
            <a:off x="5273040" y="3069272"/>
            <a:ext cx="5466080" cy="2031047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600" b="0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3pPr>
            <a:lvl4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4pPr>
            <a:lvl5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5pPr>
          </a:lstStyle>
          <a:p>
            <a:pPr lvl="0"/>
            <a:r>
              <a:rPr kumimoji="1" lang="zh-CN" altLang="en-US" dirty="0"/>
              <a:t>输入具体主讲内容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可根据标题数量调整字体大小</a:t>
            </a:r>
            <a:endParaRPr kumimoji="1" lang="zh-CN" altLang="en-US" dirty="0"/>
          </a:p>
        </p:txBody>
      </p:sp>
      <p:sp>
        <p:nvSpPr>
          <p:cNvPr id="17" name="文本占位符 13"/>
          <p:cNvSpPr>
            <a:spLocks noGrp="1"/>
          </p:cNvSpPr>
          <p:nvPr>
            <p:ph type="body" sz="quarter" idx="11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2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9" y="1"/>
            <a:ext cx="6298881" cy="5326603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2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940082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016162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016162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“栗子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940081"/>
            <a:ext cx="9845675" cy="1934987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三角形 5"/>
          <p:cNvSpPr/>
          <p:nvPr userDrawn="1"/>
        </p:nvSpPr>
        <p:spPr>
          <a:xfrm rot="2651319">
            <a:off x="851567" y="3515633"/>
            <a:ext cx="145648" cy="78105"/>
          </a:xfrm>
          <a:prstGeom prst="triangl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6" name="矩形 5"/>
          <p:cNvSpPr/>
          <p:nvPr userDrawn="1"/>
        </p:nvSpPr>
        <p:spPr>
          <a:xfrm>
            <a:off x="944880" y="3159760"/>
            <a:ext cx="10302240" cy="2336800"/>
          </a:xfrm>
          <a:prstGeom prst="rect">
            <a:avLst/>
          </a:prstGeom>
          <a:noFill/>
          <a:ln w="9525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7" name="矩形 6"/>
          <p:cNvSpPr/>
          <p:nvPr userDrawn="1"/>
        </p:nvSpPr>
        <p:spPr>
          <a:xfrm>
            <a:off x="844952" y="3232230"/>
            <a:ext cx="1053296" cy="300943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栗 子</a:t>
            </a:r>
            <a:endParaRPr kumimoji="1" lang="zh-CN" altLang="en-US" sz="1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1"/>
          <p:cNvSpPr txBox="1"/>
          <p:nvPr userDrawn="1"/>
        </p:nvSpPr>
        <p:spPr>
          <a:xfrm>
            <a:off x="1141908" y="3605644"/>
            <a:ext cx="9887453" cy="1606225"/>
          </a:xfrm>
          <a:prstGeom prst="rect">
            <a:avLst/>
          </a:prstGeom>
        </p:spPr>
        <p:txBody>
          <a:bodyPr/>
          <a:lstStyle>
            <a:lvl1pPr marL="360045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  <a:defRPr lang="zh-CN" altLang="en-US" sz="160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1pPr>
            <a:lvl2pPr marL="719455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en-US" altLang="zh-CN" sz="1600" b="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 marL="1079500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zh-CN" altLang="en-US" sz="1600" b="0" kern="1200" dirty="0">
                <a:solidFill>
                  <a:srgbClr val="404040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1600" dirty="0" err="1">
                <a:solidFill>
                  <a:srgbClr val="262626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i</a:t>
            </a:r>
            <a:endParaRPr lang="en-US" altLang="zh-CN" sz="1600" dirty="0">
              <a:solidFill>
                <a:srgbClr val="262626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945094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8820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+案例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1"/>
            <a:ext cx="9214231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+练习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1"/>
            <a:ext cx="9214231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6" y="3612019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9"/>
            <a:ext cx="1944551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7"/>
            <a:ext cx="5760539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1" y="2987771"/>
            <a:ext cx="1567543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3" y="2254205"/>
            <a:ext cx="566611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7" y="4231537"/>
            <a:ext cx="298935" cy="257703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7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2" y="1820151"/>
            <a:ext cx="854975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9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1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4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9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4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1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5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9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3" y="4247863"/>
            <a:ext cx="494751" cy="494751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2" y="2161714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9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4" y="2679748"/>
            <a:ext cx="1567543" cy="1546571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8" y="2466441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7" y="3583987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1" y="4003338"/>
            <a:ext cx="695927" cy="695927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9" cy="1913639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9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4" y="2679748"/>
            <a:ext cx="1567543" cy="1546571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1" y="2080300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6" y="3948334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7" y="2597311"/>
            <a:ext cx="302531" cy="302531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5" y="3264493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1" cy="2017951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9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4" y="2679748"/>
            <a:ext cx="1567543" cy="1546571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4" y="4089234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9" y="2051118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1" cy="562211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2"/>
            <a:ext cx="10698800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2" y="1646134"/>
            <a:ext cx="10749599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8820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5311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2" y="940082"/>
            <a:ext cx="10749599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2"/>
            <a:ext cx="10748056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“栗子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2"/>
            <a:ext cx="10748056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三角形 5"/>
          <p:cNvSpPr/>
          <p:nvPr userDrawn="1"/>
        </p:nvSpPr>
        <p:spPr>
          <a:xfrm rot="2651319">
            <a:off x="851567" y="3515633"/>
            <a:ext cx="145648" cy="78105"/>
          </a:xfrm>
          <a:prstGeom prst="triangl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7" name="矩形 6"/>
          <p:cNvSpPr/>
          <p:nvPr userDrawn="1"/>
        </p:nvSpPr>
        <p:spPr>
          <a:xfrm>
            <a:off x="944880" y="3159760"/>
            <a:ext cx="10302240" cy="2336800"/>
          </a:xfrm>
          <a:prstGeom prst="rect">
            <a:avLst/>
          </a:prstGeom>
          <a:noFill/>
          <a:ln w="9525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矩形 7"/>
          <p:cNvSpPr/>
          <p:nvPr userDrawn="1"/>
        </p:nvSpPr>
        <p:spPr>
          <a:xfrm>
            <a:off x="844952" y="3232230"/>
            <a:ext cx="1053296" cy="300943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栗 子</a:t>
            </a:r>
            <a:endParaRPr kumimoji="1" lang="zh-CN" altLang="en-US" sz="1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9" name="文本占位符 1"/>
          <p:cNvSpPr txBox="1"/>
          <p:nvPr userDrawn="1"/>
        </p:nvSpPr>
        <p:spPr>
          <a:xfrm>
            <a:off x="1141908" y="3605644"/>
            <a:ext cx="9887453" cy="1606225"/>
          </a:xfrm>
          <a:prstGeom prst="rect">
            <a:avLst/>
          </a:prstGeom>
        </p:spPr>
        <p:txBody>
          <a:bodyPr/>
          <a:lstStyle>
            <a:lvl1pPr marL="360045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  <a:defRPr lang="zh-CN" altLang="en-US" sz="160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1pPr>
            <a:lvl2pPr marL="719455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en-US" altLang="zh-CN" sz="1600" b="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 marL="1079500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zh-CN" altLang="en-US" sz="1600" b="0" kern="1200" dirty="0">
                <a:solidFill>
                  <a:srgbClr val="404040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1600" dirty="0" err="1">
                <a:solidFill>
                  <a:srgbClr val="262626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i</a:t>
            </a:r>
            <a:endParaRPr lang="en-US" altLang="zh-CN" sz="1600" dirty="0">
              <a:solidFill>
                <a:srgbClr val="262626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7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15413" y="-123395"/>
            <a:ext cx="10515600" cy="1248139"/>
          </a:xfrm>
          <a:prstGeom prst="rect">
            <a:avLst/>
          </a:prstGeom>
        </p:spPr>
        <p:txBody>
          <a:bodyPr anchor="ctr"/>
          <a:lstStyle>
            <a:lvl1pPr>
              <a:defRPr>
                <a:solidFill>
                  <a:srgbClr val="595959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7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>
            <a:lvl1pPr>
              <a:defRPr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940082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016162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016162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“栗子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940081"/>
            <a:ext cx="9845675" cy="1934987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三角形 5"/>
          <p:cNvSpPr/>
          <p:nvPr userDrawn="1"/>
        </p:nvSpPr>
        <p:spPr>
          <a:xfrm rot="2651319">
            <a:off x="851567" y="3515633"/>
            <a:ext cx="145648" cy="78105"/>
          </a:xfrm>
          <a:prstGeom prst="triangl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6" name="矩形 5"/>
          <p:cNvSpPr/>
          <p:nvPr userDrawn="1"/>
        </p:nvSpPr>
        <p:spPr>
          <a:xfrm>
            <a:off x="944880" y="3159760"/>
            <a:ext cx="10302240" cy="2336800"/>
          </a:xfrm>
          <a:prstGeom prst="rect">
            <a:avLst/>
          </a:prstGeom>
          <a:noFill/>
          <a:ln w="9525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7" name="矩形 6"/>
          <p:cNvSpPr/>
          <p:nvPr userDrawn="1"/>
        </p:nvSpPr>
        <p:spPr>
          <a:xfrm>
            <a:off x="844952" y="3232230"/>
            <a:ext cx="1053296" cy="300943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栗 子</a:t>
            </a:r>
            <a:endParaRPr kumimoji="1" lang="zh-CN" altLang="en-US" sz="1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1"/>
          <p:cNvSpPr txBox="1"/>
          <p:nvPr userDrawn="1"/>
        </p:nvSpPr>
        <p:spPr>
          <a:xfrm>
            <a:off x="1141908" y="3605644"/>
            <a:ext cx="9887453" cy="1606225"/>
          </a:xfrm>
          <a:prstGeom prst="rect">
            <a:avLst/>
          </a:prstGeom>
        </p:spPr>
        <p:txBody>
          <a:bodyPr/>
          <a:lstStyle>
            <a:lvl1pPr marL="360045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  <a:defRPr lang="zh-CN" altLang="en-US" sz="160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1pPr>
            <a:lvl2pPr marL="719455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en-US" altLang="zh-CN" sz="1600" b="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 marL="1079500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zh-CN" altLang="en-US" sz="1600" b="0" kern="1200" dirty="0">
                <a:solidFill>
                  <a:srgbClr val="404040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1600" dirty="0" err="1">
                <a:solidFill>
                  <a:srgbClr val="262626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i</a:t>
            </a:r>
            <a:endParaRPr lang="en-US" altLang="zh-CN" sz="1600" dirty="0">
              <a:solidFill>
                <a:srgbClr val="262626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945094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8820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+案例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1"/>
            <a:ext cx="9214231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+练习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1"/>
            <a:ext cx="9214231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6" y="3612019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9"/>
            <a:ext cx="1944551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7"/>
            <a:ext cx="5760539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1" y="2987771"/>
            <a:ext cx="1567543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3" y="2254205"/>
            <a:ext cx="566611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7" y="4231537"/>
            <a:ext cx="298935" cy="257703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7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2" y="1820151"/>
            <a:ext cx="854975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9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1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4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8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9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4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1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5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9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3" y="4247863"/>
            <a:ext cx="494751" cy="494751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2" y="2161714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9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4" y="2679748"/>
            <a:ext cx="1567543" cy="1546571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8" y="2466441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8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7" y="3583987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1" y="4003338"/>
            <a:ext cx="695927" cy="695927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9" cy="1913639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9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4" y="2679748"/>
            <a:ext cx="1567543" cy="1546571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1" y="2080300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6" y="3948334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7" y="2597311"/>
            <a:ext cx="302531" cy="302531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8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5" y="3264493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1" cy="2017951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9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4" y="2679748"/>
            <a:ext cx="1567543" cy="1546571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4" y="4089234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9" y="2051118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1" cy="562211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8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2"/>
            <a:ext cx="10698800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8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2" y="1646134"/>
            <a:ext cx="10749599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8820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5311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2" y="940082"/>
            <a:ext cx="10749599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8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2"/>
            <a:ext cx="10748056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8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“栗子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2"/>
            <a:ext cx="10748056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三角形 5"/>
          <p:cNvSpPr/>
          <p:nvPr userDrawn="1"/>
        </p:nvSpPr>
        <p:spPr>
          <a:xfrm rot="2651319">
            <a:off x="851567" y="3515633"/>
            <a:ext cx="145648" cy="78105"/>
          </a:xfrm>
          <a:prstGeom prst="triangl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7" name="矩形 6"/>
          <p:cNvSpPr/>
          <p:nvPr userDrawn="1"/>
        </p:nvSpPr>
        <p:spPr>
          <a:xfrm>
            <a:off x="944880" y="3159760"/>
            <a:ext cx="10302240" cy="2336800"/>
          </a:xfrm>
          <a:prstGeom prst="rect">
            <a:avLst/>
          </a:prstGeom>
          <a:noFill/>
          <a:ln w="9525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矩形 7"/>
          <p:cNvSpPr/>
          <p:nvPr userDrawn="1"/>
        </p:nvSpPr>
        <p:spPr>
          <a:xfrm>
            <a:off x="844952" y="3232230"/>
            <a:ext cx="1053296" cy="300943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栗 子</a:t>
            </a:r>
            <a:endParaRPr kumimoji="1" lang="zh-CN" altLang="en-US" sz="1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9" name="文本占位符 1"/>
          <p:cNvSpPr txBox="1"/>
          <p:nvPr userDrawn="1"/>
        </p:nvSpPr>
        <p:spPr>
          <a:xfrm>
            <a:off x="1141908" y="3605644"/>
            <a:ext cx="9887453" cy="1606225"/>
          </a:xfrm>
          <a:prstGeom prst="rect">
            <a:avLst/>
          </a:prstGeom>
        </p:spPr>
        <p:txBody>
          <a:bodyPr/>
          <a:lstStyle>
            <a:lvl1pPr marL="360045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  <a:defRPr lang="zh-CN" altLang="en-US" sz="160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1pPr>
            <a:lvl2pPr marL="719455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en-US" altLang="zh-CN" sz="1600" b="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 marL="1079500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zh-CN" altLang="en-US" sz="1600" b="0" kern="1200" dirty="0">
                <a:solidFill>
                  <a:srgbClr val="404040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1600" dirty="0" err="1">
                <a:solidFill>
                  <a:srgbClr val="262626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i</a:t>
            </a:r>
            <a:endParaRPr lang="en-US" altLang="zh-CN" sz="1600" dirty="0">
              <a:solidFill>
                <a:srgbClr val="262626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8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9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15413" y="-123395"/>
            <a:ext cx="10515600" cy="1248139"/>
          </a:xfrm>
          <a:prstGeom prst="rect">
            <a:avLst/>
          </a:prstGeom>
        </p:spPr>
        <p:txBody>
          <a:bodyPr anchor="ctr"/>
          <a:lstStyle>
            <a:lvl1pPr>
              <a:defRPr>
                <a:solidFill>
                  <a:srgbClr val="595959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9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>
            <a:lvl1pPr>
              <a:defRPr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9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940082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9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016162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9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016162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9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“栗子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940081"/>
            <a:ext cx="9845675" cy="1934987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三角形 5"/>
          <p:cNvSpPr/>
          <p:nvPr userDrawn="1"/>
        </p:nvSpPr>
        <p:spPr>
          <a:xfrm rot="2651319">
            <a:off x="851567" y="3515633"/>
            <a:ext cx="145648" cy="78105"/>
          </a:xfrm>
          <a:prstGeom prst="triangl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6" name="矩形 5"/>
          <p:cNvSpPr/>
          <p:nvPr userDrawn="1"/>
        </p:nvSpPr>
        <p:spPr>
          <a:xfrm>
            <a:off x="944880" y="3159760"/>
            <a:ext cx="10302240" cy="2336800"/>
          </a:xfrm>
          <a:prstGeom prst="rect">
            <a:avLst/>
          </a:prstGeom>
          <a:noFill/>
          <a:ln w="9525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7" name="矩形 6"/>
          <p:cNvSpPr/>
          <p:nvPr userDrawn="1"/>
        </p:nvSpPr>
        <p:spPr>
          <a:xfrm>
            <a:off x="844952" y="3232230"/>
            <a:ext cx="1053296" cy="300943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栗 子</a:t>
            </a:r>
            <a:endParaRPr kumimoji="1" lang="zh-CN" altLang="en-US" sz="1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1"/>
          <p:cNvSpPr txBox="1"/>
          <p:nvPr userDrawn="1"/>
        </p:nvSpPr>
        <p:spPr>
          <a:xfrm>
            <a:off x="1141908" y="3605644"/>
            <a:ext cx="9887453" cy="1606225"/>
          </a:xfrm>
          <a:prstGeom prst="rect">
            <a:avLst/>
          </a:prstGeom>
        </p:spPr>
        <p:txBody>
          <a:bodyPr/>
          <a:lstStyle>
            <a:lvl1pPr marL="360045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  <a:defRPr lang="zh-CN" altLang="en-US" sz="160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1pPr>
            <a:lvl2pPr marL="719455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en-US" altLang="zh-CN" sz="1600" b="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 marL="1079500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zh-CN" altLang="en-US" sz="1600" b="0" kern="1200" dirty="0">
                <a:solidFill>
                  <a:srgbClr val="404040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1600" dirty="0" err="1">
                <a:solidFill>
                  <a:srgbClr val="262626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i</a:t>
            </a:r>
            <a:endParaRPr lang="en-US" altLang="zh-CN" sz="1600" dirty="0">
              <a:solidFill>
                <a:srgbClr val="262626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9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945094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8820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9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+案例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1"/>
            <a:ext cx="9214231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9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+练习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1"/>
            <a:ext cx="9214231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9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6" y="3612019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9"/>
            <a:ext cx="1944551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7"/>
            <a:ext cx="5760539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1" y="2987771"/>
            <a:ext cx="1567543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3" y="2254205"/>
            <a:ext cx="566611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7" y="4231537"/>
            <a:ext cx="298935" cy="257703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7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2" y="1820151"/>
            <a:ext cx="854975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30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9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1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4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0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9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4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1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0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5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9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3" y="4247863"/>
            <a:ext cx="494751" cy="494751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2" y="2161714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9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4" y="2679748"/>
            <a:ext cx="1567543" cy="1546571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8" y="2466441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30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7" y="3583987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1" y="4003338"/>
            <a:ext cx="695927" cy="695927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9" cy="1913639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9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4" y="2679748"/>
            <a:ext cx="1567543" cy="1546571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1" y="2080300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6" y="3948334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7" y="2597311"/>
            <a:ext cx="302531" cy="302531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30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5" y="3264493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1" cy="2017951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9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4" y="2679748"/>
            <a:ext cx="1567543" cy="1546571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4" y="4089234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9" y="2051118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1" cy="562211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30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2"/>
            <a:ext cx="10698800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0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2" y="1646134"/>
            <a:ext cx="10749599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8820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5311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2" y="940082"/>
            <a:ext cx="10749599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0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2"/>
            <a:ext cx="10748056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0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“栗子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2"/>
            <a:ext cx="10748056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三角形 5"/>
          <p:cNvSpPr/>
          <p:nvPr userDrawn="1"/>
        </p:nvSpPr>
        <p:spPr>
          <a:xfrm rot="2651319">
            <a:off x="851567" y="3515633"/>
            <a:ext cx="145648" cy="78105"/>
          </a:xfrm>
          <a:prstGeom prst="triangl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7" name="矩形 6"/>
          <p:cNvSpPr/>
          <p:nvPr userDrawn="1"/>
        </p:nvSpPr>
        <p:spPr>
          <a:xfrm>
            <a:off x="944880" y="3159760"/>
            <a:ext cx="10302240" cy="2336800"/>
          </a:xfrm>
          <a:prstGeom prst="rect">
            <a:avLst/>
          </a:prstGeom>
          <a:noFill/>
          <a:ln w="9525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矩形 7"/>
          <p:cNvSpPr/>
          <p:nvPr userDrawn="1"/>
        </p:nvSpPr>
        <p:spPr>
          <a:xfrm>
            <a:off x="844952" y="3232230"/>
            <a:ext cx="1053296" cy="300943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栗 子</a:t>
            </a:r>
            <a:endParaRPr kumimoji="1" lang="zh-CN" altLang="en-US" sz="1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9" name="文本占位符 1"/>
          <p:cNvSpPr txBox="1"/>
          <p:nvPr userDrawn="1"/>
        </p:nvSpPr>
        <p:spPr>
          <a:xfrm>
            <a:off x="1141908" y="3605644"/>
            <a:ext cx="9887453" cy="1606225"/>
          </a:xfrm>
          <a:prstGeom prst="rect">
            <a:avLst/>
          </a:prstGeom>
        </p:spPr>
        <p:txBody>
          <a:bodyPr/>
          <a:lstStyle>
            <a:lvl1pPr marL="360045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  <a:defRPr lang="zh-CN" altLang="en-US" sz="160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1pPr>
            <a:lvl2pPr marL="719455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en-US" altLang="zh-CN" sz="1600" b="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 marL="1079500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zh-CN" altLang="en-US" sz="1600" b="0" kern="1200" dirty="0">
                <a:solidFill>
                  <a:srgbClr val="404040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1600" dirty="0" err="1">
                <a:solidFill>
                  <a:srgbClr val="262626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i</a:t>
            </a:r>
            <a:endParaRPr lang="en-US" altLang="zh-CN" sz="1600" dirty="0">
              <a:solidFill>
                <a:srgbClr val="262626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30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1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15413" y="-123395"/>
            <a:ext cx="10515600" cy="1248139"/>
          </a:xfrm>
          <a:prstGeom prst="rect">
            <a:avLst/>
          </a:prstGeom>
        </p:spPr>
        <p:txBody>
          <a:bodyPr anchor="ctr"/>
          <a:lstStyle>
            <a:lvl1pPr>
              <a:defRPr>
                <a:solidFill>
                  <a:srgbClr val="595959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>
            <a:lvl1pPr>
              <a:defRPr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3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3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3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3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3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3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3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3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3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3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32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节页版式（一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标题 11"/>
          <p:cNvSpPr>
            <a:spLocks noGrp="1"/>
          </p:cNvSpPr>
          <p:nvPr>
            <p:ph type="title" hasCustomPrompt="1"/>
          </p:nvPr>
        </p:nvSpPr>
        <p:spPr>
          <a:xfrm>
            <a:off x="5232400" y="2766219"/>
            <a:ext cx="6654800" cy="1325563"/>
          </a:xfrm>
          <a:prstGeom prst="rect">
            <a:avLst/>
          </a:prstGeom>
        </p:spPr>
        <p:txBody>
          <a:bodyPr/>
          <a:lstStyle>
            <a:lvl1pPr>
              <a:defRPr sz="3200" b="0" i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r>
              <a:rPr kumimoji="1" lang="zh-CN" altLang="en-US" dirty="0"/>
              <a:t>章节标题，右侧章节数字需自行设置</a:t>
            </a:r>
            <a:endParaRPr kumimoji="1" lang="zh-CN" altLang="en-US" dirty="0"/>
          </a:p>
        </p:txBody>
      </p:sp>
      <p:sp>
        <p:nvSpPr>
          <p:cNvPr id="14" name="文本占位符 13"/>
          <p:cNvSpPr>
            <a:spLocks noGrp="1"/>
          </p:cNvSpPr>
          <p:nvPr>
            <p:ph type="body" sz="quarter" idx="10"/>
          </p:nvPr>
        </p:nvSpPr>
        <p:spPr>
          <a:xfrm>
            <a:off x="3881756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3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9" y="1"/>
            <a:ext cx="6298881" cy="5326603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3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940082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 B" panose="00020600040101010101" pitchFamily="18" charset="-122"/>
                  <a:ea typeface="阿里巴巴普惠体 B" panose="00020600040101010101" pitchFamily="18" charset="-122"/>
                  <a:cs typeface="阿里巴巴普惠体 B" panose="00020600040101010101" pitchFamily="18" charset="-122"/>
                </a:rPr>
                <a:t>案例</a:t>
              </a:r>
              <a:endParaRPr lang="zh-CN" altLang="en-US" sz="2000" dirty="0">
                <a:solidFill>
                  <a:srgbClr val="0067E1"/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endParaRPr>
            </a:p>
          </p:txBody>
        </p:sp>
      </p:grp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016162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 B" panose="00020600040101010101" pitchFamily="18" charset="-122"/>
                  <a:ea typeface="阿里巴巴普惠体 B" panose="00020600040101010101" pitchFamily="18" charset="-122"/>
                  <a:cs typeface="阿里巴巴普惠体 B" panose="00020600040101010101" pitchFamily="18" charset="-122"/>
                </a:rPr>
                <a:t>练习</a:t>
              </a:r>
              <a:endParaRPr lang="zh-CN" altLang="en-US" sz="2000" dirty="0">
                <a:solidFill>
                  <a:srgbClr val="0067E1"/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endParaRPr>
            </a:p>
          </p:txBody>
        </p:sp>
      </p:grp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016162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“栗子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940081"/>
            <a:ext cx="9845675" cy="1934987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三角形 5"/>
          <p:cNvSpPr/>
          <p:nvPr userDrawn="1"/>
        </p:nvSpPr>
        <p:spPr>
          <a:xfrm rot="2651319">
            <a:off x="851567" y="3515633"/>
            <a:ext cx="145648" cy="78105"/>
          </a:xfrm>
          <a:prstGeom prst="triangl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6" name="矩形 5"/>
          <p:cNvSpPr/>
          <p:nvPr userDrawn="1"/>
        </p:nvSpPr>
        <p:spPr>
          <a:xfrm>
            <a:off x="944880" y="3159760"/>
            <a:ext cx="10302240" cy="2336800"/>
          </a:xfrm>
          <a:prstGeom prst="rect">
            <a:avLst/>
          </a:prstGeom>
          <a:noFill/>
          <a:ln w="9525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7" name="矩形 6"/>
          <p:cNvSpPr/>
          <p:nvPr userDrawn="1"/>
        </p:nvSpPr>
        <p:spPr>
          <a:xfrm>
            <a:off x="844952" y="3232230"/>
            <a:ext cx="1053296" cy="300943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rPr>
              <a:t>栗 子</a:t>
            </a:r>
            <a:endParaRPr kumimoji="1" lang="zh-CN" altLang="en-US" sz="1400" dirty="0">
              <a:latin typeface="阿里巴巴普惠体 R" panose="00020600040101010101" charset="-122"/>
              <a:ea typeface="阿里巴巴普惠体 R" panose="00020600040101010101" charset="-122"/>
              <a:cs typeface="阿里巴巴普惠体 R" panose="00020600040101010101" charset="-122"/>
            </a:endParaRPr>
          </a:p>
        </p:txBody>
      </p:sp>
      <p:sp>
        <p:nvSpPr>
          <p:cNvPr id="8" name="文本占位符 1"/>
          <p:cNvSpPr txBox="1"/>
          <p:nvPr userDrawn="1"/>
        </p:nvSpPr>
        <p:spPr>
          <a:xfrm>
            <a:off x="1141908" y="3605644"/>
            <a:ext cx="9887453" cy="1606225"/>
          </a:xfrm>
          <a:prstGeom prst="rect">
            <a:avLst/>
          </a:prstGeom>
        </p:spPr>
        <p:txBody>
          <a:bodyPr/>
          <a:lstStyle>
            <a:lvl1pPr marL="360045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  <a:defRPr lang="zh-CN" altLang="en-US" sz="160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1pPr>
            <a:lvl2pPr marL="719455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en-US" altLang="zh-CN" sz="1600" b="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 marL="1079500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zh-CN" altLang="en-US" sz="1600" b="0" kern="1200" dirty="0">
                <a:solidFill>
                  <a:srgbClr val="404040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1600" dirty="0" err="1">
                <a:solidFill>
                  <a:srgbClr val="262626"/>
                </a:solidFill>
              </a:rPr>
              <a:t>i</a:t>
            </a:r>
            <a:endParaRPr lang="en-US" altLang="zh-CN" sz="1600" dirty="0">
              <a:solidFill>
                <a:srgbClr val="262626"/>
              </a:solidFill>
            </a:endParaRPr>
          </a:p>
        </p:txBody>
      </p:sp>
    </p:spTree>
  </p:cSld>
  <p:clrMapOvr>
    <a:masterClrMapping/>
  </p:clrMapOvr>
</p:sldLayout>
</file>

<file path=ppt/slideLayouts/slideLayout3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945094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1pPr>
            <a:lvl2pPr marL="718820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+案例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 B" panose="00020600040101010101" pitchFamily="18" charset="-122"/>
                  <a:ea typeface="阿里巴巴普惠体 B" panose="00020600040101010101" pitchFamily="18" charset="-122"/>
                  <a:cs typeface="阿里巴巴普惠体 B" panose="00020600040101010101" pitchFamily="18" charset="-122"/>
                </a:rPr>
                <a:t>案例</a:t>
              </a:r>
              <a:endParaRPr lang="zh-CN" altLang="en-US" sz="2000" dirty="0">
                <a:solidFill>
                  <a:srgbClr val="0067E1"/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1"/>
            <a:ext cx="9214231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 M" panose="00020600040101010101" pitchFamily="18" charset="-122"/>
                <a:ea typeface="阿里巴巴普惠体 M" panose="00020600040101010101" pitchFamily="18" charset="-122"/>
                <a:cs typeface="阿里巴巴普惠体 M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+练习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 B" panose="00020600040101010101" pitchFamily="18" charset="-122"/>
                  <a:ea typeface="阿里巴巴普惠体 B" panose="00020600040101010101" pitchFamily="18" charset="-122"/>
                  <a:cs typeface="阿里巴巴普惠体 B" panose="00020600040101010101" pitchFamily="18" charset="-122"/>
                </a:rPr>
                <a:t>练习</a:t>
              </a:r>
              <a:endParaRPr lang="zh-CN" altLang="en-US" sz="2000" dirty="0">
                <a:solidFill>
                  <a:srgbClr val="0067E1"/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1"/>
            <a:ext cx="9214231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 M" panose="00020600040101010101" pitchFamily="18" charset="-122"/>
                <a:ea typeface="阿里巴巴普惠体 M" panose="00020600040101010101" pitchFamily="18" charset="-122"/>
                <a:cs typeface="阿里巴巴普惠体 M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6" y="3612019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9"/>
            <a:ext cx="1944551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7"/>
            <a:ext cx="5760539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1" y="2987771"/>
            <a:ext cx="1567543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 R" panose="00020600040101010101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3" y="2254205"/>
            <a:ext cx="566611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7" y="4231537"/>
            <a:ext cx="298935" cy="257703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7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2" y="1820151"/>
            <a:ext cx="854975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</p:spTree>
  </p:cSld>
  <p:clrMapOvr>
    <a:masterClrMapping/>
  </p:clrMapOvr>
</p:sldLayout>
</file>

<file path=ppt/slideLayouts/slideLayout3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9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1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4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 R" panose="00020600040101010101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9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40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1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 R" panose="00020600040101010101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5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9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3" y="4247863"/>
            <a:ext cx="494751" cy="494751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2" y="2161714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9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4" y="2679748"/>
            <a:ext cx="1567543" cy="1546571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 R" panose="00020600040101010101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 R" panose="00020600040101010101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8" y="2466441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</p:spTree>
  </p:cSld>
  <p:clrMapOvr>
    <a:masterClrMapping/>
  </p:clrMapOvr>
</p:sldLayout>
</file>

<file path=ppt/slideLayouts/slideLayout3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7" y="3583987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1" y="4003338"/>
            <a:ext cx="695927" cy="695927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9" cy="1913639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9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4" y="2679748"/>
            <a:ext cx="1567543" cy="1546571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 R" panose="00020600040101010101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1" y="2080300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6" y="3948334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7" y="2597311"/>
            <a:ext cx="302531" cy="302531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</p:spTree>
  </p:cSld>
  <p:clrMapOvr>
    <a:masterClrMapping/>
  </p:clrMapOvr>
</p:sldLayout>
</file>

<file path=ppt/slideLayouts/slideLayout3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5" y="3264493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1" cy="2017951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9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4" y="2679748"/>
            <a:ext cx="1567543" cy="1546571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 R" panose="00020600040101010101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 R" panose="00020600040101010101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4" y="4089234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9" y="2051118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1" cy="562211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</p:spTree>
  </p:cSld>
  <p:clrMapOvr>
    <a:masterClrMapping/>
  </p:clrMapOvr>
</p:sldLayout>
</file>

<file path=ppt/slideLayouts/slideLayout3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2"/>
            <a:ext cx="10698800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2" y="1646134"/>
            <a:ext cx="10749599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1pPr>
            <a:lvl2pPr marL="718820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 R" panose="00020600040101010101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5311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2" y="940082"/>
            <a:ext cx="10749599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2"/>
            <a:ext cx="10748056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“栗子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2"/>
            <a:ext cx="10748056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三角形 5"/>
          <p:cNvSpPr/>
          <p:nvPr userDrawn="1"/>
        </p:nvSpPr>
        <p:spPr>
          <a:xfrm rot="2651319">
            <a:off x="851567" y="3515633"/>
            <a:ext cx="145648" cy="78105"/>
          </a:xfrm>
          <a:prstGeom prst="triangl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7" name="矩形 6"/>
          <p:cNvSpPr/>
          <p:nvPr userDrawn="1"/>
        </p:nvSpPr>
        <p:spPr>
          <a:xfrm>
            <a:off x="944880" y="3159760"/>
            <a:ext cx="10302240" cy="2336800"/>
          </a:xfrm>
          <a:prstGeom prst="rect">
            <a:avLst/>
          </a:prstGeom>
          <a:noFill/>
          <a:ln w="9525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8" name="矩形 7"/>
          <p:cNvSpPr/>
          <p:nvPr userDrawn="1"/>
        </p:nvSpPr>
        <p:spPr>
          <a:xfrm>
            <a:off x="844952" y="3232230"/>
            <a:ext cx="1053296" cy="300943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rPr>
              <a:t>栗 子</a:t>
            </a:r>
            <a:endParaRPr kumimoji="1" lang="zh-CN" altLang="en-US" sz="1400" dirty="0">
              <a:latin typeface="阿里巴巴普惠体 R" panose="00020600040101010101" charset="-122"/>
              <a:ea typeface="阿里巴巴普惠体 R" panose="00020600040101010101" charset="-122"/>
              <a:cs typeface="阿里巴巴普惠体 R" panose="00020600040101010101" charset="-122"/>
            </a:endParaRPr>
          </a:p>
        </p:txBody>
      </p:sp>
      <p:sp>
        <p:nvSpPr>
          <p:cNvPr id="9" name="文本占位符 1"/>
          <p:cNvSpPr txBox="1"/>
          <p:nvPr userDrawn="1"/>
        </p:nvSpPr>
        <p:spPr>
          <a:xfrm>
            <a:off x="1141908" y="3605644"/>
            <a:ext cx="9887453" cy="1606225"/>
          </a:xfrm>
          <a:prstGeom prst="rect">
            <a:avLst/>
          </a:prstGeom>
        </p:spPr>
        <p:txBody>
          <a:bodyPr/>
          <a:lstStyle>
            <a:lvl1pPr marL="360045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  <a:defRPr lang="zh-CN" altLang="en-US" sz="160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1pPr>
            <a:lvl2pPr marL="719455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en-US" altLang="zh-CN" sz="1600" b="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 marL="1079500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zh-CN" altLang="en-US" sz="1600" b="0" kern="1200" dirty="0">
                <a:solidFill>
                  <a:srgbClr val="404040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1600" dirty="0" err="1">
                <a:solidFill>
                  <a:srgbClr val="262626"/>
                </a:solidFill>
              </a:rPr>
              <a:t>i</a:t>
            </a:r>
            <a:endParaRPr lang="en-US" altLang="zh-CN" sz="1600" dirty="0">
              <a:solidFill>
                <a:srgbClr val="262626"/>
              </a:solidFill>
            </a:endParaRPr>
          </a:p>
        </p:txBody>
      </p:sp>
    </p:spTree>
  </p:cSld>
  <p:clrMapOvr>
    <a:masterClrMapping/>
  </p:clrMapOvr>
</p:sldLayout>
</file>

<file path=ppt/slideLayouts/slideLayout3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4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15413" y="-123395"/>
            <a:ext cx="10515600" cy="1248139"/>
          </a:xfrm>
          <a:prstGeom prst="rect">
            <a:avLst/>
          </a:prstGeom>
        </p:spPr>
        <p:txBody>
          <a:bodyPr anchor="ctr"/>
          <a:lstStyle>
            <a:lvl1pPr>
              <a:defRPr>
                <a:solidFill>
                  <a:srgbClr val="595959"/>
                </a:solidFill>
                <a:latin typeface="阿里巴巴普惠体" panose="00020600040101010101" pitchFamily="18" charset="-122"/>
                <a:ea typeface="阿里巴巴普惠体 R" panose="00020600040101010101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4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>
            <a:lvl1pPr>
              <a:defRPr>
                <a:latin typeface="微软雅黑" panose="020B0503020204020204" pitchFamily="34" charset="-122"/>
                <a:ea typeface="阿里巴巴普惠体 R" panose="00020600040101010101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5019358" y="1"/>
            <a:ext cx="5973761" cy="5424255"/>
          </a:xfrm>
          <a:prstGeom prst="rect">
            <a:avLst/>
          </a:prstGeom>
        </p:spPr>
        <p:txBody>
          <a:bodyPr anchor="ctr"/>
          <a:lstStyle>
            <a:lvl1pPr marL="457200" marR="0" indent="-4572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u"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marL="457200" marR="0" lvl="0" indent="-4572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u"/>
              <a:defRPr/>
            </a:pPr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  <a:p>
            <a:pPr lvl="0"/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3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章节页版式（一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标题 11"/>
          <p:cNvSpPr>
            <a:spLocks noGrp="1"/>
          </p:cNvSpPr>
          <p:nvPr>
            <p:ph type="title" hasCustomPrompt="1"/>
          </p:nvPr>
        </p:nvSpPr>
        <p:spPr>
          <a:xfrm>
            <a:off x="5232400" y="2766218"/>
            <a:ext cx="6654800" cy="1325563"/>
          </a:xfrm>
          <a:prstGeom prst="rect">
            <a:avLst/>
          </a:prstGeom>
        </p:spPr>
        <p:txBody>
          <a:bodyPr/>
          <a:lstStyle>
            <a:lvl1pPr>
              <a:defRPr sz="3200" b="0" i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r>
              <a:rPr kumimoji="1" lang="zh-CN" altLang="en-US" dirty="0"/>
              <a:t>章节标题，右侧章节数字需自行设置</a:t>
            </a:r>
            <a:endParaRPr kumimoji="1" lang="zh-CN" altLang="en-US" dirty="0"/>
          </a:p>
        </p:txBody>
      </p:sp>
      <p:sp>
        <p:nvSpPr>
          <p:cNvPr id="14" name="文本占位符 13"/>
          <p:cNvSpPr>
            <a:spLocks noGrp="1"/>
          </p:cNvSpPr>
          <p:nvPr>
            <p:ph type="body" sz="quarter" idx="10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3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"/>
            <a:ext cx="6298881" cy="5326602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3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0081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400" dirty="0">
                <a:ea typeface="阿里巴巴普惠体 R" panose="00020600040101010101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400" dirty="0">
                <a:ea typeface="阿里巴巴普惠体 R" panose="00020600040101010101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 B" panose="00020600040101010101" pitchFamily="18" charset="-122"/>
                  <a:ea typeface="阿里巴巴普惠体 B" panose="00020600040101010101" pitchFamily="18" charset="-122"/>
                  <a:cs typeface="阿里巴巴普惠体 B" panose="00020600040101010101" pitchFamily="18" charset="-122"/>
                </a:rPr>
                <a:t>案例</a:t>
              </a:r>
              <a:endParaRPr lang="zh-CN" altLang="en-US" dirty="0">
                <a:solidFill>
                  <a:srgbClr val="0067E1"/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endParaRPr>
            </a:p>
          </p:txBody>
        </p:sp>
      </p:grp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01616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400" dirty="0">
                <a:ea typeface="阿里巴巴普惠体 R" panose="00020600040101010101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400" dirty="0">
                <a:ea typeface="阿里巴巴普惠体 R" panose="00020600040101010101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 B" panose="00020600040101010101" pitchFamily="18" charset="-122"/>
                  <a:ea typeface="阿里巴巴普惠体 B" panose="00020600040101010101" pitchFamily="18" charset="-122"/>
                  <a:cs typeface="阿里巴巴普惠体 B" panose="00020600040101010101" pitchFamily="18" charset="-122"/>
                </a:rPr>
                <a:t>练习</a:t>
              </a:r>
              <a:endParaRPr lang="zh-CN" altLang="en-US" dirty="0">
                <a:solidFill>
                  <a:srgbClr val="0067E1"/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endParaRPr>
            </a:p>
          </p:txBody>
        </p:sp>
      </p:grp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01616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“栗子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0082"/>
            <a:ext cx="9845675" cy="1934986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三角形 5"/>
          <p:cNvSpPr/>
          <p:nvPr userDrawn="1"/>
        </p:nvSpPr>
        <p:spPr>
          <a:xfrm rot="2651319">
            <a:off x="851567" y="3515631"/>
            <a:ext cx="145648" cy="78105"/>
          </a:xfrm>
          <a:prstGeom prst="triangl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6" name="矩形 5"/>
          <p:cNvSpPr/>
          <p:nvPr userDrawn="1"/>
        </p:nvSpPr>
        <p:spPr>
          <a:xfrm>
            <a:off x="944880" y="3159760"/>
            <a:ext cx="10302240" cy="2336800"/>
          </a:xfrm>
          <a:prstGeom prst="rect">
            <a:avLst/>
          </a:prstGeom>
          <a:noFill/>
          <a:ln w="9525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7" name="矩形 6"/>
          <p:cNvSpPr/>
          <p:nvPr userDrawn="1"/>
        </p:nvSpPr>
        <p:spPr>
          <a:xfrm>
            <a:off x="844952" y="3232230"/>
            <a:ext cx="1053296" cy="300942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rPr>
              <a:t>栗 子</a:t>
            </a:r>
            <a:endParaRPr kumimoji="1" lang="zh-CN" altLang="en-US" sz="1400" dirty="0">
              <a:latin typeface="阿里巴巴普惠体 R" panose="00020600040101010101" charset="-122"/>
              <a:ea typeface="阿里巴巴普惠体 R" panose="00020600040101010101" charset="-122"/>
              <a:cs typeface="阿里巴巴普惠体 R" panose="00020600040101010101" charset="-122"/>
            </a:endParaRPr>
          </a:p>
        </p:txBody>
      </p:sp>
      <p:sp>
        <p:nvSpPr>
          <p:cNvPr id="8" name="文本占位符 1"/>
          <p:cNvSpPr txBox="1"/>
          <p:nvPr userDrawn="1"/>
        </p:nvSpPr>
        <p:spPr>
          <a:xfrm>
            <a:off x="1141907" y="3605642"/>
            <a:ext cx="9887453" cy="1606225"/>
          </a:xfrm>
          <a:prstGeom prst="rect">
            <a:avLst/>
          </a:prstGeom>
        </p:spPr>
        <p:txBody>
          <a:bodyPr/>
          <a:lstStyle>
            <a:lvl1pPr marL="360045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  <a:defRPr lang="zh-CN" altLang="en-US" sz="160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1pPr>
            <a:lvl2pPr marL="719455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en-US" altLang="zh-CN" sz="1600" b="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 marL="1079500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zh-CN" altLang="en-US" sz="1600" b="0" kern="1200" dirty="0">
                <a:solidFill>
                  <a:srgbClr val="404040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dirty="0" err="1">
                <a:solidFill>
                  <a:srgbClr val="262626"/>
                </a:solidFill>
              </a:rPr>
              <a:t>i</a:t>
            </a:r>
            <a:endParaRPr lang="en-US" altLang="zh-CN" dirty="0">
              <a:solidFill>
                <a:srgbClr val="262626"/>
              </a:solidFill>
            </a:endParaRPr>
          </a:p>
        </p:txBody>
      </p:sp>
    </p:spTree>
  </p:cSld>
  <p:clrMapOvr>
    <a:masterClrMapping/>
  </p:clrMapOvr>
</p:sldLayout>
</file>

<file path=ppt/slideLayouts/slideLayout3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509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+案例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400" dirty="0">
                <a:ea typeface="阿里巴巴普惠体 R" panose="00020600040101010101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400" dirty="0">
                <a:ea typeface="阿里巴巴普惠体 R" panose="00020600040101010101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 B" panose="00020600040101010101" pitchFamily="18" charset="-122"/>
                  <a:ea typeface="阿里巴巴普惠体 B" panose="00020600040101010101" pitchFamily="18" charset="-122"/>
                  <a:cs typeface="阿里巴巴普惠体 B" panose="00020600040101010101" pitchFamily="18" charset="-122"/>
                </a:rPr>
                <a:t>案例</a:t>
              </a:r>
              <a:endParaRPr lang="zh-CN" altLang="en-US" dirty="0">
                <a:solidFill>
                  <a:srgbClr val="0067E1"/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 M" panose="00020600040101010101" pitchFamily="18" charset="-122"/>
                <a:ea typeface="阿里巴巴普惠体 M" panose="00020600040101010101" pitchFamily="18" charset="-122"/>
                <a:cs typeface="阿里巴巴普惠体 M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+练习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400" dirty="0">
                <a:ea typeface="阿里巴巴普惠体 R" panose="00020600040101010101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400" dirty="0">
                <a:ea typeface="阿里巴巴普惠体 R" panose="00020600040101010101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 B" panose="00020600040101010101" pitchFamily="18" charset="-122"/>
                  <a:ea typeface="阿里巴巴普惠体 B" panose="00020600040101010101" pitchFamily="18" charset="-122"/>
                  <a:cs typeface="阿里巴巴普惠体 B" panose="00020600040101010101" pitchFamily="18" charset="-122"/>
                </a:rPr>
                <a:t>练习</a:t>
              </a:r>
              <a:endParaRPr lang="zh-CN" altLang="en-US" dirty="0">
                <a:solidFill>
                  <a:srgbClr val="0067E1"/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 M" panose="00020600040101010101" pitchFamily="18" charset="-122"/>
                <a:ea typeface="阿里巴巴普惠体 M" panose="00020600040101010101" pitchFamily="18" charset="-122"/>
                <a:cs typeface="阿里巴巴普惠体 M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5" y="36120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0" y="29877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 R" panose="00020600040101010101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4" y="2254203"/>
            <a:ext cx="566610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6" y="4231536"/>
            <a:ext cx="298934" cy="257702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6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1" y="18201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</p:spTree>
  </p:cSld>
  <p:clrMapOvr>
    <a:masterClrMapping/>
  </p:clrMapOvr>
</p:sldLayout>
</file>

<file path=ppt/slideLayouts/slideLayout3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ea typeface="阿里巴巴普惠体 R" panose="00020600040101010101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ea typeface="阿里巴巴普惠体 R" panose="00020600040101010101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ea typeface="阿里巴巴普惠体 R" panose="00020600040101010101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ea typeface="阿里巴巴普惠体 R" panose="00020600040101010101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ea typeface="阿里巴巴普惠体 R" panose="00020600040101010101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ea typeface="阿里巴巴普惠体 R" panose="00020600040101010101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 R" panose="00020600040101010101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05400" y="1290033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ea typeface="阿里巴巴普惠体 R" panose="00020600040101010101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ea typeface="阿里巴巴普惠体 R" panose="00020600040101010101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ea typeface="阿里巴巴普惠体 R" panose="00020600040101010101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ea typeface="阿里巴巴普惠体 R" panose="00020600040101010101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ea typeface="阿里巴巴普惠体 R" panose="00020600040101010101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ea typeface="阿里巴巴普惠体 R" panose="00020600040101010101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 R" panose="00020600040101010101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4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8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2" y="4247863"/>
            <a:ext cx="494750" cy="494750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0" y="2161712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 R" panose="00020600040101010101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 R" panose="00020600040101010101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6" y="2466440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</p:spTree>
  </p:cSld>
  <p:clrMapOvr>
    <a:masterClrMapping/>
  </p:clrMapOvr>
</p:sldLayout>
</file>

<file path=ppt/slideLayouts/slideLayout3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6" y="3583986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0" y="4003337"/>
            <a:ext cx="695926" cy="695926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8" cy="1913638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 R" panose="00020600040101010101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0" y="2080298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4" y="3948333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8" y="2597311"/>
            <a:ext cx="302530" cy="302530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</p:spTree>
  </p:cSld>
  <p:clrMapOvr>
    <a:masterClrMapping/>
  </p:clrMapOvr>
</p:sldLayout>
</file>

<file path=ppt/slideLayouts/slideLayout3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3" y="3264492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0" cy="2017950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 R" panose="00020600040101010101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 R" panose="00020600040101010101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3" y="4089233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7" y="2051117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0" cy="562210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</p:spTree>
  </p:cSld>
  <p:clrMapOvr>
    <a:masterClrMapping/>
  </p:clrMapOvr>
</p:sldLayout>
</file>

<file path=ppt/slideLayouts/slideLayout3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646133"/>
            <a:ext cx="10749598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 R" panose="00020600040101010101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5311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“栗子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三角形 5"/>
          <p:cNvSpPr/>
          <p:nvPr userDrawn="1"/>
        </p:nvSpPr>
        <p:spPr>
          <a:xfrm rot="2651319">
            <a:off x="851567" y="3515631"/>
            <a:ext cx="145648" cy="78105"/>
          </a:xfrm>
          <a:prstGeom prst="triangl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7" name="矩形 6"/>
          <p:cNvSpPr/>
          <p:nvPr userDrawn="1"/>
        </p:nvSpPr>
        <p:spPr>
          <a:xfrm>
            <a:off x="944880" y="3159760"/>
            <a:ext cx="10302240" cy="2336800"/>
          </a:xfrm>
          <a:prstGeom prst="rect">
            <a:avLst/>
          </a:prstGeom>
          <a:noFill/>
          <a:ln w="9525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8" name="矩形 7"/>
          <p:cNvSpPr/>
          <p:nvPr userDrawn="1"/>
        </p:nvSpPr>
        <p:spPr>
          <a:xfrm>
            <a:off x="844952" y="3232230"/>
            <a:ext cx="1053296" cy="300942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rPr>
              <a:t>栗 子</a:t>
            </a:r>
            <a:endParaRPr kumimoji="1" lang="zh-CN" altLang="en-US" sz="1400" dirty="0">
              <a:latin typeface="阿里巴巴普惠体 R" panose="00020600040101010101" charset="-122"/>
              <a:ea typeface="阿里巴巴普惠体 R" panose="00020600040101010101" charset="-122"/>
              <a:cs typeface="阿里巴巴普惠体 R" panose="00020600040101010101" charset="-122"/>
            </a:endParaRPr>
          </a:p>
        </p:txBody>
      </p:sp>
      <p:sp>
        <p:nvSpPr>
          <p:cNvPr id="9" name="文本占位符 1"/>
          <p:cNvSpPr txBox="1"/>
          <p:nvPr userDrawn="1"/>
        </p:nvSpPr>
        <p:spPr>
          <a:xfrm>
            <a:off x="1141907" y="3605642"/>
            <a:ext cx="9887453" cy="1606225"/>
          </a:xfrm>
          <a:prstGeom prst="rect">
            <a:avLst/>
          </a:prstGeom>
        </p:spPr>
        <p:txBody>
          <a:bodyPr/>
          <a:lstStyle>
            <a:lvl1pPr marL="360045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  <a:defRPr lang="zh-CN" altLang="en-US" sz="160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1pPr>
            <a:lvl2pPr marL="719455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en-US" altLang="zh-CN" sz="1600" b="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 marL="1079500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zh-CN" altLang="en-US" sz="1600" b="0" kern="1200" dirty="0">
                <a:solidFill>
                  <a:srgbClr val="404040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dirty="0" err="1">
                <a:solidFill>
                  <a:srgbClr val="262626"/>
                </a:solidFill>
              </a:rPr>
              <a:t>i</a:t>
            </a:r>
            <a:endParaRPr lang="en-US" altLang="zh-CN" dirty="0">
              <a:solidFill>
                <a:srgbClr val="262626"/>
              </a:solidFill>
            </a:endParaRPr>
          </a:p>
        </p:txBody>
      </p:sp>
    </p:spTree>
  </p:cSld>
  <p:clrMapOvr>
    <a:masterClrMapping/>
  </p:clrMapOvr>
</p:sldLayout>
</file>

<file path=ppt/slideLayouts/slideLayout3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"/>
            <a:ext cx="6298881" cy="5326602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3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9" y="1"/>
            <a:ext cx="6298881" cy="5326603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3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9" y="1"/>
            <a:ext cx="6298881" cy="5326603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3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940082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016162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016162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“栗子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940081"/>
            <a:ext cx="9845675" cy="1934987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三角形 5"/>
          <p:cNvSpPr/>
          <p:nvPr userDrawn="1"/>
        </p:nvSpPr>
        <p:spPr>
          <a:xfrm rot="2651319">
            <a:off x="851567" y="3515633"/>
            <a:ext cx="145648" cy="78105"/>
          </a:xfrm>
          <a:prstGeom prst="triangl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6" name="矩形 5"/>
          <p:cNvSpPr/>
          <p:nvPr userDrawn="1"/>
        </p:nvSpPr>
        <p:spPr>
          <a:xfrm>
            <a:off x="944880" y="3159760"/>
            <a:ext cx="10302240" cy="2336800"/>
          </a:xfrm>
          <a:prstGeom prst="rect">
            <a:avLst/>
          </a:prstGeom>
          <a:noFill/>
          <a:ln w="9525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7" name="矩形 6"/>
          <p:cNvSpPr/>
          <p:nvPr userDrawn="1"/>
        </p:nvSpPr>
        <p:spPr>
          <a:xfrm>
            <a:off x="844952" y="3232230"/>
            <a:ext cx="1053296" cy="300943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栗 子</a:t>
            </a:r>
            <a:endParaRPr kumimoji="1" lang="zh-CN" altLang="en-US" sz="1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1"/>
          <p:cNvSpPr txBox="1"/>
          <p:nvPr userDrawn="1"/>
        </p:nvSpPr>
        <p:spPr>
          <a:xfrm>
            <a:off x="1141908" y="3605644"/>
            <a:ext cx="9887453" cy="1606225"/>
          </a:xfrm>
          <a:prstGeom prst="rect">
            <a:avLst/>
          </a:prstGeom>
        </p:spPr>
        <p:txBody>
          <a:bodyPr/>
          <a:lstStyle>
            <a:lvl1pPr marL="360045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  <a:defRPr lang="zh-CN" altLang="en-US" sz="160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1pPr>
            <a:lvl2pPr marL="719455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en-US" altLang="zh-CN" sz="1600" b="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 marL="1079500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zh-CN" altLang="en-US" sz="1600" b="0" kern="1200" dirty="0">
                <a:solidFill>
                  <a:srgbClr val="404040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1600" dirty="0" err="1">
                <a:solidFill>
                  <a:srgbClr val="262626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i</a:t>
            </a:r>
            <a:endParaRPr lang="en-US" altLang="zh-CN" sz="1600" dirty="0">
              <a:solidFill>
                <a:srgbClr val="262626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3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945094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8820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+案例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1"/>
            <a:ext cx="9214231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+练习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1"/>
            <a:ext cx="9214231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6" y="3612019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9"/>
            <a:ext cx="1944551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7"/>
            <a:ext cx="5760539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1" y="2987771"/>
            <a:ext cx="1567543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3" y="2254205"/>
            <a:ext cx="566611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7" y="4231537"/>
            <a:ext cx="298935" cy="257703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7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2" y="1820151"/>
            <a:ext cx="854975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3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9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1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4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9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4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1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5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9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3" y="4247863"/>
            <a:ext cx="494751" cy="494751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2" y="2161714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9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4" y="2679748"/>
            <a:ext cx="1567543" cy="1546571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8" y="2466441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3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7" y="3583987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1" y="4003338"/>
            <a:ext cx="695927" cy="695927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9" cy="1913639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9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4" y="2679748"/>
            <a:ext cx="1567543" cy="1546571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1" y="2080300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6" y="3948334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7" y="2597311"/>
            <a:ext cx="302531" cy="302531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38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5" y="3264493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1" cy="2017951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9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4" y="2679748"/>
            <a:ext cx="1567543" cy="1546571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4" y="4089234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9" y="2051118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1" cy="562211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3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2"/>
            <a:ext cx="10698800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8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2" y="1646134"/>
            <a:ext cx="10749599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8820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5311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2" y="940082"/>
            <a:ext cx="10749599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8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2"/>
            <a:ext cx="10748056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8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“栗子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2"/>
            <a:ext cx="10748056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三角形 5"/>
          <p:cNvSpPr/>
          <p:nvPr userDrawn="1"/>
        </p:nvSpPr>
        <p:spPr>
          <a:xfrm rot="2651319">
            <a:off x="851567" y="3515633"/>
            <a:ext cx="145648" cy="78105"/>
          </a:xfrm>
          <a:prstGeom prst="triangl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7" name="矩形 6"/>
          <p:cNvSpPr/>
          <p:nvPr userDrawn="1"/>
        </p:nvSpPr>
        <p:spPr>
          <a:xfrm>
            <a:off x="944880" y="3159760"/>
            <a:ext cx="10302240" cy="2336800"/>
          </a:xfrm>
          <a:prstGeom prst="rect">
            <a:avLst/>
          </a:prstGeom>
          <a:noFill/>
          <a:ln w="9525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矩形 7"/>
          <p:cNvSpPr/>
          <p:nvPr userDrawn="1"/>
        </p:nvSpPr>
        <p:spPr>
          <a:xfrm>
            <a:off x="844952" y="3232230"/>
            <a:ext cx="1053296" cy="300943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栗 子</a:t>
            </a:r>
            <a:endParaRPr kumimoji="1" lang="zh-CN" altLang="en-US" sz="1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9" name="文本占位符 1"/>
          <p:cNvSpPr txBox="1"/>
          <p:nvPr userDrawn="1"/>
        </p:nvSpPr>
        <p:spPr>
          <a:xfrm>
            <a:off x="1141908" y="3605644"/>
            <a:ext cx="9887453" cy="1606225"/>
          </a:xfrm>
          <a:prstGeom prst="rect">
            <a:avLst/>
          </a:prstGeom>
        </p:spPr>
        <p:txBody>
          <a:bodyPr/>
          <a:lstStyle>
            <a:lvl1pPr marL="360045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  <a:defRPr lang="zh-CN" altLang="en-US" sz="160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1pPr>
            <a:lvl2pPr marL="719455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en-US" altLang="zh-CN" sz="1600" b="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 marL="1079500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zh-CN" altLang="en-US" sz="1600" b="0" kern="1200" dirty="0">
                <a:solidFill>
                  <a:srgbClr val="404040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1600" dirty="0" err="1">
                <a:solidFill>
                  <a:srgbClr val="262626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i</a:t>
            </a:r>
            <a:endParaRPr lang="en-US" altLang="zh-CN" sz="1600" dirty="0">
              <a:solidFill>
                <a:srgbClr val="262626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38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8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15413" y="-123395"/>
            <a:ext cx="10515600" cy="1248139"/>
          </a:xfrm>
          <a:prstGeom prst="rect">
            <a:avLst/>
          </a:prstGeom>
        </p:spPr>
        <p:txBody>
          <a:bodyPr anchor="ctr"/>
          <a:lstStyle>
            <a:lvl1pPr>
              <a:defRPr>
                <a:solidFill>
                  <a:srgbClr val="595959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8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>
            <a:lvl1pPr>
              <a:defRPr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8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940082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9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016162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9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016162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9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“栗子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940081"/>
            <a:ext cx="9845675" cy="1934987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三角形 5"/>
          <p:cNvSpPr/>
          <p:nvPr userDrawn="1"/>
        </p:nvSpPr>
        <p:spPr>
          <a:xfrm rot="2651319">
            <a:off x="851567" y="3515633"/>
            <a:ext cx="145648" cy="78105"/>
          </a:xfrm>
          <a:prstGeom prst="triangl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6" name="矩形 5"/>
          <p:cNvSpPr/>
          <p:nvPr userDrawn="1"/>
        </p:nvSpPr>
        <p:spPr>
          <a:xfrm>
            <a:off x="944880" y="3159760"/>
            <a:ext cx="10302240" cy="2336800"/>
          </a:xfrm>
          <a:prstGeom prst="rect">
            <a:avLst/>
          </a:prstGeom>
          <a:noFill/>
          <a:ln w="9525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7" name="矩形 6"/>
          <p:cNvSpPr/>
          <p:nvPr userDrawn="1"/>
        </p:nvSpPr>
        <p:spPr>
          <a:xfrm>
            <a:off x="844952" y="3232230"/>
            <a:ext cx="1053296" cy="300943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栗 子</a:t>
            </a:r>
            <a:endParaRPr kumimoji="1" lang="zh-CN" altLang="en-US" sz="1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1"/>
          <p:cNvSpPr txBox="1"/>
          <p:nvPr userDrawn="1"/>
        </p:nvSpPr>
        <p:spPr>
          <a:xfrm>
            <a:off x="1141908" y="3605644"/>
            <a:ext cx="9887453" cy="1606225"/>
          </a:xfrm>
          <a:prstGeom prst="rect">
            <a:avLst/>
          </a:prstGeom>
        </p:spPr>
        <p:txBody>
          <a:bodyPr/>
          <a:lstStyle>
            <a:lvl1pPr marL="360045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  <a:defRPr lang="zh-CN" altLang="en-US" sz="160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1pPr>
            <a:lvl2pPr marL="719455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en-US" altLang="zh-CN" sz="1600" b="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 marL="1079500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zh-CN" altLang="en-US" sz="1600" b="0" kern="1200" dirty="0">
                <a:solidFill>
                  <a:srgbClr val="404040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1600" dirty="0" err="1">
                <a:solidFill>
                  <a:srgbClr val="262626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i</a:t>
            </a:r>
            <a:endParaRPr lang="en-US" altLang="zh-CN" sz="1600" dirty="0">
              <a:solidFill>
                <a:srgbClr val="262626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39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945094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8820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9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+案例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1"/>
            <a:ext cx="9214231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9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+练习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1"/>
            <a:ext cx="9214231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9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6" y="3612019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9"/>
            <a:ext cx="1944551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7"/>
            <a:ext cx="5760539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1" y="2987771"/>
            <a:ext cx="1567543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3" y="2254205"/>
            <a:ext cx="566611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7" y="4231537"/>
            <a:ext cx="298935" cy="257703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7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2" y="1820151"/>
            <a:ext cx="854975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39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9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1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4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9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9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4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1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9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5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9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3" y="4247863"/>
            <a:ext cx="494751" cy="494751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2" y="2161714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9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4" y="2679748"/>
            <a:ext cx="1567543" cy="1546571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8" y="2466441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40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7" y="3583987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1" y="4003338"/>
            <a:ext cx="695927" cy="695927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9" cy="1913639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9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4" y="2679748"/>
            <a:ext cx="1567543" cy="1546571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1" y="2080300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6" y="3948334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7" y="2597311"/>
            <a:ext cx="302531" cy="302531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40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5" y="3264493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1" cy="2017951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9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4" y="2679748"/>
            <a:ext cx="1567543" cy="1546571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4" y="4089234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9" y="2051118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1" cy="562211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40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2"/>
            <a:ext cx="10698800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0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2" y="1646134"/>
            <a:ext cx="10749599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8820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5311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2" y="940082"/>
            <a:ext cx="10749599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0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2"/>
            <a:ext cx="10748056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0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“栗子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2"/>
            <a:ext cx="10748056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三角形 5"/>
          <p:cNvSpPr/>
          <p:nvPr userDrawn="1"/>
        </p:nvSpPr>
        <p:spPr>
          <a:xfrm rot="2651319">
            <a:off x="851567" y="3515633"/>
            <a:ext cx="145648" cy="78105"/>
          </a:xfrm>
          <a:prstGeom prst="triangl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7" name="矩形 6"/>
          <p:cNvSpPr/>
          <p:nvPr userDrawn="1"/>
        </p:nvSpPr>
        <p:spPr>
          <a:xfrm>
            <a:off x="944880" y="3159760"/>
            <a:ext cx="10302240" cy="2336800"/>
          </a:xfrm>
          <a:prstGeom prst="rect">
            <a:avLst/>
          </a:prstGeom>
          <a:noFill/>
          <a:ln w="9525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矩形 7"/>
          <p:cNvSpPr/>
          <p:nvPr userDrawn="1"/>
        </p:nvSpPr>
        <p:spPr>
          <a:xfrm>
            <a:off x="844952" y="3232230"/>
            <a:ext cx="1053296" cy="300943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栗 子</a:t>
            </a:r>
            <a:endParaRPr kumimoji="1" lang="zh-CN" altLang="en-US" sz="1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9" name="文本占位符 1"/>
          <p:cNvSpPr txBox="1"/>
          <p:nvPr userDrawn="1"/>
        </p:nvSpPr>
        <p:spPr>
          <a:xfrm>
            <a:off x="1141908" y="3605644"/>
            <a:ext cx="9887453" cy="1606225"/>
          </a:xfrm>
          <a:prstGeom prst="rect">
            <a:avLst/>
          </a:prstGeom>
        </p:spPr>
        <p:txBody>
          <a:bodyPr/>
          <a:lstStyle>
            <a:lvl1pPr marL="360045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  <a:defRPr lang="zh-CN" altLang="en-US" sz="160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1pPr>
            <a:lvl2pPr marL="719455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en-US" altLang="zh-CN" sz="1600" b="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 marL="1079500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zh-CN" altLang="en-US" sz="1600" b="0" kern="1200" dirty="0">
                <a:solidFill>
                  <a:srgbClr val="404040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1600" dirty="0" err="1">
                <a:solidFill>
                  <a:srgbClr val="262626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i</a:t>
            </a:r>
            <a:endParaRPr lang="en-US" altLang="zh-CN" sz="1600" dirty="0">
              <a:solidFill>
                <a:srgbClr val="262626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40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0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15413" y="-123395"/>
            <a:ext cx="10515600" cy="1248139"/>
          </a:xfrm>
          <a:prstGeom prst="rect">
            <a:avLst/>
          </a:prstGeom>
        </p:spPr>
        <p:txBody>
          <a:bodyPr anchor="ctr"/>
          <a:lstStyle>
            <a:lvl1pPr>
              <a:defRPr>
                <a:solidFill>
                  <a:srgbClr val="595959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0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>
            <a:lvl1pPr>
              <a:defRPr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/Relationships>
</file>

<file path=ppt/slideMasters/_rels/slideMaster3.xml.rels><?xml version="1.0" encoding="UTF-8" standalone="yes"?>
<Relationships xmlns="http://schemas.openxmlformats.org/package/2006/relationships"><Relationship Id="rId4" Type="http://schemas.openxmlformats.org/officeDocument/2006/relationships/theme" Target="../theme/theme3.xml"/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theme" Target="../theme/theme4.xml"/><Relationship Id="rId2" Type="http://schemas.openxmlformats.org/officeDocument/2006/relationships/slideLayout" Target="../slideLayouts/slideLayout5.xml"/><Relationship Id="rId1" Type="http://schemas.openxmlformats.org/officeDocument/2006/relationships/slideLayout" Target="../slideLayouts/slideLayout4.xml"/></Relationships>
</file>

<file path=ppt/slideMasters/_rels/slideMaster5.xml.rels><?xml version="1.0" encoding="UTF-8" standalone="yes"?>
<Relationships xmlns="http://schemas.openxmlformats.org/package/2006/relationships"><Relationship Id="rId2" Type="http://schemas.openxmlformats.org/officeDocument/2006/relationships/theme" Target="../theme/theme5.xml"/><Relationship Id="rId1" Type="http://schemas.openxmlformats.org/officeDocument/2006/relationships/slideLayout" Target="../slideLayouts/slideLayout6.xml"/></Relationships>
</file>

<file path=ppt/slideMasters/_rels/slideMaster6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5.xml"/><Relationship Id="rId8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2.xml"/><Relationship Id="rId5" Type="http://schemas.openxmlformats.org/officeDocument/2006/relationships/slideLayout" Target="../slideLayouts/slideLayout11.xml"/><Relationship Id="rId4" Type="http://schemas.openxmlformats.org/officeDocument/2006/relationships/slideLayout" Target="../slideLayouts/slideLayout10.xml"/><Relationship Id="rId3" Type="http://schemas.openxmlformats.org/officeDocument/2006/relationships/slideLayout" Target="../slideLayouts/slideLayout9.xml"/><Relationship Id="rId20" Type="http://schemas.openxmlformats.org/officeDocument/2006/relationships/theme" Target="../theme/theme6.xml"/><Relationship Id="rId2" Type="http://schemas.openxmlformats.org/officeDocument/2006/relationships/slideLayout" Target="../slideLayouts/slideLayout8.xml"/><Relationship Id="rId19" Type="http://schemas.openxmlformats.org/officeDocument/2006/relationships/image" Target="../media/image6.png"/><Relationship Id="rId18" Type="http://schemas.openxmlformats.org/officeDocument/2006/relationships/slideLayout" Target="../slideLayouts/slideLayout24.xml"/><Relationship Id="rId17" Type="http://schemas.openxmlformats.org/officeDocument/2006/relationships/slideLayout" Target="../slideLayouts/slideLayout23.xml"/><Relationship Id="rId16" Type="http://schemas.openxmlformats.org/officeDocument/2006/relationships/slideLayout" Target="../slideLayouts/slideLayout22.xml"/><Relationship Id="rId15" Type="http://schemas.openxmlformats.org/officeDocument/2006/relationships/slideLayout" Target="../slideLayouts/slideLayout21.xml"/><Relationship Id="rId14" Type="http://schemas.openxmlformats.org/officeDocument/2006/relationships/slideLayout" Target="../slideLayouts/slideLayout20.xml"/><Relationship Id="rId13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16.xml"/><Relationship Id="rId1" Type="http://schemas.openxmlformats.org/officeDocument/2006/relationships/slideLayout" Target="../slideLayouts/slideLayout7.xml"/></Relationships>
</file>

<file path=ppt/slideMasters/_rels/slideMaster7.xml.rels><?xml version="1.0" encoding="UTF-8" standalone="yes"?>
<Relationships xmlns="http://schemas.openxmlformats.org/package/2006/relationships"><Relationship Id="rId3" Type="http://schemas.openxmlformats.org/officeDocument/2006/relationships/theme" Target="../theme/theme7.xml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5.xml"/></Relationships>
</file>

<file path=ppt/slideMasters/_rels/slideMaster8.xml.rels><?xml version="1.0" encoding="UTF-8" standalone="yes"?>
<Relationships xmlns="http://schemas.openxmlformats.org/package/2006/relationships"><Relationship Id="rId4" Type="http://schemas.openxmlformats.org/officeDocument/2006/relationships/theme" Target="../theme/theme8.xml"/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6.xml"/></Relationships>
</file>

<file path=ppt/slideMasters/_rels/slideMaster9.xml.rels><?xml version="1.0" encoding="UTF-8" standalone="yes"?>
<Relationships xmlns="http://schemas.openxmlformats.org/package/2006/relationships"><Relationship Id="rId4" Type="http://schemas.openxmlformats.org/officeDocument/2006/relationships/theme" Target="../theme/theme9.xml"/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7.xml"/></Relationships>
</file>

<file path=ppt/slideMasters/_rels/slideMaster10.xml.rels><?xml version="1.0" encoding="UTF-8" standalone="yes"?>
<Relationships xmlns="http://schemas.openxmlformats.org/package/2006/relationships"><Relationship Id="rId4" Type="http://schemas.openxmlformats.org/officeDocument/2006/relationships/theme" Target="../theme/theme10.xml"/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8.xml"/></Relationships>
</file>

<file path=ppt/slideMasters/_rels/slideMaster11.xml.rels><?xml version="1.0" encoding="UTF-8" standalone="yes"?>
<Relationships xmlns="http://schemas.openxmlformats.org/package/2006/relationships"><Relationship Id="rId4" Type="http://schemas.openxmlformats.org/officeDocument/2006/relationships/theme" Target="../theme/theme11.xml"/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9.xml"/></Relationships>
</file>

<file path=ppt/slideMasters/_rels/slideMaster12.xml.rels><?xml version="1.0" encoding="UTF-8" standalone="yes"?>
<Relationships xmlns="http://schemas.openxmlformats.org/package/2006/relationships"><Relationship Id="rId5" Type="http://schemas.openxmlformats.org/officeDocument/2006/relationships/theme" Target="../theme/theme12.xml"/><Relationship Id="rId4" Type="http://schemas.openxmlformats.org/officeDocument/2006/relationships/image" Target="../media/image3.svg"/><Relationship Id="rId3" Type="http://schemas.openxmlformats.org/officeDocument/2006/relationships/image" Target="../media/image2.png"/><Relationship Id="rId2" Type="http://schemas.openxmlformats.org/officeDocument/2006/relationships/slideLayout" Target="../slideLayouts/slideLayout31.xml"/><Relationship Id="rId1" Type="http://schemas.openxmlformats.org/officeDocument/2006/relationships/slideLayout" Target="../slideLayouts/slideLayout30.xml"/></Relationships>
</file>

<file path=ppt/slideMasters/_rels/slideMaster13.xml.rels><?xml version="1.0" encoding="UTF-8" standalone="yes"?>
<Relationships xmlns="http://schemas.openxmlformats.org/package/2006/relationships"><Relationship Id="rId4" Type="http://schemas.openxmlformats.org/officeDocument/2006/relationships/theme" Target="../theme/theme13.xml"/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2.xml"/></Relationships>
</file>

<file path=ppt/slideMasters/_rels/slideMaster14.xml.rels><?xml version="1.0" encoding="UTF-8" standalone="yes"?>
<Relationships xmlns="http://schemas.openxmlformats.org/package/2006/relationships"><Relationship Id="rId4" Type="http://schemas.openxmlformats.org/officeDocument/2006/relationships/theme" Target="../theme/theme14.xml"/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3.xml"/></Relationships>
</file>

<file path=ppt/slideMasters/_rels/slideMaster15.xml.rels><?xml version="1.0" encoding="UTF-8" standalone="yes"?>
<Relationships xmlns="http://schemas.openxmlformats.org/package/2006/relationships"><Relationship Id="rId4" Type="http://schemas.openxmlformats.org/officeDocument/2006/relationships/theme" Target="../theme/theme15.xml"/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4.xml"/></Relationships>
</file>

<file path=ppt/slideMasters/_rels/slideMaster16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43.xml"/><Relationship Id="rId8" Type="http://schemas.openxmlformats.org/officeDocument/2006/relationships/slideLayout" Target="../slideLayouts/slideLayout42.xml"/><Relationship Id="rId7" Type="http://schemas.openxmlformats.org/officeDocument/2006/relationships/slideLayout" Target="../slideLayouts/slideLayout41.xml"/><Relationship Id="rId6" Type="http://schemas.openxmlformats.org/officeDocument/2006/relationships/slideLayout" Target="../slideLayouts/slideLayout40.xml"/><Relationship Id="rId5" Type="http://schemas.openxmlformats.org/officeDocument/2006/relationships/slideLayout" Target="../slideLayouts/slideLayout39.xml"/><Relationship Id="rId4" Type="http://schemas.openxmlformats.org/officeDocument/2006/relationships/slideLayout" Target="../slideLayouts/slideLayout38.xml"/><Relationship Id="rId3" Type="http://schemas.openxmlformats.org/officeDocument/2006/relationships/slideLayout" Target="../slideLayouts/slideLayout37.xml"/><Relationship Id="rId20" Type="http://schemas.openxmlformats.org/officeDocument/2006/relationships/theme" Target="../theme/theme16.xml"/><Relationship Id="rId2" Type="http://schemas.openxmlformats.org/officeDocument/2006/relationships/slideLayout" Target="../slideLayouts/slideLayout36.xml"/><Relationship Id="rId19" Type="http://schemas.openxmlformats.org/officeDocument/2006/relationships/image" Target="../media/image6.png"/><Relationship Id="rId18" Type="http://schemas.openxmlformats.org/officeDocument/2006/relationships/slideLayout" Target="../slideLayouts/slideLayout52.xml"/><Relationship Id="rId17" Type="http://schemas.openxmlformats.org/officeDocument/2006/relationships/slideLayout" Target="../slideLayouts/slideLayout51.xml"/><Relationship Id="rId16" Type="http://schemas.openxmlformats.org/officeDocument/2006/relationships/slideLayout" Target="../slideLayouts/slideLayout50.xml"/><Relationship Id="rId15" Type="http://schemas.openxmlformats.org/officeDocument/2006/relationships/slideLayout" Target="../slideLayouts/slideLayout49.xml"/><Relationship Id="rId14" Type="http://schemas.openxmlformats.org/officeDocument/2006/relationships/slideLayout" Target="../slideLayouts/slideLayout48.xml"/><Relationship Id="rId13" Type="http://schemas.openxmlformats.org/officeDocument/2006/relationships/slideLayout" Target="../slideLayouts/slideLayout47.xml"/><Relationship Id="rId12" Type="http://schemas.openxmlformats.org/officeDocument/2006/relationships/slideLayout" Target="../slideLayouts/slideLayout46.xml"/><Relationship Id="rId11" Type="http://schemas.openxmlformats.org/officeDocument/2006/relationships/slideLayout" Target="../slideLayouts/slideLayout45.xml"/><Relationship Id="rId10" Type="http://schemas.openxmlformats.org/officeDocument/2006/relationships/slideLayout" Target="../slideLayouts/slideLayout44.xml"/><Relationship Id="rId1" Type="http://schemas.openxmlformats.org/officeDocument/2006/relationships/slideLayout" Target="../slideLayouts/slideLayout35.xml"/></Relationships>
</file>

<file path=ppt/slideMasters/_rels/slideMaster17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61.xml"/><Relationship Id="rId8" Type="http://schemas.openxmlformats.org/officeDocument/2006/relationships/slideLayout" Target="../slideLayouts/slideLayout60.xml"/><Relationship Id="rId7" Type="http://schemas.openxmlformats.org/officeDocument/2006/relationships/slideLayout" Target="../slideLayouts/slideLayout59.xml"/><Relationship Id="rId6" Type="http://schemas.openxmlformats.org/officeDocument/2006/relationships/slideLayout" Target="../slideLayouts/slideLayout58.xml"/><Relationship Id="rId5" Type="http://schemas.openxmlformats.org/officeDocument/2006/relationships/slideLayout" Target="../slideLayouts/slideLayout57.xml"/><Relationship Id="rId4" Type="http://schemas.openxmlformats.org/officeDocument/2006/relationships/slideLayout" Target="../slideLayouts/slideLayout56.xml"/><Relationship Id="rId3" Type="http://schemas.openxmlformats.org/officeDocument/2006/relationships/slideLayout" Target="../slideLayouts/slideLayout55.xml"/><Relationship Id="rId20" Type="http://schemas.openxmlformats.org/officeDocument/2006/relationships/theme" Target="../theme/theme17.xml"/><Relationship Id="rId2" Type="http://schemas.openxmlformats.org/officeDocument/2006/relationships/slideLayout" Target="../slideLayouts/slideLayout54.xml"/><Relationship Id="rId19" Type="http://schemas.openxmlformats.org/officeDocument/2006/relationships/image" Target="../media/image6.png"/><Relationship Id="rId18" Type="http://schemas.openxmlformats.org/officeDocument/2006/relationships/slideLayout" Target="../slideLayouts/slideLayout70.xml"/><Relationship Id="rId17" Type="http://schemas.openxmlformats.org/officeDocument/2006/relationships/slideLayout" Target="../slideLayouts/slideLayout69.xml"/><Relationship Id="rId16" Type="http://schemas.openxmlformats.org/officeDocument/2006/relationships/slideLayout" Target="../slideLayouts/slideLayout68.xml"/><Relationship Id="rId15" Type="http://schemas.openxmlformats.org/officeDocument/2006/relationships/slideLayout" Target="../slideLayouts/slideLayout67.xml"/><Relationship Id="rId14" Type="http://schemas.openxmlformats.org/officeDocument/2006/relationships/slideLayout" Target="../slideLayouts/slideLayout66.xml"/><Relationship Id="rId13" Type="http://schemas.openxmlformats.org/officeDocument/2006/relationships/slideLayout" Target="../slideLayouts/slideLayout65.xml"/><Relationship Id="rId12" Type="http://schemas.openxmlformats.org/officeDocument/2006/relationships/slideLayout" Target="../slideLayouts/slideLayout64.xml"/><Relationship Id="rId11" Type="http://schemas.openxmlformats.org/officeDocument/2006/relationships/slideLayout" Target="../slideLayouts/slideLayout63.xml"/><Relationship Id="rId10" Type="http://schemas.openxmlformats.org/officeDocument/2006/relationships/slideLayout" Target="../slideLayouts/slideLayout62.xml"/><Relationship Id="rId1" Type="http://schemas.openxmlformats.org/officeDocument/2006/relationships/slideLayout" Target="../slideLayouts/slideLayout53.xml"/></Relationships>
</file>

<file path=ppt/slideMasters/_rels/slideMaster18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79.xml"/><Relationship Id="rId8" Type="http://schemas.openxmlformats.org/officeDocument/2006/relationships/slideLayout" Target="../slideLayouts/slideLayout78.xml"/><Relationship Id="rId7" Type="http://schemas.openxmlformats.org/officeDocument/2006/relationships/slideLayout" Target="../slideLayouts/slideLayout77.xml"/><Relationship Id="rId6" Type="http://schemas.openxmlformats.org/officeDocument/2006/relationships/slideLayout" Target="../slideLayouts/slideLayout76.xml"/><Relationship Id="rId5" Type="http://schemas.openxmlformats.org/officeDocument/2006/relationships/slideLayout" Target="../slideLayouts/slideLayout75.xml"/><Relationship Id="rId4" Type="http://schemas.openxmlformats.org/officeDocument/2006/relationships/slideLayout" Target="../slideLayouts/slideLayout74.xml"/><Relationship Id="rId3" Type="http://schemas.openxmlformats.org/officeDocument/2006/relationships/slideLayout" Target="../slideLayouts/slideLayout73.xml"/><Relationship Id="rId20" Type="http://schemas.openxmlformats.org/officeDocument/2006/relationships/theme" Target="../theme/theme18.xml"/><Relationship Id="rId2" Type="http://schemas.openxmlformats.org/officeDocument/2006/relationships/slideLayout" Target="../slideLayouts/slideLayout72.xml"/><Relationship Id="rId19" Type="http://schemas.openxmlformats.org/officeDocument/2006/relationships/image" Target="../media/image6.png"/><Relationship Id="rId18" Type="http://schemas.openxmlformats.org/officeDocument/2006/relationships/slideLayout" Target="../slideLayouts/slideLayout88.xml"/><Relationship Id="rId17" Type="http://schemas.openxmlformats.org/officeDocument/2006/relationships/slideLayout" Target="../slideLayouts/slideLayout87.xml"/><Relationship Id="rId16" Type="http://schemas.openxmlformats.org/officeDocument/2006/relationships/slideLayout" Target="../slideLayouts/slideLayout86.xml"/><Relationship Id="rId15" Type="http://schemas.openxmlformats.org/officeDocument/2006/relationships/slideLayout" Target="../slideLayouts/slideLayout85.xml"/><Relationship Id="rId14" Type="http://schemas.openxmlformats.org/officeDocument/2006/relationships/slideLayout" Target="../slideLayouts/slideLayout84.xml"/><Relationship Id="rId13" Type="http://schemas.openxmlformats.org/officeDocument/2006/relationships/slideLayout" Target="../slideLayouts/slideLayout83.xml"/><Relationship Id="rId12" Type="http://schemas.openxmlformats.org/officeDocument/2006/relationships/slideLayout" Target="../slideLayouts/slideLayout82.xml"/><Relationship Id="rId11" Type="http://schemas.openxmlformats.org/officeDocument/2006/relationships/slideLayout" Target="../slideLayouts/slideLayout81.xml"/><Relationship Id="rId10" Type="http://schemas.openxmlformats.org/officeDocument/2006/relationships/slideLayout" Target="../slideLayouts/slideLayout80.xml"/><Relationship Id="rId1" Type="http://schemas.openxmlformats.org/officeDocument/2006/relationships/slideLayout" Target="../slideLayouts/slideLayout71.xml"/></Relationships>
</file>

<file path=ppt/slideMasters/_rels/slideMaster19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7.xml"/><Relationship Id="rId8" Type="http://schemas.openxmlformats.org/officeDocument/2006/relationships/slideLayout" Target="../slideLayouts/slideLayout96.xml"/><Relationship Id="rId7" Type="http://schemas.openxmlformats.org/officeDocument/2006/relationships/slideLayout" Target="../slideLayouts/slideLayout95.xml"/><Relationship Id="rId6" Type="http://schemas.openxmlformats.org/officeDocument/2006/relationships/slideLayout" Target="../slideLayouts/slideLayout94.xml"/><Relationship Id="rId5" Type="http://schemas.openxmlformats.org/officeDocument/2006/relationships/slideLayout" Target="../slideLayouts/slideLayout93.xml"/><Relationship Id="rId4" Type="http://schemas.openxmlformats.org/officeDocument/2006/relationships/slideLayout" Target="../slideLayouts/slideLayout92.xml"/><Relationship Id="rId3" Type="http://schemas.openxmlformats.org/officeDocument/2006/relationships/slideLayout" Target="../slideLayouts/slideLayout91.xml"/><Relationship Id="rId20" Type="http://schemas.openxmlformats.org/officeDocument/2006/relationships/theme" Target="../theme/theme19.xml"/><Relationship Id="rId2" Type="http://schemas.openxmlformats.org/officeDocument/2006/relationships/slideLayout" Target="../slideLayouts/slideLayout90.xml"/><Relationship Id="rId19" Type="http://schemas.openxmlformats.org/officeDocument/2006/relationships/image" Target="../media/image6.png"/><Relationship Id="rId18" Type="http://schemas.openxmlformats.org/officeDocument/2006/relationships/slideLayout" Target="../slideLayouts/slideLayout106.xml"/><Relationship Id="rId17" Type="http://schemas.openxmlformats.org/officeDocument/2006/relationships/slideLayout" Target="../slideLayouts/slideLayout105.xml"/><Relationship Id="rId16" Type="http://schemas.openxmlformats.org/officeDocument/2006/relationships/slideLayout" Target="../slideLayouts/slideLayout104.xml"/><Relationship Id="rId15" Type="http://schemas.openxmlformats.org/officeDocument/2006/relationships/slideLayout" Target="../slideLayouts/slideLayout103.xml"/><Relationship Id="rId14" Type="http://schemas.openxmlformats.org/officeDocument/2006/relationships/slideLayout" Target="../slideLayouts/slideLayout102.xml"/><Relationship Id="rId13" Type="http://schemas.openxmlformats.org/officeDocument/2006/relationships/slideLayout" Target="../slideLayouts/slideLayout101.xml"/><Relationship Id="rId12" Type="http://schemas.openxmlformats.org/officeDocument/2006/relationships/slideLayout" Target="../slideLayouts/slideLayout100.xml"/><Relationship Id="rId11" Type="http://schemas.openxmlformats.org/officeDocument/2006/relationships/slideLayout" Target="../slideLayouts/slideLayout99.xml"/><Relationship Id="rId10" Type="http://schemas.openxmlformats.org/officeDocument/2006/relationships/slideLayout" Target="../slideLayouts/slideLayout98.xml"/><Relationship Id="rId1" Type="http://schemas.openxmlformats.org/officeDocument/2006/relationships/slideLayout" Target="../slideLayouts/slideLayout89.xml"/></Relationships>
</file>

<file path=ppt/slideMasters/_rels/slideMaster20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15.xml"/><Relationship Id="rId8" Type="http://schemas.openxmlformats.org/officeDocument/2006/relationships/slideLayout" Target="../slideLayouts/slideLayout114.xml"/><Relationship Id="rId7" Type="http://schemas.openxmlformats.org/officeDocument/2006/relationships/slideLayout" Target="../slideLayouts/slideLayout113.xml"/><Relationship Id="rId6" Type="http://schemas.openxmlformats.org/officeDocument/2006/relationships/slideLayout" Target="../slideLayouts/slideLayout112.xml"/><Relationship Id="rId5" Type="http://schemas.openxmlformats.org/officeDocument/2006/relationships/slideLayout" Target="../slideLayouts/slideLayout111.xml"/><Relationship Id="rId4" Type="http://schemas.openxmlformats.org/officeDocument/2006/relationships/slideLayout" Target="../slideLayouts/slideLayout110.xml"/><Relationship Id="rId3" Type="http://schemas.openxmlformats.org/officeDocument/2006/relationships/slideLayout" Target="../slideLayouts/slideLayout109.xml"/><Relationship Id="rId20" Type="http://schemas.openxmlformats.org/officeDocument/2006/relationships/theme" Target="../theme/theme20.xml"/><Relationship Id="rId2" Type="http://schemas.openxmlformats.org/officeDocument/2006/relationships/slideLayout" Target="../slideLayouts/slideLayout108.xml"/><Relationship Id="rId19" Type="http://schemas.openxmlformats.org/officeDocument/2006/relationships/image" Target="../media/image6.png"/><Relationship Id="rId18" Type="http://schemas.openxmlformats.org/officeDocument/2006/relationships/slideLayout" Target="../slideLayouts/slideLayout124.xml"/><Relationship Id="rId17" Type="http://schemas.openxmlformats.org/officeDocument/2006/relationships/slideLayout" Target="../slideLayouts/slideLayout123.xml"/><Relationship Id="rId16" Type="http://schemas.openxmlformats.org/officeDocument/2006/relationships/slideLayout" Target="../slideLayouts/slideLayout122.xml"/><Relationship Id="rId15" Type="http://schemas.openxmlformats.org/officeDocument/2006/relationships/slideLayout" Target="../slideLayouts/slideLayout121.xml"/><Relationship Id="rId14" Type="http://schemas.openxmlformats.org/officeDocument/2006/relationships/slideLayout" Target="../slideLayouts/slideLayout120.xml"/><Relationship Id="rId13" Type="http://schemas.openxmlformats.org/officeDocument/2006/relationships/slideLayout" Target="../slideLayouts/slideLayout119.xml"/><Relationship Id="rId12" Type="http://schemas.openxmlformats.org/officeDocument/2006/relationships/slideLayout" Target="../slideLayouts/slideLayout118.xml"/><Relationship Id="rId11" Type="http://schemas.openxmlformats.org/officeDocument/2006/relationships/slideLayout" Target="../slideLayouts/slideLayout117.xml"/><Relationship Id="rId10" Type="http://schemas.openxmlformats.org/officeDocument/2006/relationships/slideLayout" Target="../slideLayouts/slideLayout116.xml"/><Relationship Id="rId1" Type="http://schemas.openxmlformats.org/officeDocument/2006/relationships/slideLayout" Target="../slideLayouts/slideLayout107.xml"/></Relationships>
</file>

<file path=ppt/slideMasters/_rels/slideMaster2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33.xml"/><Relationship Id="rId8" Type="http://schemas.openxmlformats.org/officeDocument/2006/relationships/slideLayout" Target="../slideLayouts/slideLayout132.xml"/><Relationship Id="rId7" Type="http://schemas.openxmlformats.org/officeDocument/2006/relationships/slideLayout" Target="../slideLayouts/slideLayout131.xml"/><Relationship Id="rId6" Type="http://schemas.openxmlformats.org/officeDocument/2006/relationships/slideLayout" Target="../slideLayouts/slideLayout130.xml"/><Relationship Id="rId5" Type="http://schemas.openxmlformats.org/officeDocument/2006/relationships/slideLayout" Target="../slideLayouts/slideLayout129.xml"/><Relationship Id="rId4" Type="http://schemas.openxmlformats.org/officeDocument/2006/relationships/slideLayout" Target="../slideLayouts/slideLayout128.xml"/><Relationship Id="rId3" Type="http://schemas.openxmlformats.org/officeDocument/2006/relationships/slideLayout" Target="../slideLayouts/slideLayout127.xml"/><Relationship Id="rId20" Type="http://schemas.openxmlformats.org/officeDocument/2006/relationships/theme" Target="../theme/theme21.xml"/><Relationship Id="rId2" Type="http://schemas.openxmlformats.org/officeDocument/2006/relationships/slideLayout" Target="../slideLayouts/slideLayout126.xml"/><Relationship Id="rId19" Type="http://schemas.openxmlformats.org/officeDocument/2006/relationships/image" Target="../media/image6.png"/><Relationship Id="rId18" Type="http://schemas.openxmlformats.org/officeDocument/2006/relationships/slideLayout" Target="../slideLayouts/slideLayout142.xml"/><Relationship Id="rId17" Type="http://schemas.openxmlformats.org/officeDocument/2006/relationships/slideLayout" Target="../slideLayouts/slideLayout141.xml"/><Relationship Id="rId16" Type="http://schemas.openxmlformats.org/officeDocument/2006/relationships/slideLayout" Target="../slideLayouts/slideLayout140.xml"/><Relationship Id="rId15" Type="http://schemas.openxmlformats.org/officeDocument/2006/relationships/slideLayout" Target="../slideLayouts/slideLayout139.xml"/><Relationship Id="rId14" Type="http://schemas.openxmlformats.org/officeDocument/2006/relationships/slideLayout" Target="../slideLayouts/slideLayout138.xml"/><Relationship Id="rId13" Type="http://schemas.openxmlformats.org/officeDocument/2006/relationships/slideLayout" Target="../slideLayouts/slideLayout137.xml"/><Relationship Id="rId12" Type="http://schemas.openxmlformats.org/officeDocument/2006/relationships/slideLayout" Target="../slideLayouts/slideLayout136.xml"/><Relationship Id="rId11" Type="http://schemas.openxmlformats.org/officeDocument/2006/relationships/slideLayout" Target="../slideLayouts/slideLayout135.xml"/><Relationship Id="rId10" Type="http://schemas.openxmlformats.org/officeDocument/2006/relationships/slideLayout" Target="../slideLayouts/slideLayout134.xml"/><Relationship Id="rId1" Type="http://schemas.openxmlformats.org/officeDocument/2006/relationships/slideLayout" Target="../slideLayouts/slideLayout125.xml"/></Relationships>
</file>

<file path=ppt/slideMasters/_rels/slideMaster2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51.xml"/><Relationship Id="rId8" Type="http://schemas.openxmlformats.org/officeDocument/2006/relationships/slideLayout" Target="../slideLayouts/slideLayout150.xml"/><Relationship Id="rId7" Type="http://schemas.openxmlformats.org/officeDocument/2006/relationships/slideLayout" Target="../slideLayouts/slideLayout149.xml"/><Relationship Id="rId6" Type="http://schemas.openxmlformats.org/officeDocument/2006/relationships/slideLayout" Target="../slideLayouts/slideLayout148.xml"/><Relationship Id="rId5" Type="http://schemas.openxmlformats.org/officeDocument/2006/relationships/slideLayout" Target="../slideLayouts/slideLayout147.xml"/><Relationship Id="rId4" Type="http://schemas.openxmlformats.org/officeDocument/2006/relationships/slideLayout" Target="../slideLayouts/slideLayout146.xml"/><Relationship Id="rId3" Type="http://schemas.openxmlformats.org/officeDocument/2006/relationships/slideLayout" Target="../slideLayouts/slideLayout145.xml"/><Relationship Id="rId20" Type="http://schemas.openxmlformats.org/officeDocument/2006/relationships/theme" Target="../theme/theme22.xml"/><Relationship Id="rId2" Type="http://schemas.openxmlformats.org/officeDocument/2006/relationships/slideLayout" Target="../slideLayouts/slideLayout144.xml"/><Relationship Id="rId19" Type="http://schemas.openxmlformats.org/officeDocument/2006/relationships/image" Target="../media/image6.png"/><Relationship Id="rId18" Type="http://schemas.openxmlformats.org/officeDocument/2006/relationships/slideLayout" Target="../slideLayouts/slideLayout160.xml"/><Relationship Id="rId17" Type="http://schemas.openxmlformats.org/officeDocument/2006/relationships/slideLayout" Target="../slideLayouts/slideLayout159.xml"/><Relationship Id="rId16" Type="http://schemas.openxmlformats.org/officeDocument/2006/relationships/slideLayout" Target="../slideLayouts/slideLayout158.xml"/><Relationship Id="rId15" Type="http://schemas.openxmlformats.org/officeDocument/2006/relationships/slideLayout" Target="../slideLayouts/slideLayout157.xml"/><Relationship Id="rId14" Type="http://schemas.openxmlformats.org/officeDocument/2006/relationships/slideLayout" Target="../slideLayouts/slideLayout156.xml"/><Relationship Id="rId13" Type="http://schemas.openxmlformats.org/officeDocument/2006/relationships/slideLayout" Target="../slideLayouts/slideLayout155.xml"/><Relationship Id="rId12" Type="http://schemas.openxmlformats.org/officeDocument/2006/relationships/slideLayout" Target="../slideLayouts/slideLayout154.xml"/><Relationship Id="rId11" Type="http://schemas.openxmlformats.org/officeDocument/2006/relationships/slideLayout" Target="../slideLayouts/slideLayout153.xml"/><Relationship Id="rId10" Type="http://schemas.openxmlformats.org/officeDocument/2006/relationships/slideLayout" Target="../slideLayouts/slideLayout152.xml"/><Relationship Id="rId1" Type="http://schemas.openxmlformats.org/officeDocument/2006/relationships/slideLayout" Target="../slideLayouts/slideLayout143.xml"/></Relationships>
</file>

<file path=ppt/slideMasters/_rels/slideMaster23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69.xml"/><Relationship Id="rId8" Type="http://schemas.openxmlformats.org/officeDocument/2006/relationships/slideLayout" Target="../slideLayouts/slideLayout168.xml"/><Relationship Id="rId7" Type="http://schemas.openxmlformats.org/officeDocument/2006/relationships/slideLayout" Target="../slideLayouts/slideLayout167.xml"/><Relationship Id="rId6" Type="http://schemas.openxmlformats.org/officeDocument/2006/relationships/slideLayout" Target="../slideLayouts/slideLayout166.xml"/><Relationship Id="rId5" Type="http://schemas.openxmlformats.org/officeDocument/2006/relationships/slideLayout" Target="../slideLayouts/slideLayout165.xml"/><Relationship Id="rId4" Type="http://schemas.openxmlformats.org/officeDocument/2006/relationships/slideLayout" Target="../slideLayouts/slideLayout164.xml"/><Relationship Id="rId3" Type="http://schemas.openxmlformats.org/officeDocument/2006/relationships/slideLayout" Target="../slideLayouts/slideLayout163.xml"/><Relationship Id="rId20" Type="http://schemas.openxmlformats.org/officeDocument/2006/relationships/theme" Target="../theme/theme23.xml"/><Relationship Id="rId2" Type="http://schemas.openxmlformats.org/officeDocument/2006/relationships/slideLayout" Target="../slideLayouts/slideLayout162.xml"/><Relationship Id="rId19" Type="http://schemas.openxmlformats.org/officeDocument/2006/relationships/image" Target="../media/image6.png"/><Relationship Id="rId18" Type="http://schemas.openxmlformats.org/officeDocument/2006/relationships/slideLayout" Target="../slideLayouts/slideLayout178.xml"/><Relationship Id="rId17" Type="http://schemas.openxmlformats.org/officeDocument/2006/relationships/slideLayout" Target="../slideLayouts/slideLayout177.xml"/><Relationship Id="rId16" Type="http://schemas.openxmlformats.org/officeDocument/2006/relationships/slideLayout" Target="../slideLayouts/slideLayout176.xml"/><Relationship Id="rId15" Type="http://schemas.openxmlformats.org/officeDocument/2006/relationships/slideLayout" Target="../slideLayouts/slideLayout175.xml"/><Relationship Id="rId14" Type="http://schemas.openxmlformats.org/officeDocument/2006/relationships/slideLayout" Target="../slideLayouts/slideLayout174.xml"/><Relationship Id="rId13" Type="http://schemas.openxmlformats.org/officeDocument/2006/relationships/slideLayout" Target="../slideLayouts/slideLayout173.xml"/><Relationship Id="rId12" Type="http://schemas.openxmlformats.org/officeDocument/2006/relationships/slideLayout" Target="../slideLayouts/slideLayout172.xml"/><Relationship Id="rId11" Type="http://schemas.openxmlformats.org/officeDocument/2006/relationships/slideLayout" Target="../slideLayouts/slideLayout171.xml"/><Relationship Id="rId10" Type="http://schemas.openxmlformats.org/officeDocument/2006/relationships/slideLayout" Target="../slideLayouts/slideLayout170.xml"/><Relationship Id="rId1" Type="http://schemas.openxmlformats.org/officeDocument/2006/relationships/slideLayout" Target="../slideLayouts/slideLayout161.xml"/></Relationships>
</file>

<file path=ppt/slideMasters/_rels/slideMaster24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87.xml"/><Relationship Id="rId8" Type="http://schemas.openxmlformats.org/officeDocument/2006/relationships/slideLayout" Target="../slideLayouts/slideLayout186.xml"/><Relationship Id="rId7" Type="http://schemas.openxmlformats.org/officeDocument/2006/relationships/slideLayout" Target="../slideLayouts/slideLayout185.xml"/><Relationship Id="rId6" Type="http://schemas.openxmlformats.org/officeDocument/2006/relationships/slideLayout" Target="../slideLayouts/slideLayout184.xml"/><Relationship Id="rId5" Type="http://schemas.openxmlformats.org/officeDocument/2006/relationships/slideLayout" Target="../slideLayouts/slideLayout183.xml"/><Relationship Id="rId4" Type="http://schemas.openxmlformats.org/officeDocument/2006/relationships/slideLayout" Target="../slideLayouts/slideLayout182.xml"/><Relationship Id="rId3" Type="http://schemas.openxmlformats.org/officeDocument/2006/relationships/slideLayout" Target="../slideLayouts/slideLayout181.xml"/><Relationship Id="rId20" Type="http://schemas.openxmlformats.org/officeDocument/2006/relationships/theme" Target="../theme/theme24.xml"/><Relationship Id="rId2" Type="http://schemas.openxmlformats.org/officeDocument/2006/relationships/slideLayout" Target="../slideLayouts/slideLayout180.xml"/><Relationship Id="rId19" Type="http://schemas.openxmlformats.org/officeDocument/2006/relationships/image" Target="../media/image6.png"/><Relationship Id="rId18" Type="http://schemas.openxmlformats.org/officeDocument/2006/relationships/slideLayout" Target="../slideLayouts/slideLayout196.xml"/><Relationship Id="rId17" Type="http://schemas.openxmlformats.org/officeDocument/2006/relationships/slideLayout" Target="../slideLayouts/slideLayout195.xml"/><Relationship Id="rId16" Type="http://schemas.openxmlformats.org/officeDocument/2006/relationships/slideLayout" Target="../slideLayouts/slideLayout194.xml"/><Relationship Id="rId15" Type="http://schemas.openxmlformats.org/officeDocument/2006/relationships/slideLayout" Target="../slideLayouts/slideLayout193.xml"/><Relationship Id="rId14" Type="http://schemas.openxmlformats.org/officeDocument/2006/relationships/slideLayout" Target="../slideLayouts/slideLayout192.xml"/><Relationship Id="rId13" Type="http://schemas.openxmlformats.org/officeDocument/2006/relationships/slideLayout" Target="../slideLayouts/slideLayout191.xml"/><Relationship Id="rId12" Type="http://schemas.openxmlformats.org/officeDocument/2006/relationships/slideLayout" Target="../slideLayouts/slideLayout190.xml"/><Relationship Id="rId11" Type="http://schemas.openxmlformats.org/officeDocument/2006/relationships/slideLayout" Target="../slideLayouts/slideLayout189.xml"/><Relationship Id="rId10" Type="http://schemas.openxmlformats.org/officeDocument/2006/relationships/slideLayout" Target="../slideLayouts/slideLayout188.xml"/><Relationship Id="rId1" Type="http://schemas.openxmlformats.org/officeDocument/2006/relationships/slideLayout" Target="../slideLayouts/slideLayout179.xml"/></Relationships>
</file>

<file path=ppt/slideMasters/_rels/slideMaster25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05.xml"/><Relationship Id="rId8" Type="http://schemas.openxmlformats.org/officeDocument/2006/relationships/slideLayout" Target="../slideLayouts/slideLayout204.xml"/><Relationship Id="rId7" Type="http://schemas.openxmlformats.org/officeDocument/2006/relationships/slideLayout" Target="../slideLayouts/slideLayout203.xml"/><Relationship Id="rId6" Type="http://schemas.openxmlformats.org/officeDocument/2006/relationships/slideLayout" Target="../slideLayouts/slideLayout202.xml"/><Relationship Id="rId5" Type="http://schemas.openxmlformats.org/officeDocument/2006/relationships/slideLayout" Target="../slideLayouts/slideLayout201.xml"/><Relationship Id="rId4" Type="http://schemas.openxmlformats.org/officeDocument/2006/relationships/slideLayout" Target="../slideLayouts/slideLayout200.xml"/><Relationship Id="rId3" Type="http://schemas.openxmlformats.org/officeDocument/2006/relationships/slideLayout" Target="../slideLayouts/slideLayout199.xml"/><Relationship Id="rId20" Type="http://schemas.openxmlformats.org/officeDocument/2006/relationships/theme" Target="../theme/theme25.xml"/><Relationship Id="rId2" Type="http://schemas.openxmlformats.org/officeDocument/2006/relationships/slideLayout" Target="../slideLayouts/slideLayout198.xml"/><Relationship Id="rId19" Type="http://schemas.openxmlformats.org/officeDocument/2006/relationships/image" Target="../media/image6.png"/><Relationship Id="rId18" Type="http://schemas.openxmlformats.org/officeDocument/2006/relationships/slideLayout" Target="../slideLayouts/slideLayout214.xml"/><Relationship Id="rId17" Type="http://schemas.openxmlformats.org/officeDocument/2006/relationships/slideLayout" Target="../slideLayouts/slideLayout213.xml"/><Relationship Id="rId16" Type="http://schemas.openxmlformats.org/officeDocument/2006/relationships/slideLayout" Target="../slideLayouts/slideLayout212.xml"/><Relationship Id="rId15" Type="http://schemas.openxmlformats.org/officeDocument/2006/relationships/slideLayout" Target="../slideLayouts/slideLayout211.xml"/><Relationship Id="rId14" Type="http://schemas.openxmlformats.org/officeDocument/2006/relationships/slideLayout" Target="../slideLayouts/slideLayout210.xml"/><Relationship Id="rId13" Type="http://schemas.openxmlformats.org/officeDocument/2006/relationships/slideLayout" Target="../slideLayouts/slideLayout209.xml"/><Relationship Id="rId12" Type="http://schemas.openxmlformats.org/officeDocument/2006/relationships/slideLayout" Target="../slideLayouts/slideLayout208.xml"/><Relationship Id="rId11" Type="http://schemas.openxmlformats.org/officeDocument/2006/relationships/slideLayout" Target="../slideLayouts/slideLayout207.xml"/><Relationship Id="rId10" Type="http://schemas.openxmlformats.org/officeDocument/2006/relationships/slideLayout" Target="../slideLayouts/slideLayout206.xml"/><Relationship Id="rId1" Type="http://schemas.openxmlformats.org/officeDocument/2006/relationships/slideLayout" Target="../slideLayouts/slideLayout197.xml"/></Relationships>
</file>

<file path=ppt/slideMasters/_rels/slideMaster26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23.xml"/><Relationship Id="rId8" Type="http://schemas.openxmlformats.org/officeDocument/2006/relationships/slideLayout" Target="../slideLayouts/slideLayout222.xml"/><Relationship Id="rId7" Type="http://schemas.openxmlformats.org/officeDocument/2006/relationships/slideLayout" Target="../slideLayouts/slideLayout221.xml"/><Relationship Id="rId6" Type="http://schemas.openxmlformats.org/officeDocument/2006/relationships/slideLayout" Target="../slideLayouts/slideLayout220.xml"/><Relationship Id="rId5" Type="http://schemas.openxmlformats.org/officeDocument/2006/relationships/slideLayout" Target="../slideLayouts/slideLayout219.xml"/><Relationship Id="rId4" Type="http://schemas.openxmlformats.org/officeDocument/2006/relationships/slideLayout" Target="../slideLayouts/slideLayout218.xml"/><Relationship Id="rId3" Type="http://schemas.openxmlformats.org/officeDocument/2006/relationships/slideLayout" Target="../slideLayouts/slideLayout217.xml"/><Relationship Id="rId20" Type="http://schemas.openxmlformats.org/officeDocument/2006/relationships/theme" Target="../theme/theme26.xml"/><Relationship Id="rId2" Type="http://schemas.openxmlformats.org/officeDocument/2006/relationships/slideLayout" Target="../slideLayouts/slideLayout216.xml"/><Relationship Id="rId19" Type="http://schemas.openxmlformats.org/officeDocument/2006/relationships/image" Target="../media/image6.png"/><Relationship Id="rId18" Type="http://schemas.openxmlformats.org/officeDocument/2006/relationships/slideLayout" Target="../slideLayouts/slideLayout232.xml"/><Relationship Id="rId17" Type="http://schemas.openxmlformats.org/officeDocument/2006/relationships/slideLayout" Target="../slideLayouts/slideLayout231.xml"/><Relationship Id="rId16" Type="http://schemas.openxmlformats.org/officeDocument/2006/relationships/slideLayout" Target="../slideLayouts/slideLayout230.xml"/><Relationship Id="rId15" Type="http://schemas.openxmlformats.org/officeDocument/2006/relationships/slideLayout" Target="../slideLayouts/slideLayout229.xml"/><Relationship Id="rId14" Type="http://schemas.openxmlformats.org/officeDocument/2006/relationships/slideLayout" Target="../slideLayouts/slideLayout228.xml"/><Relationship Id="rId13" Type="http://schemas.openxmlformats.org/officeDocument/2006/relationships/slideLayout" Target="../slideLayouts/slideLayout227.xml"/><Relationship Id="rId12" Type="http://schemas.openxmlformats.org/officeDocument/2006/relationships/slideLayout" Target="../slideLayouts/slideLayout226.xml"/><Relationship Id="rId11" Type="http://schemas.openxmlformats.org/officeDocument/2006/relationships/slideLayout" Target="../slideLayouts/slideLayout225.xml"/><Relationship Id="rId10" Type="http://schemas.openxmlformats.org/officeDocument/2006/relationships/slideLayout" Target="../slideLayouts/slideLayout224.xml"/><Relationship Id="rId1" Type="http://schemas.openxmlformats.org/officeDocument/2006/relationships/slideLayout" Target="../slideLayouts/slideLayout215.xml"/></Relationships>
</file>

<file path=ppt/slideMasters/_rels/slideMaster27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41.xml"/><Relationship Id="rId8" Type="http://schemas.openxmlformats.org/officeDocument/2006/relationships/slideLayout" Target="../slideLayouts/slideLayout240.xml"/><Relationship Id="rId7" Type="http://schemas.openxmlformats.org/officeDocument/2006/relationships/slideLayout" Target="../slideLayouts/slideLayout239.xml"/><Relationship Id="rId6" Type="http://schemas.openxmlformats.org/officeDocument/2006/relationships/slideLayout" Target="../slideLayouts/slideLayout238.xml"/><Relationship Id="rId5" Type="http://schemas.openxmlformats.org/officeDocument/2006/relationships/slideLayout" Target="../slideLayouts/slideLayout237.xml"/><Relationship Id="rId4" Type="http://schemas.openxmlformats.org/officeDocument/2006/relationships/slideLayout" Target="../slideLayouts/slideLayout236.xml"/><Relationship Id="rId3" Type="http://schemas.openxmlformats.org/officeDocument/2006/relationships/slideLayout" Target="../slideLayouts/slideLayout235.xml"/><Relationship Id="rId20" Type="http://schemas.openxmlformats.org/officeDocument/2006/relationships/theme" Target="../theme/theme27.xml"/><Relationship Id="rId2" Type="http://schemas.openxmlformats.org/officeDocument/2006/relationships/slideLayout" Target="../slideLayouts/slideLayout234.xml"/><Relationship Id="rId19" Type="http://schemas.openxmlformats.org/officeDocument/2006/relationships/image" Target="../media/image6.png"/><Relationship Id="rId18" Type="http://schemas.openxmlformats.org/officeDocument/2006/relationships/slideLayout" Target="../slideLayouts/slideLayout250.xml"/><Relationship Id="rId17" Type="http://schemas.openxmlformats.org/officeDocument/2006/relationships/slideLayout" Target="../slideLayouts/slideLayout249.xml"/><Relationship Id="rId16" Type="http://schemas.openxmlformats.org/officeDocument/2006/relationships/slideLayout" Target="../slideLayouts/slideLayout248.xml"/><Relationship Id="rId15" Type="http://schemas.openxmlformats.org/officeDocument/2006/relationships/slideLayout" Target="../slideLayouts/slideLayout247.xml"/><Relationship Id="rId14" Type="http://schemas.openxmlformats.org/officeDocument/2006/relationships/slideLayout" Target="../slideLayouts/slideLayout246.xml"/><Relationship Id="rId13" Type="http://schemas.openxmlformats.org/officeDocument/2006/relationships/slideLayout" Target="../slideLayouts/slideLayout245.xml"/><Relationship Id="rId12" Type="http://schemas.openxmlformats.org/officeDocument/2006/relationships/slideLayout" Target="../slideLayouts/slideLayout244.xml"/><Relationship Id="rId11" Type="http://schemas.openxmlformats.org/officeDocument/2006/relationships/slideLayout" Target="../slideLayouts/slideLayout243.xml"/><Relationship Id="rId10" Type="http://schemas.openxmlformats.org/officeDocument/2006/relationships/slideLayout" Target="../slideLayouts/slideLayout242.xml"/><Relationship Id="rId1" Type="http://schemas.openxmlformats.org/officeDocument/2006/relationships/slideLayout" Target="../slideLayouts/slideLayout233.xml"/></Relationships>
</file>

<file path=ppt/slideMasters/_rels/slideMaster28.xml.rels><?xml version="1.0" encoding="UTF-8" standalone="yes"?>
<Relationships xmlns="http://schemas.openxmlformats.org/package/2006/relationships"><Relationship Id="rId4" Type="http://schemas.openxmlformats.org/officeDocument/2006/relationships/theme" Target="../theme/theme28.xml"/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51.xml"/></Relationships>
</file>

<file path=ppt/slideMasters/_rels/slideMaster29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60.xml"/><Relationship Id="rId8" Type="http://schemas.openxmlformats.org/officeDocument/2006/relationships/slideLayout" Target="../slideLayouts/slideLayout259.xml"/><Relationship Id="rId7" Type="http://schemas.openxmlformats.org/officeDocument/2006/relationships/slideLayout" Target="../slideLayouts/slideLayout258.xml"/><Relationship Id="rId6" Type="http://schemas.openxmlformats.org/officeDocument/2006/relationships/slideLayout" Target="../slideLayouts/slideLayout257.xml"/><Relationship Id="rId5" Type="http://schemas.openxmlformats.org/officeDocument/2006/relationships/slideLayout" Target="../slideLayouts/slideLayout256.xml"/><Relationship Id="rId4" Type="http://schemas.openxmlformats.org/officeDocument/2006/relationships/slideLayout" Target="../slideLayouts/slideLayout255.xml"/><Relationship Id="rId3" Type="http://schemas.openxmlformats.org/officeDocument/2006/relationships/slideLayout" Target="../slideLayouts/slideLayout254.xml"/><Relationship Id="rId22" Type="http://schemas.openxmlformats.org/officeDocument/2006/relationships/theme" Target="../theme/theme29.xml"/><Relationship Id="rId21" Type="http://schemas.openxmlformats.org/officeDocument/2006/relationships/image" Target="../media/image6.png"/><Relationship Id="rId20" Type="http://schemas.openxmlformats.org/officeDocument/2006/relationships/slideLayout" Target="../slideLayouts/slideLayout271.xml"/><Relationship Id="rId2" Type="http://schemas.openxmlformats.org/officeDocument/2006/relationships/slideLayout" Target="../slideLayouts/slideLayout253.xml"/><Relationship Id="rId19" Type="http://schemas.openxmlformats.org/officeDocument/2006/relationships/slideLayout" Target="../slideLayouts/slideLayout270.xml"/><Relationship Id="rId18" Type="http://schemas.openxmlformats.org/officeDocument/2006/relationships/slideLayout" Target="../slideLayouts/slideLayout269.xml"/><Relationship Id="rId17" Type="http://schemas.openxmlformats.org/officeDocument/2006/relationships/slideLayout" Target="../slideLayouts/slideLayout268.xml"/><Relationship Id="rId16" Type="http://schemas.openxmlformats.org/officeDocument/2006/relationships/slideLayout" Target="../slideLayouts/slideLayout267.xml"/><Relationship Id="rId15" Type="http://schemas.openxmlformats.org/officeDocument/2006/relationships/slideLayout" Target="../slideLayouts/slideLayout266.xml"/><Relationship Id="rId14" Type="http://schemas.openxmlformats.org/officeDocument/2006/relationships/slideLayout" Target="../slideLayouts/slideLayout265.xml"/><Relationship Id="rId13" Type="http://schemas.openxmlformats.org/officeDocument/2006/relationships/slideLayout" Target="../slideLayouts/slideLayout264.xml"/><Relationship Id="rId12" Type="http://schemas.openxmlformats.org/officeDocument/2006/relationships/slideLayout" Target="../slideLayouts/slideLayout263.xml"/><Relationship Id="rId11" Type="http://schemas.openxmlformats.org/officeDocument/2006/relationships/slideLayout" Target="../slideLayouts/slideLayout262.xml"/><Relationship Id="rId10" Type="http://schemas.openxmlformats.org/officeDocument/2006/relationships/slideLayout" Target="../slideLayouts/slideLayout261.xml"/><Relationship Id="rId1" Type="http://schemas.openxmlformats.org/officeDocument/2006/relationships/slideLayout" Target="../slideLayouts/slideLayout252.xml"/></Relationships>
</file>

<file path=ppt/slideMasters/_rels/slideMaster30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80.xml"/><Relationship Id="rId8" Type="http://schemas.openxmlformats.org/officeDocument/2006/relationships/slideLayout" Target="../slideLayouts/slideLayout279.xml"/><Relationship Id="rId7" Type="http://schemas.openxmlformats.org/officeDocument/2006/relationships/slideLayout" Target="../slideLayouts/slideLayout278.xml"/><Relationship Id="rId6" Type="http://schemas.openxmlformats.org/officeDocument/2006/relationships/slideLayout" Target="../slideLayouts/slideLayout277.xml"/><Relationship Id="rId5" Type="http://schemas.openxmlformats.org/officeDocument/2006/relationships/slideLayout" Target="../slideLayouts/slideLayout276.xml"/><Relationship Id="rId4" Type="http://schemas.openxmlformats.org/officeDocument/2006/relationships/slideLayout" Target="../slideLayouts/slideLayout275.xml"/><Relationship Id="rId3" Type="http://schemas.openxmlformats.org/officeDocument/2006/relationships/slideLayout" Target="../slideLayouts/slideLayout274.xml"/><Relationship Id="rId22" Type="http://schemas.openxmlformats.org/officeDocument/2006/relationships/theme" Target="../theme/theme30.xml"/><Relationship Id="rId21" Type="http://schemas.openxmlformats.org/officeDocument/2006/relationships/image" Target="../media/image6.png"/><Relationship Id="rId20" Type="http://schemas.openxmlformats.org/officeDocument/2006/relationships/slideLayout" Target="../slideLayouts/slideLayout291.xml"/><Relationship Id="rId2" Type="http://schemas.openxmlformats.org/officeDocument/2006/relationships/slideLayout" Target="../slideLayouts/slideLayout273.xml"/><Relationship Id="rId19" Type="http://schemas.openxmlformats.org/officeDocument/2006/relationships/slideLayout" Target="../slideLayouts/slideLayout290.xml"/><Relationship Id="rId18" Type="http://schemas.openxmlformats.org/officeDocument/2006/relationships/slideLayout" Target="../slideLayouts/slideLayout289.xml"/><Relationship Id="rId17" Type="http://schemas.openxmlformats.org/officeDocument/2006/relationships/slideLayout" Target="../slideLayouts/slideLayout288.xml"/><Relationship Id="rId16" Type="http://schemas.openxmlformats.org/officeDocument/2006/relationships/slideLayout" Target="../slideLayouts/slideLayout287.xml"/><Relationship Id="rId15" Type="http://schemas.openxmlformats.org/officeDocument/2006/relationships/slideLayout" Target="../slideLayouts/slideLayout286.xml"/><Relationship Id="rId14" Type="http://schemas.openxmlformats.org/officeDocument/2006/relationships/slideLayout" Target="../slideLayouts/slideLayout285.xml"/><Relationship Id="rId13" Type="http://schemas.openxmlformats.org/officeDocument/2006/relationships/slideLayout" Target="../slideLayouts/slideLayout284.xml"/><Relationship Id="rId12" Type="http://schemas.openxmlformats.org/officeDocument/2006/relationships/slideLayout" Target="../slideLayouts/slideLayout283.xml"/><Relationship Id="rId11" Type="http://schemas.openxmlformats.org/officeDocument/2006/relationships/slideLayout" Target="../slideLayouts/slideLayout282.xml"/><Relationship Id="rId10" Type="http://schemas.openxmlformats.org/officeDocument/2006/relationships/slideLayout" Target="../slideLayouts/slideLayout281.xml"/><Relationship Id="rId1" Type="http://schemas.openxmlformats.org/officeDocument/2006/relationships/slideLayout" Target="../slideLayouts/slideLayout272.xml"/></Relationships>
</file>

<file path=ppt/slideMasters/_rels/slideMaster3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300.xml"/><Relationship Id="rId8" Type="http://schemas.openxmlformats.org/officeDocument/2006/relationships/slideLayout" Target="../slideLayouts/slideLayout299.xml"/><Relationship Id="rId7" Type="http://schemas.openxmlformats.org/officeDocument/2006/relationships/slideLayout" Target="../slideLayouts/slideLayout298.xml"/><Relationship Id="rId6" Type="http://schemas.openxmlformats.org/officeDocument/2006/relationships/slideLayout" Target="../slideLayouts/slideLayout297.xml"/><Relationship Id="rId5" Type="http://schemas.openxmlformats.org/officeDocument/2006/relationships/slideLayout" Target="../slideLayouts/slideLayout296.xml"/><Relationship Id="rId4" Type="http://schemas.openxmlformats.org/officeDocument/2006/relationships/slideLayout" Target="../slideLayouts/slideLayout295.xml"/><Relationship Id="rId3" Type="http://schemas.openxmlformats.org/officeDocument/2006/relationships/slideLayout" Target="../slideLayouts/slideLayout294.xml"/><Relationship Id="rId22" Type="http://schemas.openxmlformats.org/officeDocument/2006/relationships/theme" Target="../theme/theme31.xml"/><Relationship Id="rId21" Type="http://schemas.openxmlformats.org/officeDocument/2006/relationships/image" Target="../media/image6.png"/><Relationship Id="rId20" Type="http://schemas.openxmlformats.org/officeDocument/2006/relationships/slideLayout" Target="../slideLayouts/slideLayout311.xml"/><Relationship Id="rId2" Type="http://schemas.openxmlformats.org/officeDocument/2006/relationships/slideLayout" Target="../slideLayouts/slideLayout293.xml"/><Relationship Id="rId19" Type="http://schemas.openxmlformats.org/officeDocument/2006/relationships/slideLayout" Target="../slideLayouts/slideLayout310.xml"/><Relationship Id="rId18" Type="http://schemas.openxmlformats.org/officeDocument/2006/relationships/slideLayout" Target="../slideLayouts/slideLayout309.xml"/><Relationship Id="rId17" Type="http://schemas.openxmlformats.org/officeDocument/2006/relationships/slideLayout" Target="../slideLayouts/slideLayout308.xml"/><Relationship Id="rId16" Type="http://schemas.openxmlformats.org/officeDocument/2006/relationships/slideLayout" Target="../slideLayouts/slideLayout307.xml"/><Relationship Id="rId15" Type="http://schemas.openxmlformats.org/officeDocument/2006/relationships/slideLayout" Target="../slideLayouts/slideLayout306.xml"/><Relationship Id="rId14" Type="http://schemas.openxmlformats.org/officeDocument/2006/relationships/slideLayout" Target="../slideLayouts/slideLayout305.xml"/><Relationship Id="rId13" Type="http://schemas.openxmlformats.org/officeDocument/2006/relationships/slideLayout" Target="../slideLayouts/slideLayout304.xml"/><Relationship Id="rId12" Type="http://schemas.openxmlformats.org/officeDocument/2006/relationships/slideLayout" Target="../slideLayouts/slideLayout303.xml"/><Relationship Id="rId11" Type="http://schemas.openxmlformats.org/officeDocument/2006/relationships/slideLayout" Target="../slideLayouts/slideLayout302.xml"/><Relationship Id="rId10" Type="http://schemas.openxmlformats.org/officeDocument/2006/relationships/slideLayout" Target="../slideLayouts/slideLayout301.xml"/><Relationship Id="rId1" Type="http://schemas.openxmlformats.org/officeDocument/2006/relationships/slideLayout" Target="../slideLayouts/slideLayout292.xml"/></Relationships>
</file>

<file path=ppt/slideMasters/_rels/slideMaster3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320.xml"/><Relationship Id="rId8" Type="http://schemas.openxmlformats.org/officeDocument/2006/relationships/slideLayout" Target="../slideLayouts/slideLayout319.xml"/><Relationship Id="rId7" Type="http://schemas.openxmlformats.org/officeDocument/2006/relationships/slideLayout" Target="../slideLayouts/slideLayout318.xml"/><Relationship Id="rId6" Type="http://schemas.openxmlformats.org/officeDocument/2006/relationships/slideLayout" Target="../slideLayouts/slideLayout317.xml"/><Relationship Id="rId5" Type="http://schemas.openxmlformats.org/officeDocument/2006/relationships/slideLayout" Target="../slideLayouts/slideLayout316.xml"/><Relationship Id="rId4" Type="http://schemas.openxmlformats.org/officeDocument/2006/relationships/slideLayout" Target="../slideLayouts/slideLayout315.xml"/><Relationship Id="rId3" Type="http://schemas.openxmlformats.org/officeDocument/2006/relationships/slideLayout" Target="../slideLayouts/slideLayout314.xml"/><Relationship Id="rId2" Type="http://schemas.openxmlformats.org/officeDocument/2006/relationships/slideLayout" Target="../slideLayouts/slideLayout313.xml"/><Relationship Id="rId13" Type="http://schemas.openxmlformats.org/officeDocument/2006/relationships/theme" Target="../theme/theme32.xml"/><Relationship Id="rId12" Type="http://schemas.openxmlformats.org/officeDocument/2006/relationships/slideLayout" Target="../slideLayouts/slideLayout323.xml"/><Relationship Id="rId11" Type="http://schemas.openxmlformats.org/officeDocument/2006/relationships/slideLayout" Target="../slideLayouts/slideLayout322.xml"/><Relationship Id="rId10" Type="http://schemas.openxmlformats.org/officeDocument/2006/relationships/slideLayout" Target="../slideLayouts/slideLayout321.xml"/><Relationship Id="rId1" Type="http://schemas.openxmlformats.org/officeDocument/2006/relationships/slideLayout" Target="../slideLayouts/slideLayout312.xml"/></Relationships>
</file>

<file path=ppt/slideMasters/_rels/slideMaster33.xml.rels><?xml version="1.0" encoding="UTF-8" standalone="yes"?>
<Relationships xmlns="http://schemas.openxmlformats.org/package/2006/relationships"><Relationship Id="rId4" Type="http://schemas.openxmlformats.org/officeDocument/2006/relationships/theme" Target="../theme/theme33.xml"/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24.xml"/></Relationships>
</file>

<file path=ppt/slideMasters/_rels/slideMaster34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333.xml"/><Relationship Id="rId8" Type="http://schemas.openxmlformats.org/officeDocument/2006/relationships/slideLayout" Target="../slideLayouts/slideLayout332.xml"/><Relationship Id="rId7" Type="http://schemas.openxmlformats.org/officeDocument/2006/relationships/slideLayout" Target="../slideLayouts/slideLayout331.xml"/><Relationship Id="rId6" Type="http://schemas.openxmlformats.org/officeDocument/2006/relationships/slideLayout" Target="../slideLayouts/slideLayout330.xml"/><Relationship Id="rId5" Type="http://schemas.openxmlformats.org/officeDocument/2006/relationships/slideLayout" Target="../slideLayouts/slideLayout329.xml"/><Relationship Id="rId4" Type="http://schemas.openxmlformats.org/officeDocument/2006/relationships/slideLayout" Target="../slideLayouts/slideLayout328.xml"/><Relationship Id="rId3" Type="http://schemas.openxmlformats.org/officeDocument/2006/relationships/slideLayout" Target="../slideLayouts/slideLayout327.xml"/><Relationship Id="rId22" Type="http://schemas.openxmlformats.org/officeDocument/2006/relationships/theme" Target="../theme/theme34.xml"/><Relationship Id="rId21" Type="http://schemas.openxmlformats.org/officeDocument/2006/relationships/image" Target="../media/image6.png"/><Relationship Id="rId20" Type="http://schemas.openxmlformats.org/officeDocument/2006/relationships/slideLayout" Target="../slideLayouts/slideLayout344.xml"/><Relationship Id="rId2" Type="http://schemas.openxmlformats.org/officeDocument/2006/relationships/slideLayout" Target="../slideLayouts/slideLayout326.xml"/><Relationship Id="rId19" Type="http://schemas.openxmlformats.org/officeDocument/2006/relationships/slideLayout" Target="../slideLayouts/slideLayout343.xml"/><Relationship Id="rId18" Type="http://schemas.openxmlformats.org/officeDocument/2006/relationships/slideLayout" Target="../slideLayouts/slideLayout342.xml"/><Relationship Id="rId17" Type="http://schemas.openxmlformats.org/officeDocument/2006/relationships/slideLayout" Target="../slideLayouts/slideLayout341.xml"/><Relationship Id="rId16" Type="http://schemas.openxmlformats.org/officeDocument/2006/relationships/slideLayout" Target="../slideLayouts/slideLayout340.xml"/><Relationship Id="rId15" Type="http://schemas.openxmlformats.org/officeDocument/2006/relationships/slideLayout" Target="../slideLayouts/slideLayout339.xml"/><Relationship Id="rId14" Type="http://schemas.openxmlformats.org/officeDocument/2006/relationships/slideLayout" Target="../slideLayouts/slideLayout338.xml"/><Relationship Id="rId13" Type="http://schemas.openxmlformats.org/officeDocument/2006/relationships/slideLayout" Target="../slideLayouts/slideLayout337.xml"/><Relationship Id="rId12" Type="http://schemas.openxmlformats.org/officeDocument/2006/relationships/slideLayout" Target="../slideLayouts/slideLayout336.xml"/><Relationship Id="rId11" Type="http://schemas.openxmlformats.org/officeDocument/2006/relationships/slideLayout" Target="../slideLayouts/slideLayout335.xml"/><Relationship Id="rId10" Type="http://schemas.openxmlformats.org/officeDocument/2006/relationships/slideLayout" Target="../slideLayouts/slideLayout334.xml"/><Relationship Id="rId1" Type="http://schemas.openxmlformats.org/officeDocument/2006/relationships/slideLayout" Target="../slideLayouts/slideLayout325.xml"/></Relationships>
</file>

<file path=ppt/slideMasters/_rels/slideMaster35.xml.rels><?xml version="1.0" encoding="UTF-8" standalone="yes"?>
<Relationships xmlns="http://schemas.openxmlformats.org/package/2006/relationships"><Relationship Id="rId2" Type="http://schemas.openxmlformats.org/officeDocument/2006/relationships/theme" Target="../theme/theme35.xml"/><Relationship Id="rId1" Type="http://schemas.openxmlformats.org/officeDocument/2006/relationships/slideLayout" Target="../slideLayouts/slideLayout345.xml"/></Relationships>
</file>

<file path=ppt/slideMasters/_rels/slideMaster36.xml.rels><?xml version="1.0" encoding="UTF-8" standalone="yes"?>
<Relationships xmlns="http://schemas.openxmlformats.org/package/2006/relationships"><Relationship Id="rId2" Type="http://schemas.openxmlformats.org/officeDocument/2006/relationships/theme" Target="../theme/theme36.xml"/><Relationship Id="rId1" Type="http://schemas.openxmlformats.org/officeDocument/2006/relationships/slideLayout" Target="../slideLayouts/slideLayout346.xml"/></Relationships>
</file>

<file path=ppt/slideMasters/_rels/slideMaster37.xml.rels><?xml version="1.0" encoding="UTF-8" standalone="yes"?>
<Relationships xmlns="http://schemas.openxmlformats.org/package/2006/relationships"><Relationship Id="rId4" Type="http://schemas.openxmlformats.org/officeDocument/2006/relationships/theme" Target="../theme/theme37.xml"/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47.xml"/></Relationships>
</file>

<file path=ppt/slideMasters/_rels/slideMaster38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356.xml"/><Relationship Id="rId8" Type="http://schemas.openxmlformats.org/officeDocument/2006/relationships/slideLayout" Target="../slideLayouts/slideLayout355.xml"/><Relationship Id="rId7" Type="http://schemas.openxmlformats.org/officeDocument/2006/relationships/slideLayout" Target="../slideLayouts/slideLayout354.xml"/><Relationship Id="rId6" Type="http://schemas.openxmlformats.org/officeDocument/2006/relationships/slideLayout" Target="../slideLayouts/slideLayout353.xml"/><Relationship Id="rId5" Type="http://schemas.openxmlformats.org/officeDocument/2006/relationships/slideLayout" Target="../slideLayouts/slideLayout352.xml"/><Relationship Id="rId4" Type="http://schemas.openxmlformats.org/officeDocument/2006/relationships/slideLayout" Target="../slideLayouts/slideLayout351.xml"/><Relationship Id="rId3" Type="http://schemas.openxmlformats.org/officeDocument/2006/relationships/slideLayout" Target="../slideLayouts/slideLayout350.xml"/><Relationship Id="rId20" Type="http://schemas.openxmlformats.org/officeDocument/2006/relationships/theme" Target="../theme/theme38.xml"/><Relationship Id="rId2" Type="http://schemas.openxmlformats.org/officeDocument/2006/relationships/slideLayout" Target="../slideLayouts/slideLayout349.xml"/><Relationship Id="rId19" Type="http://schemas.openxmlformats.org/officeDocument/2006/relationships/image" Target="../media/image6.png"/><Relationship Id="rId18" Type="http://schemas.openxmlformats.org/officeDocument/2006/relationships/slideLayout" Target="../slideLayouts/slideLayout365.xml"/><Relationship Id="rId17" Type="http://schemas.openxmlformats.org/officeDocument/2006/relationships/slideLayout" Target="../slideLayouts/slideLayout364.xml"/><Relationship Id="rId16" Type="http://schemas.openxmlformats.org/officeDocument/2006/relationships/slideLayout" Target="../slideLayouts/slideLayout363.xml"/><Relationship Id="rId15" Type="http://schemas.openxmlformats.org/officeDocument/2006/relationships/slideLayout" Target="../slideLayouts/slideLayout362.xml"/><Relationship Id="rId14" Type="http://schemas.openxmlformats.org/officeDocument/2006/relationships/slideLayout" Target="../slideLayouts/slideLayout361.xml"/><Relationship Id="rId13" Type="http://schemas.openxmlformats.org/officeDocument/2006/relationships/slideLayout" Target="../slideLayouts/slideLayout360.xml"/><Relationship Id="rId12" Type="http://schemas.openxmlformats.org/officeDocument/2006/relationships/slideLayout" Target="../slideLayouts/slideLayout359.xml"/><Relationship Id="rId11" Type="http://schemas.openxmlformats.org/officeDocument/2006/relationships/slideLayout" Target="../slideLayouts/slideLayout358.xml"/><Relationship Id="rId10" Type="http://schemas.openxmlformats.org/officeDocument/2006/relationships/slideLayout" Target="../slideLayouts/slideLayout357.xml"/><Relationship Id="rId1" Type="http://schemas.openxmlformats.org/officeDocument/2006/relationships/slideLayout" Target="../slideLayouts/slideLayout348.xml"/></Relationships>
</file>

<file path=ppt/slideMasters/_rels/slideMaster39.xml.rels><?xml version="1.0" encoding="UTF-8" standalone="yes"?>
<Relationships xmlns="http://schemas.openxmlformats.org/package/2006/relationships"><Relationship Id="rId4" Type="http://schemas.openxmlformats.org/officeDocument/2006/relationships/theme" Target="../theme/theme39.xml"/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66.xml"/></Relationships>
</file>

<file path=ppt/slideMasters/_rels/slideMaster40.xml.rels><?xml version="1.0" encoding="UTF-8" standalone="yes"?>
<Relationships xmlns="http://schemas.openxmlformats.org/package/2006/relationships"><Relationship Id="rId4" Type="http://schemas.openxmlformats.org/officeDocument/2006/relationships/theme" Target="../theme/theme40.xml"/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67.xml"/></Relationships>
</file>

<file path=ppt/slideMasters/_rels/slideMaster41.xml.rels><?xml version="1.0" encoding="UTF-8" standalone="yes"?>
<Relationships xmlns="http://schemas.openxmlformats.org/package/2006/relationships"><Relationship Id="rId4" Type="http://schemas.openxmlformats.org/officeDocument/2006/relationships/theme" Target="../theme/theme41.xml"/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68.xml"/></Relationships>
</file>

<file path=ppt/slideMasters/_rels/slideMaster4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377.xml"/><Relationship Id="rId8" Type="http://schemas.openxmlformats.org/officeDocument/2006/relationships/slideLayout" Target="../slideLayouts/slideLayout376.xml"/><Relationship Id="rId7" Type="http://schemas.openxmlformats.org/officeDocument/2006/relationships/slideLayout" Target="../slideLayouts/slideLayout375.xml"/><Relationship Id="rId6" Type="http://schemas.openxmlformats.org/officeDocument/2006/relationships/slideLayout" Target="../slideLayouts/slideLayout374.xml"/><Relationship Id="rId5" Type="http://schemas.openxmlformats.org/officeDocument/2006/relationships/slideLayout" Target="../slideLayouts/slideLayout373.xml"/><Relationship Id="rId4" Type="http://schemas.openxmlformats.org/officeDocument/2006/relationships/slideLayout" Target="../slideLayouts/slideLayout372.xml"/><Relationship Id="rId3" Type="http://schemas.openxmlformats.org/officeDocument/2006/relationships/slideLayout" Target="../slideLayouts/slideLayout371.xml"/><Relationship Id="rId22" Type="http://schemas.openxmlformats.org/officeDocument/2006/relationships/theme" Target="../theme/theme42.xml"/><Relationship Id="rId21" Type="http://schemas.openxmlformats.org/officeDocument/2006/relationships/image" Target="../media/image6.png"/><Relationship Id="rId20" Type="http://schemas.openxmlformats.org/officeDocument/2006/relationships/slideLayout" Target="../slideLayouts/slideLayout388.xml"/><Relationship Id="rId2" Type="http://schemas.openxmlformats.org/officeDocument/2006/relationships/slideLayout" Target="../slideLayouts/slideLayout370.xml"/><Relationship Id="rId19" Type="http://schemas.openxmlformats.org/officeDocument/2006/relationships/slideLayout" Target="../slideLayouts/slideLayout387.xml"/><Relationship Id="rId18" Type="http://schemas.openxmlformats.org/officeDocument/2006/relationships/slideLayout" Target="../slideLayouts/slideLayout386.xml"/><Relationship Id="rId17" Type="http://schemas.openxmlformats.org/officeDocument/2006/relationships/slideLayout" Target="../slideLayouts/slideLayout385.xml"/><Relationship Id="rId16" Type="http://schemas.openxmlformats.org/officeDocument/2006/relationships/slideLayout" Target="../slideLayouts/slideLayout384.xml"/><Relationship Id="rId15" Type="http://schemas.openxmlformats.org/officeDocument/2006/relationships/slideLayout" Target="../slideLayouts/slideLayout383.xml"/><Relationship Id="rId14" Type="http://schemas.openxmlformats.org/officeDocument/2006/relationships/slideLayout" Target="../slideLayouts/slideLayout382.xml"/><Relationship Id="rId13" Type="http://schemas.openxmlformats.org/officeDocument/2006/relationships/slideLayout" Target="../slideLayouts/slideLayout381.xml"/><Relationship Id="rId12" Type="http://schemas.openxmlformats.org/officeDocument/2006/relationships/slideLayout" Target="../slideLayouts/slideLayout380.xml"/><Relationship Id="rId11" Type="http://schemas.openxmlformats.org/officeDocument/2006/relationships/slideLayout" Target="../slideLayouts/slideLayout379.xml"/><Relationship Id="rId10" Type="http://schemas.openxmlformats.org/officeDocument/2006/relationships/slideLayout" Target="../slideLayouts/slideLayout378.xml"/><Relationship Id="rId1" Type="http://schemas.openxmlformats.org/officeDocument/2006/relationships/slideLayout" Target="../slideLayouts/slideLayout369.xml"/></Relationships>
</file>

<file path=ppt/slideMasters/_rels/slideMaster43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397.xml"/><Relationship Id="rId8" Type="http://schemas.openxmlformats.org/officeDocument/2006/relationships/slideLayout" Target="../slideLayouts/slideLayout396.xml"/><Relationship Id="rId7" Type="http://schemas.openxmlformats.org/officeDocument/2006/relationships/slideLayout" Target="../slideLayouts/slideLayout395.xml"/><Relationship Id="rId6" Type="http://schemas.openxmlformats.org/officeDocument/2006/relationships/slideLayout" Target="../slideLayouts/slideLayout394.xml"/><Relationship Id="rId5" Type="http://schemas.openxmlformats.org/officeDocument/2006/relationships/slideLayout" Target="../slideLayouts/slideLayout393.xml"/><Relationship Id="rId4" Type="http://schemas.openxmlformats.org/officeDocument/2006/relationships/slideLayout" Target="../slideLayouts/slideLayout392.xml"/><Relationship Id="rId3" Type="http://schemas.openxmlformats.org/officeDocument/2006/relationships/slideLayout" Target="../slideLayouts/slideLayout391.xml"/><Relationship Id="rId22" Type="http://schemas.openxmlformats.org/officeDocument/2006/relationships/theme" Target="../theme/theme43.xml"/><Relationship Id="rId21" Type="http://schemas.openxmlformats.org/officeDocument/2006/relationships/image" Target="../media/image6.png"/><Relationship Id="rId20" Type="http://schemas.openxmlformats.org/officeDocument/2006/relationships/slideLayout" Target="../slideLayouts/slideLayout408.xml"/><Relationship Id="rId2" Type="http://schemas.openxmlformats.org/officeDocument/2006/relationships/slideLayout" Target="../slideLayouts/slideLayout390.xml"/><Relationship Id="rId19" Type="http://schemas.openxmlformats.org/officeDocument/2006/relationships/slideLayout" Target="../slideLayouts/slideLayout407.xml"/><Relationship Id="rId18" Type="http://schemas.openxmlformats.org/officeDocument/2006/relationships/slideLayout" Target="../slideLayouts/slideLayout406.xml"/><Relationship Id="rId17" Type="http://schemas.openxmlformats.org/officeDocument/2006/relationships/slideLayout" Target="../slideLayouts/slideLayout405.xml"/><Relationship Id="rId16" Type="http://schemas.openxmlformats.org/officeDocument/2006/relationships/slideLayout" Target="../slideLayouts/slideLayout404.xml"/><Relationship Id="rId15" Type="http://schemas.openxmlformats.org/officeDocument/2006/relationships/slideLayout" Target="../slideLayouts/slideLayout403.xml"/><Relationship Id="rId14" Type="http://schemas.openxmlformats.org/officeDocument/2006/relationships/slideLayout" Target="../slideLayouts/slideLayout402.xml"/><Relationship Id="rId13" Type="http://schemas.openxmlformats.org/officeDocument/2006/relationships/slideLayout" Target="../slideLayouts/slideLayout401.xml"/><Relationship Id="rId12" Type="http://schemas.openxmlformats.org/officeDocument/2006/relationships/slideLayout" Target="../slideLayouts/slideLayout400.xml"/><Relationship Id="rId11" Type="http://schemas.openxmlformats.org/officeDocument/2006/relationships/slideLayout" Target="../slideLayouts/slideLayout399.xml"/><Relationship Id="rId10" Type="http://schemas.openxmlformats.org/officeDocument/2006/relationships/slideLayout" Target="../slideLayouts/slideLayout398.xml"/><Relationship Id="rId1" Type="http://schemas.openxmlformats.org/officeDocument/2006/relationships/slideLayout" Target="../slideLayouts/slideLayout38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六边形 29"/>
          <p:cNvSpPr/>
          <p:nvPr userDrawn="1"/>
        </p:nvSpPr>
        <p:spPr>
          <a:xfrm rot="5400000">
            <a:off x="8672367" y="-244234"/>
            <a:ext cx="1034350" cy="1136649"/>
          </a:xfrm>
          <a:custGeom>
            <a:avLst/>
            <a:gdLst>
              <a:gd name="connsiteX0" fmla="*/ 0 w 1318512"/>
              <a:gd name="connsiteY0" fmla="*/ 568325 h 1136649"/>
              <a:gd name="connsiteX1" fmla="*/ 284162 w 1318512"/>
              <a:gd name="connsiteY1" fmla="*/ 0 h 1136649"/>
              <a:gd name="connsiteX2" fmla="*/ 1034350 w 1318512"/>
              <a:gd name="connsiteY2" fmla="*/ 0 h 1136649"/>
              <a:gd name="connsiteX3" fmla="*/ 1318512 w 1318512"/>
              <a:gd name="connsiteY3" fmla="*/ 568325 h 1136649"/>
              <a:gd name="connsiteX4" fmla="*/ 1034350 w 1318512"/>
              <a:gd name="connsiteY4" fmla="*/ 1136649 h 1136649"/>
              <a:gd name="connsiteX5" fmla="*/ 284162 w 1318512"/>
              <a:gd name="connsiteY5" fmla="*/ 1136649 h 1136649"/>
              <a:gd name="connsiteX6" fmla="*/ 0 w 1318512"/>
              <a:gd name="connsiteY6" fmla="*/ 568325 h 1136649"/>
              <a:gd name="connsiteX0-1" fmla="*/ 0 w 1034350"/>
              <a:gd name="connsiteY0-2" fmla="*/ 1136649 h 1136649"/>
              <a:gd name="connsiteX1-3" fmla="*/ 0 w 1034350"/>
              <a:gd name="connsiteY1-4" fmla="*/ 0 h 1136649"/>
              <a:gd name="connsiteX2-5" fmla="*/ 750188 w 1034350"/>
              <a:gd name="connsiteY2-6" fmla="*/ 0 h 1136649"/>
              <a:gd name="connsiteX3-7" fmla="*/ 1034350 w 1034350"/>
              <a:gd name="connsiteY3-8" fmla="*/ 568325 h 1136649"/>
              <a:gd name="connsiteX4-9" fmla="*/ 750188 w 1034350"/>
              <a:gd name="connsiteY4-10" fmla="*/ 1136649 h 1136649"/>
              <a:gd name="connsiteX5-11" fmla="*/ 0 w 1034350"/>
              <a:gd name="connsiteY5-12" fmla="*/ 1136649 h 1136649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</a:cxnLst>
            <a:rect l="l" t="t" r="r" b="b"/>
            <a:pathLst>
              <a:path w="1034350" h="1136649">
                <a:moveTo>
                  <a:pt x="0" y="1136649"/>
                </a:moveTo>
                <a:lnTo>
                  <a:pt x="0" y="0"/>
                </a:lnTo>
                <a:lnTo>
                  <a:pt x="750188" y="0"/>
                </a:lnTo>
                <a:lnTo>
                  <a:pt x="1034350" y="568325"/>
                </a:lnTo>
                <a:lnTo>
                  <a:pt x="750188" y="1136649"/>
                </a:lnTo>
                <a:lnTo>
                  <a:pt x="0" y="1136649"/>
                </a:lnTo>
                <a:close/>
              </a:path>
            </a:pathLst>
          </a:cu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1" name="六边形 30"/>
          <p:cNvSpPr/>
          <p:nvPr userDrawn="1"/>
        </p:nvSpPr>
        <p:spPr>
          <a:xfrm rot="5400000">
            <a:off x="9521078" y="753888"/>
            <a:ext cx="523072" cy="450925"/>
          </a:xfrm>
          <a:prstGeom prst="hexagon">
            <a:avLst/>
          </a:prstGeom>
          <a:solidFill>
            <a:srgbClr val="3F3F3F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2" name="六边形 31"/>
          <p:cNvSpPr/>
          <p:nvPr userDrawn="1"/>
        </p:nvSpPr>
        <p:spPr>
          <a:xfrm rot="5400000">
            <a:off x="8027944" y="996957"/>
            <a:ext cx="523072" cy="450925"/>
          </a:xfrm>
          <a:prstGeom prst="hexagon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3" name="六边形 32"/>
          <p:cNvSpPr/>
          <p:nvPr userDrawn="1"/>
        </p:nvSpPr>
        <p:spPr>
          <a:xfrm rot="5400000">
            <a:off x="10287577" y="140894"/>
            <a:ext cx="196767" cy="169627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4" name="六边形 33"/>
          <p:cNvSpPr/>
          <p:nvPr userDrawn="1"/>
        </p:nvSpPr>
        <p:spPr>
          <a:xfrm rot="5400000">
            <a:off x="3684719" y="893697"/>
            <a:ext cx="886529" cy="764250"/>
          </a:xfrm>
          <a:prstGeom prst="hexagon">
            <a:avLst/>
          </a:prstGeom>
          <a:noFill/>
          <a:ln w="9525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5" name="六边形 34"/>
          <p:cNvSpPr/>
          <p:nvPr userDrawn="1"/>
        </p:nvSpPr>
        <p:spPr>
          <a:xfrm rot="5400000">
            <a:off x="11266257" y="1225116"/>
            <a:ext cx="206955" cy="178410"/>
          </a:xfrm>
          <a:prstGeom prst="hexagon">
            <a:avLst/>
          </a:prstGeom>
          <a:noFill/>
          <a:ln w="9525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6" name="六边形 35"/>
          <p:cNvSpPr/>
          <p:nvPr userDrawn="1"/>
        </p:nvSpPr>
        <p:spPr>
          <a:xfrm rot="5400000">
            <a:off x="918490" y="676500"/>
            <a:ext cx="206955" cy="178410"/>
          </a:xfrm>
          <a:prstGeom prst="hexagon">
            <a:avLst/>
          </a:prstGeom>
          <a:solidFill>
            <a:srgbClr val="0067E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7" name="六边形 36"/>
          <p:cNvSpPr/>
          <p:nvPr userDrawn="1"/>
        </p:nvSpPr>
        <p:spPr>
          <a:xfrm rot="5400000">
            <a:off x="4564916" y="775592"/>
            <a:ext cx="369001" cy="318105"/>
          </a:xfrm>
          <a:prstGeom prst="hexagon">
            <a:avLst/>
          </a:prstGeom>
          <a:solidFill>
            <a:schemeClr val="bg1">
              <a:lumMod val="95000"/>
            </a:schemeClr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3" name="直线连接符 2"/>
          <p:cNvCxnSpPr/>
          <p:nvPr userDrawn="1"/>
        </p:nvCxnSpPr>
        <p:spPr>
          <a:xfrm>
            <a:off x="9997213" y="1131213"/>
            <a:ext cx="647089" cy="396648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直线连接符 40"/>
          <p:cNvCxnSpPr/>
          <p:nvPr userDrawn="1"/>
        </p:nvCxnSpPr>
        <p:spPr>
          <a:xfrm>
            <a:off x="3898416" y="466240"/>
            <a:ext cx="691948" cy="366317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图片 3" descr="图形用户界面, 文本&#10;&#10;描述已自动生成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60746" y="5656882"/>
            <a:ext cx="3270508" cy="695852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5865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</a:defRPr>
      </a:lvl5pPr>
      <a:lvl6pPr marL="609600"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宋体" pitchFamily="2" charset="-122"/>
        </a:defRPr>
      </a:lvl6pPr>
      <a:lvl7pPr marL="1219200"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宋体" pitchFamily="2" charset="-122"/>
        </a:defRPr>
      </a:lvl7pPr>
      <a:lvl8pPr marL="1828800"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宋体" pitchFamily="2" charset="-122"/>
        </a:defRPr>
      </a:lvl8pPr>
      <a:lvl9pPr marL="2438400"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宋体" pitchFamily="2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3735" kern="1200">
          <a:solidFill>
            <a:schemeClr val="tx1"/>
          </a:solidFill>
          <a:latin typeface="+mn-lt"/>
          <a:ea typeface="+mn-ea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5" name="组合 4"/>
          <p:cNvGrpSpPr/>
          <p:nvPr userDrawn="1"/>
        </p:nvGrpSpPr>
        <p:grpSpPr>
          <a:xfrm>
            <a:off x="2126595" y="2260317"/>
            <a:ext cx="2280944" cy="1168683"/>
            <a:chOff x="1984355" y="1223746"/>
            <a:chExt cx="2280944" cy="1168683"/>
          </a:xfrm>
        </p:grpSpPr>
        <p:sp>
          <p:nvSpPr>
            <p:cNvPr id="20" name="文本框 19"/>
            <p:cNvSpPr txBox="1"/>
            <p:nvPr/>
          </p:nvSpPr>
          <p:spPr>
            <a:xfrm>
              <a:off x="2549296" y="1223746"/>
              <a:ext cx="1245854" cy="7386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algn="ctr"/>
              <a:r>
                <a:rPr lang="zh-CN" altLang="en-US" sz="4200" b="1" i="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目录</a:t>
              </a:r>
              <a:endParaRPr lang="zh-CN" altLang="en-US" sz="4200" b="1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21" name="文本框 20"/>
            <p:cNvSpPr txBox="1"/>
            <p:nvPr/>
          </p:nvSpPr>
          <p:spPr>
            <a:xfrm>
              <a:off x="1984355" y="1869209"/>
              <a:ext cx="1833941" cy="5232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800" dirty="0">
                  <a:solidFill>
                    <a:schemeClr val="bg1">
                      <a:lumMod val="85000"/>
                    </a:schemeClr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Contents</a:t>
              </a:r>
              <a:endParaRPr lang="zh-CN" altLang="en-US" sz="28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cxnSp>
          <p:nvCxnSpPr>
            <p:cNvPr id="23" name="直接连接符 2"/>
            <p:cNvCxnSpPr/>
            <p:nvPr/>
          </p:nvCxnSpPr>
          <p:spPr>
            <a:xfrm>
              <a:off x="4265299" y="1300145"/>
              <a:ext cx="0" cy="1062261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六边形 24"/>
            <p:cNvSpPr/>
            <p:nvPr/>
          </p:nvSpPr>
          <p:spPr>
            <a:xfrm rot="5400000">
              <a:off x="2142134" y="1404577"/>
              <a:ext cx="437322" cy="377002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26" name="六边形 25"/>
            <p:cNvSpPr/>
            <p:nvPr/>
          </p:nvSpPr>
          <p:spPr>
            <a:xfrm rot="5400000">
              <a:off x="2037082" y="1610051"/>
              <a:ext cx="246109" cy="212163"/>
            </a:xfrm>
            <a:prstGeom prst="hexagon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9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阿里巴巴普惠体 R" panose="00020600040101010101" charset="-122"/>
          <a:ea typeface="阿里巴巴普惠体 R" panose="00020600040101010101" charset="-122"/>
          <a:cs typeface="阿里巴巴普惠体 R" panose="00020600040101010101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29" y="2458684"/>
            <a:ext cx="474473" cy="474473"/>
          </a:xfrm>
          <a:prstGeom prst="ellipse">
            <a:avLst/>
          </a:pr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32839" y="2333175"/>
            <a:ext cx="230704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学习目标</a:t>
            </a:r>
            <a:endParaRPr lang="zh-CN" altLang="en-US" sz="4200" b="1" i="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2" y="2983479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19070" y="2491361"/>
            <a:ext cx="406390" cy="40639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53" r:id="rId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9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阿里巴巴普惠体 R" panose="00020600040101010101" charset="-122"/>
          <a:ea typeface="阿里巴巴普惠体 R" panose="00020600040101010101" charset="-122"/>
          <a:cs typeface="阿里巴巴普惠体 R" panose="00020600040101010101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六边形 6"/>
          <p:cNvSpPr/>
          <p:nvPr userDrawn="1"/>
        </p:nvSpPr>
        <p:spPr>
          <a:xfrm rot="5400000">
            <a:off x="3779834" y="2429461"/>
            <a:ext cx="1318512" cy="1136649"/>
          </a:xfrm>
          <a:prstGeom prst="hexagon">
            <a:avLst/>
          </a:pr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六边形 7"/>
          <p:cNvSpPr/>
          <p:nvPr userDrawn="1"/>
        </p:nvSpPr>
        <p:spPr>
          <a:xfrm rot="5400000">
            <a:off x="3567036" y="3257393"/>
            <a:ext cx="429253" cy="370046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  <p:sldLayoutId id="2147483656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9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六边形 6"/>
          <p:cNvSpPr/>
          <p:nvPr userDrawn="1"/>
        </p:nvSpPr>
        <p:spPr>
          <a:xfrm rot="5400000">
            <a:off x="3779834" y="2429461"/>
            <a:ext cx="1318512" cy="1136649"/>
          </a:xfrm>
          <a:prstGeom prst="hexagon">
            <a:avLst/>
          </a:pr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六边形 10"/>
          <p:cNvSpPr/>
          <p:nvPr userDrawn="1"/>
        </p:nvSpPr>
        <p:spPr>
          <a:xfrm rot="5400000">
            <a:off x="3567036" y="3257393"/>
            <a:ext cx="429253" cy="370046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8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9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0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0" y="420997"/>
            <a:ext cx="224590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7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61" r:id="rId2"/>
    <p:sldLayoutId id="2147483662" r:id="rId3"/>
    <p:sldLayoutId id="2147483663" r:id="rId4"/>
    <p:sldLayoutId id="2147483664" r:id="rId5"/>
    <p:sldLayoutId id="2147483665" r:id="rId6"/>
    <p:sldLayoutId id="2147483666" r:id="rId7"/>
    <p:sldLayoutId id="2147483667" r:id="rId8"/>
    <p:sldLayoutId id="2147483668" r:id="rId9"/>
    <p:sldLayoutId id="2147483669" r:id="rId10"/>
    <p:sldLayoutId id="2147483670" r:id="rId11"/>
    <p:sldLayoutId id="2147483671" r:id="rId12"/>
    <p:sldLayoutId id="2147483672" r:id="rId13"/>
    <p:sldLayoutId id="2147483673" r:id="rId14"/>
    <p:sldLayoutId id="2147483674" r:id="rId15"/>
    <p:sldLayoutId id="2147483675" r:id="rId16"/>
    <p:sldLayoutId id="2147483676" r:id="rId17"/>
    <p:sldLayoutId id="2147483677" r:id="rId18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徽标, 公司名称&#10;&#10;描述已自动生成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62786" y="2077549"/>
            <a:ext cx="2466428" cy="2010139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5865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</a:defRPr>
      </a:lvl5pPr>
      <a:lvl6pPr marL="609600"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宋体" pitchFamily="2" charset="-122"/>
        </a:defRPr>
      </a:lvl6pPr>
      <a:lvl7pPr marL="1219200"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宋体" pitchFamily="2" charset="-122"/>
        </a:defRPr>
      </a:lvl7pPr>
      <a:lvl8pPr marL="1828800"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宋体" pitchFamily="2" charset="-122"/>
        </a:defRPr>
      </a:lvl8pPr>
      <a:lvl9pPr marL="2438400"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宋体" pitchFamily="2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3735" kern="1200">
          <a:solidFill>
            <a:schemeClr val="tx1"/>
          </a:solidFill>
          <a:latin typeface="+mn-lt"/>
          <a:ea typeface="+mn-ea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29" y="2458684"/>
            <a:ext cx="474473" cy="474473"/>
          </a:xfrm>
          <a:prstGeom prst="ellipse">
            <a:avLst/>
          </a:pr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32839" y="2333175"/>
            <a:ext cx="230704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学习目标</a:t>
            </a:r>
            <a:endParaRPr lang="zh-CN" altLang="en-US" sz="4200" b="1" i="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2" y="2983479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19070" y="2491361"/>
            <a:ext cx="406390" cy="40639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81" r:id="rId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9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阿里巴巴普惠体 R" panose="00020600040101010101" charset="-122"/>
          <a:ea typeface="阿里巴巴普惠体 R" panose="00020600040101010101" charset="-122"/>
          <a:cs typeface="阿里巴巴普惠体 R" panose="00020600040101010101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29" y="2458684"/>
            <a:ext cx="474473" cy="474473"/>
          </a:xfrm>
          <a:prstGeom prst="ellipse">
            <a:avLst/>
          </a:pr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32839" y="2333175"/>
            <a:ext cx="230704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学习目标</a:t>
            </a:r>
            <a:endParaRPr lang="zh-CN" altLang="en-US" sz="4200" b="1" i="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2" y="2983479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19070" y="2491361"/>
            <a:ext cx="406390" cy="40639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83" r:id="rId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9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阿里巴巴普惠体 R" panose="00020600040101010101" charset="-122"/>
          <a:ea typeface="阿里巴巴普惠体 R" panose="00020600040101010101" charset="-122"/>
          <a:cs typeface="阿里巴巴普惠体 R" panose="00020600040101010101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0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29" y="2458684"/>
            <a:ext cx="474473" cy="474473"/>
          </a:xfrm>
          <a:prstGeom prst="ellipse">
            <a:avLst/>
          </a:pr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32839" y="2333175"/>
            <a:ext cx="230704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学习目标</a:t>
            </a:r>
            <a:endParaRPr lang="zh-CN" altLang="en-US" sz="4200" b="1" i="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2" y="2983479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19070" y="2491361"/>
            <a:ext cx="406390" cy="40639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9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阿里巴巴普惠体 R" panose="00020600040101010101" charset="-122"/>
          <a:ea typeface="阿里巴巴普惠体 R" panose="00020600040101010101" charset="-122"/>
          <a:cs typeface="阿里巴巴普惠体 R" panose="00020600040101010101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29" y="2458684"/>
            <a:ext cx="474473" cy="474473"/>
          </a:xfrm>
          <a:prstGeom prst="ellipse">
            <a:avLst/>
          </a:pr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32839" y="2333175"/>
            <a:ext cx="230704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学习目标</a:t>
            </a:r>
            <a:endParaRPr lang="zh-CN" altLang="en-US" sz="4200" b="1" i="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2" y="2983479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19070" y="2491361"/>
            <a:ext cx="406390" cy="40639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87" r:id="rId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9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阿里巴巴普惠体 R" panose="00020600040101010101" charset="-122"/>
          <a:ea typeface="阿里巴巴普惠体 R" panose="00020600040101010101" charset="-122"/>
          <a:cs typeface="阿里巴巴普惠体 R" panose="00020600040101010101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29" y="2458684"/>
            <a:ext cx="474473" cy="474473"/>
          </a:xfrm>
          <a:prstGeom prst="ellipse">
            <a:avLst/>
          </a:pr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32839" y="2333175"/>
            <a:ext cx="230704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学习目标</a:t>
            </a:r>
            <a:endParaRPr lang="zh-CN" altLang="en-US" sz="4200" b="1" i="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2" y="2983479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319070" y="2491361"/>
            <a:ext cx="406390" cy="40639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89" r:id="rId1"/>
    <p:sldLayoutId id="2147483690" r:id="rId2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9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阿里巴巴普惠体 R" panose="00020600040101010101" charset="-122"/>
          <a:ea typeface="阿里巴巴普惠体 R" panose="00020600040101010101" charset="-122"/>
          <a:cs typeface="阿里巴巴普惠体 R" panose="00020600040101010101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29" y="2458684"/>
            <a:ext cx="474473" cy="474473"/>
          </a:xfrm>
          <a:prstGeom prst="ellipse">
            <a:avLst/>
          </a:pr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32839" y="2333175"/>
            <a:ext cx="230704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学习目标</a:t>
            </a:r>
            <a:endParaRPr lang="zh-CN" altLang="en-US" sz="4200" b="1" i="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2" y="2983479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19070" y="2491361"/>
            <a:ext cx="406390" cy="40639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92" r:id="rId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9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阿里巴巴普惠体 R" panose="00020600040101010101" charset="-122"/>
          <a:ea typeface="阿里巴巴普惠体 R" panose="00020600040101010101" charset="-122"/>
          <a:cs typeface="阿里巴巴普惠体 R" panose="00020600040101010101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29" y="2458684"/>
            <a:ext cx="474473" cy="474473"/>
          </a:xfrm>
          <a:prstGeom prst="ellipse">
            <a:avLst/>
          </a:pr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32839" y="2333175"/>
            <a:ext cx="230704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学习目标</a:t>
            </a:r>
            <a:endParaRPr lang="zh-CN" altLang="en-US" sz="4200" b="1" i="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2" y="2983479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19070" y="2491361"/>
            <a:ext cx="406390" cy="40639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94" r:id="rId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9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阿里巴巴普惠体 R" panose="00020600040101010101" charset="-122"/>
          <a:ea typeface="阿里巴巴普惠体 R" panose="00020600040101010101" charset="-122"/>
          <a:cs typeface="阿里巴巴普惠体 R" panose="00020600040101010101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29" y="2458684"/>
            <a:ext cx="474473" cy="474473"/>
          </a:xfrm>
          <a:prstGeom prst="ellipse">
            <a:avLst/>
          </a:pr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32839" y="2333175"/>
            <a:ext cx="230704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学习目标</a:t>
            </a:r>
            <a:endParaRPr lang="zh-CN" altLang="en-US" sz="4200" b="1" i="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2" y="2983479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19070" y="2491361"/>
            <a:ext cx="406390" cy="40639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96" r:id="rId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9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阿里巴巴普惠体 R" panose="00020600040101010101" charset="-122"/>
          <a:ea typeface="阿里巴巴普惠体 R" panose="00020600040101010101" charset="-122"/>
          <a:cs typeface="阿里巴巴普惠体 R" panose="00020600040101010101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0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0" y="420997"/>
            <a:ext cx="224590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7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98" r:id="rId1"/>
    <p:sldLayoutId id="2147483699" r:id="rId2"/>
    <p:sldLayoutId id="2147483700" r:id="rId3"/>
    <p:sldLayoutId id="2147483701" r:id="rId4"/>
    <p:sldLayoutId id="2147483702" r:id="rId5"/>
    <p:sldLayoutId id="2147483703" r:id="rId6"/>
    <p:sldLayoutId id="2147483704" r:id="rId7"/>
    <p:sldLayoutId id="2147483705" r:id="rId8"/>
    <p:sldLayoutId id="2147483706" r:id="rId9"/>
    <p:sldLayoutId id="2147483707" r:id="rId10"/>
    <p:sldLayoutId id="2147483708" r:id="rId11"/>
    <p:sldLayoutId id="2147483709" r:id="rId12"/>
    <p:sldLayoutId id="2147483710" r:id="rId13"/>
    <p:sldLayoutId id="2147483711" r:id="rId14"/>
    <p:sldLayoutId id="2147483712" r:id="rId15"/>
    <p:sldLayoutId id="2147483713" r:id="rId16"/>
    <p:sldLayoutId id="2147483714" r:id="rId17"/>
    <p:sldLayoutId id="2147483715" r:id="rId18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0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0" y="420997"/>
            <a:ext cx="224590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7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17" r:id="rId1"/>
    <p:sldLayoutId id="2147483718" r:id="rId2"/>
    <p:sldLayoutId id="2147483719" r:id="rId3"/>
    <p:sldLayoutId id="2147483720" r:id="rId4"/>
    <p:sldLayoutId id="2147483721" r:id="rId5"/>
    <p:sldLayoutId id="2147483722" r:id="rId6"/>
    <p:sldLayoutId id="2147483723" r:id="rId7"/>
    <p:sldLayoutId id="2147483724" r:id="rId8"/>
    <p:sldLayoutId id="2147483725" r:id="rId9"/>
    <p:sldLayoutId id="2147483726" r:id="rId10"/>
    <p:sldLayoutId id="2147483727" r:id="rId11"/>
    <p:sldLayoutId id="2147483728" r:id="rId12"/>
    <p:sldLayoutId id="2147483729" r:id="rId13"/>
    <p:sldLayoutId id="2147483730" r:id="rId14"/>
    <p:sldLayoutId id="2147483731" r:id="rId15"/>
    <p:sldLayoutId id="2147483732" r:id="rId16"/>
    <p:sldLayoutId id="2147483733" r:id="rId17"/>
    <p:sldLayoutId id="2147483734" r:id="rId18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0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0" y="420997"/>
            <a:ext cx="224590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7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36" r:id="rId1"/>
    <p:sldLayoutId id="2147483737" r:id="rId2"/>
    <p:sldLayoutId id="2147483738" r:id="rId3"/>
    <p:sldLayoutId id="2147483739" r:id="rId4"/>
    <p:sldLayoutId id="2147483740" r:id="rId5"/>
    <p:sldLayoutId id="2147483741" r:id="rId6"/>
    <p:sldLayoutId id="2147483742" r:id="rId7"/>
    <p:sldLayoutId id="2147483743" r:id="rId8"/>
    <p:sldLayoutId id="2147483744" r:id="rId9"/>
    <p:sldLayoutId id="2147483745" r:id="rId10"/>
    <p:sldLayoutId id="2147483746" r:id="rId11"/>
    <p:sldLayoutId id="2147483747" r:id="rId12"/>
    <p:sldLayoutId id="2147483748" r:id="rId13"/>
    <p:sldLayoutId id="2147483749" r:id="rId14"/>
    <p:sldLayoutId id="2147483750" r:id="rId15"/>
    <p:sldLayoutId id="2147483751" r:id="rId16"/>
    <p:sldLayoutId id="2147483752" r:id="rId17"/>
    <p:sldLayoutId id="2147483753" r:id="rId18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9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0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0" y="420997"/>
            <a:ext cx="224590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7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55" r:id="rId1"/>
    <p:sldLayoutId id="2147483756" r:id="rId2"/>
    <p:sldLayoutId id="2147483757" r:id="rId3"/>
    <p:sldLayoutId id="2147483758" r:id="rId4"/>
    <p:sldLayoutId id="2147483759" r:id="rId5"/>
    <p:sldLayoutId id="2147483760" r:id="rId6"/>
    <p:sldLayoutId id="2147483761" r:id="rId7"/>
    <p:sldLayoutId id="2147483762" r:id="rId8"/>
    <p:sldLayoutId id="2147483763" r:id="rId9"/>
    <p:sldLayoutId id="2147483764" r:id="rId10"/>
    <p:sldLayoutId id="2147483765" r:id="rId11"/>
    <p:sldLayoutId id="2147483766" r:id="rId12"/>
    <p:sldLayoutId id="2147483767" r:id="rId13"/>
    <p:sldLayoutId id="2147483768" r:id="rId14"/>
    <p:sldLayoutId id="2147483769" r:id="rId15"/>
    <p:sldLayoutId id="2147483770" r:id="rId16"/>
    <p:sldLayoutId id="2147483771" r:id="rId17"/>
    <p:sldLayoutId id="2147483772" r:id="rId18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0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0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0" y="420997"/>
            <a:ext cx="224590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7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74" r:id="rId1"/>
    <p:sldLayoutId id="2147483775" r:id="rId2"/>
    <p:sldLayoutId id="2147483776" r:id="rId3"/>
    <p:sldLayoutId id="2147483777" r:id="rId4"/>
    <p:sldLayoutId id="2147483778" r:id="rId5"/>
    <p:sldLayoutId id="2147483779" r:id="rId6"/>
    <p:sldLayoutId id="2147483780" r:id="rId7"/>
    <p:sldLayoutId id="2147483781" r:id="rId8"/>
    <p:sldLayoutId id="2147483782" r:id="rId9"/>
    <p:sldLayoutId id="2147483783" r:id="rId10"/>
    <p:sldLayoutId id="2147483784" r:id="rId11"/>
    <p:sldLayoutId id="2147483785" r:id="rId12"/>
    <p:sldLayoutId id="2147483786" r:id="rId13"/>
    <p:sldLayoutId id="2147483787" r:id="rId14"/>
    <p:sldLayoutId id="2147483788" r:id="rId15"/>
    <p:sldLayoutId id="2147483789" r:id="rId16"/>
    <p:sldLayoutId id="2147483790" r:id="rId17"/>
    <p:sldLayoutId id="2147483791" r:id="rId18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0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0" y="420997"/>
            <a:ext cx="224590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7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93" r:id="rId1"/>
    <p:sldLayoutId id="2147483794" r:id="rId2"/>
    <p:sldLayoutId id="2147483795" r:id="rId3"/>
    <p:sldLayoutId id="2147483796" r:id="rId4"/>
    <p:sldLayoutId id="2147483797" r:id="rId5"/>
    <p:sldLayoutId id="2147483798" r:id="rId6"/>
    <p:sldLayoutId id="2147483799" r:id="rId7"/>
    <p:sldLayoutId id="2147483800" r:id="rId8"/>
    <p:sldLayoutId id="2147483801" r:id="rId9"/>
    <p:sldLayoutId id="2147483802" r:id="rId10"/>
    <p:sldLayoutId id="2147483803" r:id="rId11"/>
    <p:sldLayoutId id="2147483804" r:id="rId12"/>
    <p:sldLayoutId id="2147483805" r:id="rId13"/>
    <p:sldLayoutId id="2147483806" r:id="rId14"/>
    <p:sldLayoutId id="2147483807" r:id="rId15"/>
    <p:sldLayoutId id="2147483808" r:id="rId16"/>
    <p:sldLayoutId id="2147483809" r:id="rId17"/>
    <p:sldLayoutId id="2147483810" r:id="rId18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0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0" y="420997"/>
            <a:ext cx="224590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7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812" r:id="rId1"/>
    <p:sldLayoutId id="2147483813" r:id="rId2"/>
    <p:sldLayoutId id="2147483814" r:id="rId3"/>
    <p:sldLayoutId id="2147483815" r:id="rId4"/>
    <p:sldLayoutId id="2147483816" r:id="rId5"/>
    <p:sldLayoutId id="2147483817" r:id="rId6"/>
    <p:sldLayoutId id="2147483818" r:id="rId7"/>
    <p:sldLayoutId id="2147483819" r:id="rId8"/>
    <p:sldLayoutId id="2147483820" r:id="rId9"/>
    <p:sldLayoutId id="2147483821" r:id="rId10"/>
    <p:sldLayoutId id="2147483822" r:id="rId11"/>
    <p:sldLayoutId id="2147483823" r:id="rId12"/>
    <p:sldLayoutId id="2147483824" r:id="rId13"/>
    <p:sldLayoutId id="2147483825" r:id="rId14"/>
    <p:sldLayoutId id="2147483826" r:id="rId15"/>
    <p:sldLayoutId id="2147483827" r:id="rId16"/>
    <p:sldLayoutId id="2147483828" r:id="rId17"/>
    <p:sldLayoutId id="2147483829" r:id="rId18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0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0" y="420997"/>
            <a:ext cx="224590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7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831" r:id="rId1"/>
    <p:sldLayoutId id="2147483832" r:id="rId2"/>
    <p:sldLayoutId id="2147483833" r:id="rId3"/>
    <p:sldLayoutId id="2147483834" r:id="rId4"/>
    <p:sldLayoutId id="2147483835" r:id="rId5"/>
    <p:sldLayoutId id="2147483836" r:id="rId6"/>
    <p:sldLayoutId id="2147483837" r:id="rId7"/>
    <p:sldLayoutId id="2147483838" r:id="rId8"/>
    <p:sldLayoutId id="2147483839" r:id="rId9"/>
    <p:sldLayoutId id="2147483840" r:id="rId10"/>
    <p:sldLayoutId id="2147483841" r:id="rId11"/>
    <p:sldLayoutId id="2147483842" r:id="rId12"/>
    <p:sldLayoutId id="2147483843" r:id="rId13"/>
    <p:sldLayoutId id="2147483844" r:id="rId14"/>
    <p:sldLayoutId id="2147483845" r:id="rId15"/>
    <p:sldLayoutId id="2147483846" r:id="rId16"/>
    <p:sldLayoutId id="2147483847" r:id="rId17"/>
    <p:sldLayoutId id="2147483848" r:id="rId18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0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0" y="420997"/>
            <a:ext cx="224590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7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850" r:id="rId1"/>
    <p:sldLayoutId id="2147483851" r:id="rId2"/>
    <p:sldLayoutId id="2147483852" r:id="rId3"/>
    <p:sldLayoutId id="2147483853" r:id="rId4"/>
    <p:sldLayoutId id="2147483854" r:id="rId5"/>
    <p:sldLayoutId id="2147483855" r:id="rId6"/>
    <p:sldLayoutId id="2147483856" r:id="rId7"/>
    <p:sldLayoutId id="2147483857" r:id="rId8"/>
    <p:sldLayoutId id="2147483858" r:id="rId9"/>
    <p:sldLayoutId id="2147483859" r:id="rId10"/>
    <p:sldLayoutId id="2147483860" r:id="rId11"/>
    <p:sldLayoutId id="2147483861" r:id="rId12"/>
    <p:sldLayoutId id="2147483862" r:id="rId13"/>
    <p:sldLayoutId id="2147483863" r:id="rId14"/>
    <p:sldLayoutId id="2147483864" r:id="rId15"/>
    <p:sldLayoutId id="2147483865" r:id="rId16"/>
    <p:sldLayoutId id="2147483866" r:id="rId17"/>
    <p:sldLayoutId id="2147483867" r:id="rId18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0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0" y="420997"/>
            <a:ext cx="224590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7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869" r:id="rId1"/>
    <p:sldLayoutId id="2147483870" r:id="rId2"/>
    <p:sldLayoutId id="2147483871" r:id="rId3"/>
    <p:sldLayoutId id="2147483872" r:id="rId4"/>
    <p:sldLayoutId id="2147483873" r:id="rId5"/>
    <p:sldLayoutId id="2147483874" r:id="rId6"/>
    <p:sldLayoutId id="2147483875" r:id="rId7"/>
    <p:sldLayoutId id="2147483876" r:id="rId8"/>
    <p:sldLayoutId id="2147483877" r:id="rId9"/>
    <p:sldLayoutId id="2147483878" r:id="rId10"/>
    <p:sldLayoutId id="2147483879" r:id="rId11"/>
    <p:sldLayoutId id="2147483880" r:id="rId12"/>
    <p:sldLayoutId id="2147483881" r:id="rId13"/>
    <p:sldLayoutId id="2147483882" r:id="rId14"/>
    <p:sldLayoutId id="2147483883" r:id="rId15"/>
    <p:sldLayoutId id="2147483884" r:id="rId16"/>
    <p:sldLayoutId id="2147483885" r:id="rId17"/>
    <p:sldLayoutId id="2147483886" r:id="rId18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0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0" y="420997"/>
            <a:ext cx="224590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7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888" r:id="rId1"/>
    <p:sldLayoutId id="2147483889" r:id="rId2"/>
    <p:sldLayoutId id="2147483890" r:id="rId3"/>
    <p:sldLayoutId id="2147483891" r:id="rId4"/>
    <p:sldLayoutId id="2147483892" r:id="rId5"/>
    <p:sldLayoutId id="2147483893" r:id="rId6"/>
    <p:sldLayoutId id="2147483894" r:id="rId7"/>
    <p:sldLayoutId id="2147483895" r:id="rId8"/>
    <p:sldLayoutId id="2147483896" r:id="rId9"/>
    <p:sldLayoutId id="2147483897" r:id="rId10"/>
    <p:sldLayoutId id="2147483898" r:id="rId11"/>
    <p:sldLayoutId id="2147483899" r:id="rId12"/>
    <p:sldLayoutId id="2147483900" r:id="rId13"/>
    <p:sldLayoutId id="2147483901" r:id="rId14"/>
    <p:sldLayoutId id="2147483902" r:id="rId15"/>
    <p:sldLayoutId id="2147483903" r:id="rId16"/>
    <p:sldLayoutId id="2147483904" r:id="rId17"/>
    <p:sldLayoutId id="2147483905" r:id="rId18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0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0" y="420997"/>
            <a:ext cx="224590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7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907" r:id="rId1"/>
    <p:sldLayoutId id="2147483908" r:id="rId2"/>
    <p:sldLayoutId id="2147483909" r:id="rId3"/>
    <p:sldLayoutId id="2147483910" r:id="rId4"/>
    <p:sldLayoutId id="2147483911" r:id="rId5"/>
    <p:sldLayoutId id="2147483912" r:id="rId6"/>
    <p:sldLayoutId id="2147483913" r:id="rId7"/>
    <p:sldLayoutId id="2147483914" r:id="rId8"/>
    <p:sldLayoutId id="2147483915" r:id="rId9"/>
    <p:sldLayoutId id="2147483916" r:id="rId10"/>
    <p:sldLayoutId id="2147483917" r:id="rId11"/>
    <p:sldLayoutId id="2147483918" r:id="rId12"/>
    <p:sldLayoutId id="2147483919" r:id="rId13"/>
    <p:sldLayoutId id="2147483920" r:id="rId14"/>
    <p:sldLayoutId id="2147483921" r:id="rId15"/>
    <p:sldLayoutId id="2147483922" r:id="rId16"/>
    <p:sldLayoutId id="2147483923" r:id="rId17"/>
    <p:sldLayoutId id="2147483924" r:id="rId18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30" y="2458685"/>
            <a:ext cx="474473" cy="474473"/>
          </a:xfrm>
          <a:prstGeom prst="ellipse">
            <a:avLst/>
          </a:pr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2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2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16810" y="2333176"/>
            <a:ext cx="233910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学习目标</a:t>
            </a:r>
            <a:endParaRPr lang="zh-CN" altLang="en-US" sz="4200" b="1" i="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3" y="2983480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19070" y="2491362"/>
            <a:ext cx="406391" cy="406391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926" r:id="rId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9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阿里巴巴普惠体 R" panose="00020600040101010101" charset="-122"/>
          <a:ea typeface="阿里巴巴普惠体 R" panose="00020600040101010101" charset="-122"/>
          <a:cs typeface="阿里巴巴普惠体 R" panose="00020600040101010101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9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2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2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1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1" y="420997"/>
            <a:ext cx="224591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2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8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928" r:id="rId1"/>
    <p:sldLayoutId id="2147483929" r:id="rId2"/>
    <p:sldLayoutId id="2147483930" r:id="rId3"/>
    <p:sldLayoutId id="2147483931" r:id="rId4"/>
    <p:sldLayoutId id="2147483932" r:id="rId5"/>
    <p:sldLayoutId id="2147483933" r:id="rId6"/>
    <p:sldLayoutId id="2147483934" r:id="rId7"/>
    <p:sldLayoutId id="2147483935" r:id="rId8"/>
    <p:sldLayoutId id="2147483936" r:id="rId9"/>
    <p:sldLayoutId id="2147483937" r:id="rId10"/>
    <p:sldLayoutId id="2147483938" r:id="rId11"/>
    <p:sldLayoutId id="2147483939" r:id="rId12"/>
    <p:sldLayoutId id="2147483940" r:id="rId13"/>
    <p:sldLayoutId id="2147483941" r:id="rId14"/>
    <p:sldLayoutId id="2147483942" r:id="rId15"/>
    <p:sldLayoutId id="2147483943" r:id="rId16"/>
    <p:sldLayoutId id="2147483944" r:id="rId17"/>
    <p:sldLayoutId id="2147483945" r:id="rId18"/>
    <p:sldLayoutId id="2147483946" r:id="rId19"/>
    <p:sldLayoutId id="2147483947" r:id="rId20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0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2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2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1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1" y="420997"/>
            <a:ext cx="224591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2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8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949" r:id="rId1"/>
    <p:sldLayoutId id="2147483950" r:id="rId2"/>
    <p:sldLayoutId id="2147483951" r:id="rId3"/>
    <p:sldLayoutId id="2147483952" r:id="rId4"/>
    <p:sldLayoutId id="2147483953" r:id="rId5"/>
    <p:sldLayoutId id="2147483954" r:id="rId6"/>
    <p:sldLayoutId id="2147483955" r:id="rId7"/>
    <p:sldLayoutId id="2147483956" r:id="rId8"/>
    <p:sldLayoutId id="2147483957" r:id="rId9"/>
    <p:sldLayoutId id="2147483958" r:id="rId10"/>
    <p:sldLayoutId id="2147483959" r:id="rId11"/>
    <p:sldLayoutId id="2147483960" r:id="rId12"/>
    <p:sldLayoutId id="2147483961" r:id="rId13"/>
    <p:sldLayoutId id="2147483962" r:id="rId14"/>
    <p:sldLayoutId id="2147483963" r:id="rId15"/>
    <p:sldLayoutId id="2147483964" r:id="rId16"/>
    <p:sldLayoutId id="2147483965" r:id="rId17"/>
    <p:sldLayoutId id="2147483966" r:id="rId18"/>
    <p:sldLayoutId id="2147483967" r:id="rId19"/>
    <p:sldLayoutId id="2147483968" r:id="rId20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2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2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1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1" y="420997"/>
            <a:ext cx="224591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2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8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970" r:id="rId1"/>
    <p:sldLayoutId id="2147483971" r:id="rId2"/>
    <p:sldLayoutId id="2147483972" r:id="rId3"/>
    <p:sldLayoutId id="2147483973" r:id="rId4"/>
    <p:sldLayoutId id="2147483974" r:id="rId5"/>
    <p:sldLayoutId id="2147483975" r:id="rId6"/>
    <p:sldLayoutId id="2147483976" r:id="rId7"/>
    <p:sldLayoutId id="2147483977" r:id="rId8"/>
    <p:sldLayoutId id="2147483978" r:id="rId9"/>
    <p:sldLayoutId id="2147483979" r:id="rId10"/>
    <p:sldLayoutId id="2147483980" r:id="rId11"/>
    <p:sldLayoutId id="2147483981" r:id="rId12"/>
    <p:sldLayoutId id="2147483982" r:id="rId13"/>
    <p:sldLayoutId id="2147483983" r:id="rId14"/>
    <p:sldLayoutId id="2147483984" r:id="rId15"/>
    <p:sldLayoutId id="2147483985" r:id="rId16"/>
    <p:sldLayoutId id="2147483986" r:id="rId17"/>
    <p:sldLayoutId id="2147483987" r:id="rId18"/>
    <p:sldLayoutId id="2147483988" r:id="rId19"/>
    <p:sldLayoutId id="2147483989" r:id="rId20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阿里巴巴普惠体 R" panose="00020600040101010101" charset="-122"/>
              </a:defRPr>
            </a:lvl1pPr>
          </a:lstStyle>
          <a:p>
            <a:fld id="{C764DE79-268F-4C1A-8933-263129D2AF90}" type="datetimeFigureOut">
              <a:rPr lang="en-US" smtClean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阿里巴巴普惠体 R" panose="00020600040101010101" charset="-122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阿里巴巴普惠体 R" panose="00020600040101010101" charset="-122"/>
              </a:defRPr>
            </a:lvl1pPr>
          </a:lstStyle>
          <a:p>
            <a:fld id="{48F63A3B-78C7-47BE-AE5E-E10140E04643}" type="slidenum">
              <a:rPr lang="en-US" smtClean="0"/>
            </a:fld>
            <a:endParaRPr lang="en-US" dirty="0"/>
          </a:p>
        </p:txBody>
      </p:sp>
      <p:sp>
        <p:nvSpPr>
          <p:cNvPr id="7" name="六边形 6"/>
          <p:cNvSpPr/>
          <p:nvPr userDrawn="1"/>
        </p:nvSpPr>
        <p:spPr>
          <a:xfrm rot="5400000">
            <a:off x="3779835" y="2429462"/>
            <a:ext cx="1318512" cy="1136649"/>
          </a:xfrm>
          <a:prstGeom prst="hexagon">
            <a:avLst/>
          </a:pr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8" name="六边形 7"/>
          <p:cNvSpPr/>
          <p:nvPr userDrawn="1"/>
        </p:nvSpPr>
        <p:spPr>
          <a:xfrm rot="5400000">
            <a:off x="3567036" y="3257392"/>
            <a:ext cx="429253" cy="370047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91" r:id="rId1"/>
    <p:sldLayoutId id="2147483992" r:id="rId2"/>
    <p:sldLayoutId id="2147483993" r:id="rId3"/>
    <p:sldLayoutId id="2147483994" r:id="rId4"/>
    <p:sldLayoutId id="2147483995" r:id="rId5"/>
    <p:sldLayoutId id="2147483996" r:id="rId6"/>
    <p:sldLayoutId id="2147483997" r:id="rId7"/>
    <p:sldLayoutId id="2147483998" r:id="rId8"/>
    <p:sldLayoutId id="2147483999" r:id="rId9"/>
    <p:sldLayoutId id="2147484000" r:id="rId10"/>
    <p:sldLayoutId id="2147484001" r:id="rId11"/>
    <p:sldLayoutId id="2147484002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90204" pitchFamily="34" charset="0"/>
        <a:buChar char="•"/>
        <a:defRPr sz="2800" kern="1200">
          <a:solidFill>
            <a:schemeClr val="tx1"/>
          </a:solidFill>
          <a:latin typeface="阿里巴巴普惠体 R" panose="00020600040101010101" charset="-122"/>
          <a:ea typeface="阿里巴巴普惠体 R" panose="00020600040101010101" charset="-122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阿里巴巴普惠体 R" panose="00020600040101010101" charset="-122"/>
          <a:ea typeface="阿里巴巴普惠体 R" panose="00020600040101010101" charset="-122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阿里巴巴普惠体 R" panose="00020600040101010101" charset="-122"/>
          <a:ea typeface="阿里巴巴普惠体 R" panose="00020600040101010101" charset="-122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阿里巴巴普惠体 R" panose="00020600040101010101" charset="-122"/>
          <a:ea typeface="阿里巴巴普惠体 R" panose="00020600040101010101" charset="-122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阿里巴巴普惠体 R" panose="00020600040101010101" charset="-122"/>
          <a:ea typeface="阿里巴巴普惠体 R" panose="00020600040101010101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30" y="2458685"/>
            <a:ext cx="474473" cy="474473"/>
          </a:xfrm>
          <a:prstGeom prst="ellipse">
            <a:avLst/>
          </a:pr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2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9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阿里巴巴普惠体 R" panose="00020600040101010101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2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Arial" panose="020B060402020209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阿里巴巴普惠体 R" panose="00020600040101010101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16810" y="2333176"/>
            <a:ext cx="233910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rPr>
              <a:t>学习目标</a:t>
            </a:r>
            <a:endParaRPr lang="zh-CN" altLang="en-US" sz="4200" b="1" i="0" dirty="0">
              <a:latin typeface="阿里巴巴普惠体 B" panose="00020600040101010101" pitchFamily="18" charset="-122"/>
              <a:ea typeface="阿里巴巴普惠体 B" panose="00020600040101010101" pitchFamily="18" charset="-122"/>
              <a:cs typeface="阿里巴巴普惠体 B" panose="00020600040101010101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3" y="2983480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Verdana" panose="020B0604030504040204" pitchFamily="34" charset="0"/>
              <a:ea typeface="阿里巴巴普惠体 R" panose="00020600040101010101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19070" y="2491362"/>
            <a:ext cx="406391" cy="406391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004" r:id="rId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9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阿里巴巴普惠体 R" panose="00020600040101010101" charset="-122"/>
          <a:ea typeface="阿里巴巴普惠体 R" panose="00020600040101010101" charset="-122"/>
          <a:cs typeface="阿里巴巴普惠体 R" panose="00020600040101010101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2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9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阿里巴巴普惠体 R" panose="00020600040101010101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2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Arial" panose="020B060402020209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阿里巴巴普惠体 R" panose="00020600040101010101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1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1" y="420997"/>
            <a:ext cx="224591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2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8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006" r:id="rId1"/>
    <p:sldLayoutId id="2147484007" r:id="rId2"/>
    <p:sldLayoutId id="2147484008" r:id="rId3"/>
    <p:sldLayoutId id="2147484009" r:id="rId4"/>
    <p:sldLayoutId id="2147484010" r:id="rId5"/>
    <p:sldLayoutId id="2147484011" r:id="rId6"/>
    <p:sldLayoutId id="2147484012" r:id="rId7"/>
    <p:sldLayoutId id="2147484013" r:id="rId8"/>
    <p:sldLayoutId id="2147484014" r:id="rId9"/>
    <p:sldLayoutId id="2147484015" r:id="rId10"/>
    <p:sldLayoutId id="2147484016" r:id="rId11"/>
    <p:sldLayoutId id="2147484017" r:id="rId12"/>
    <p:sldLayoutId id="2147484018" r:id="rId13"/>
    <p:sldLayoutId id="2147484019" r:id="rId14"/>
    <p:sldLayoutId id="2147484020" r:id="rId15"/>
    <p:sldLayoutId id="2147484021" r:id="rId16"/>
    <p:sldLayoutId id="2147484022" r:id="rId17"/>
    <p:sldLayoutId id="2147484023" r:id="rId18"/>
    <p:sldLayoutId id="2147484024" r:id="rId19"/>
    <p:sldLayoutId id="2147484025" r:id="rId20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9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阿里巴巴普惠体 R" panose="00020600040101010101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Arial" panose="020B060402020209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阿里巴巴普惠体 R" panose="00020600040101010101" charset="-122"/>
            </a:endParaRPr>
          </a:p>
        </p:txBody>
      </p:sp>
      <p:grpSp>
        <p:nvGrpSpPr>
          <p:cNvPr id="5" name="组合 4"/>
          <p:cNvGrpSpPr/>
          <p:nvPr userDrawn="1"/>
        </p:nvGrpSpPr>
        <p:grpSpPr>
          <a:xfrm>
            <a:off x="2126595" y="2260317"/>
            <a:ext cx="2280944" cy="1168683"/>
            <a:chOff x="1984355" y="1223746"/>
            <a:chExt cx="2280944" cy="1168683"/>
          </a:xfrm>
        </p:grpSpPr>
        <p:sp>
          <p:nvSpPr>
            <p:cNvPr id="20" name="文本框 19"/>
            <p:cNvSpPr txBox="1"/>
            <p:nvPr/>
          </p:nvSpPr>
          <p:spPr>
            <a:xfrm>
              <a:off x="2549296" y="1223746"/>
              <a:ext cx="1245854" cy="7386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algn="ctr"/>
              <a:r>
                <a:rPr lang="zh-CN" altLang="en-US" sz="4200" b="1" i="0" dirty="0">
                  <a:latin typeface="阿里巴巴普惠体 B" panose="00020600040101010101" pitchFamily="18" charset="-122"/>
                  <a:ea typeface="阿里巴巴普惠体 B" panose="00020600040101010101" pitchFamily="18" charset="-122"/>
                  <a:cs typeface="阿里巴巴普惠体 B" panose="00020600040101010101" pitchFamily="18" charset="-122"/>
                </a:rPr>
                <a:t>目录</a:t>
              </a:r>
              <a:endParaRPr lang="zh-CN" altLang="en-US" sz="4200" b="1" i="0" dirty="0"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endParaRPr>
            </a:p>
          </p:txBody>
        </p:sp>
        <p:sp>
          <p:nvSpPr>
            <p:cNvPr id="21" name="文本框 20"/>
            <p:cNvSpPr txBox="1"/>
            <p:nvPr/>
          </p:nvSpPr>
          <p:spPr>
            <a:xfrm>
              <a:off x="1984355" y="1869209"/>
              <a:ext cx="1833941" cy="5232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800" dirty="0">
                  <a:solidFill>
                    <a:schemeClr val="bg1">
                      <a:lumMod val="85000"/>
                    </a:schemeClr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阿里巴巴普惠体" panose="00020600040101010101" pitchFamily="18" charset="-122"/>
                </a:rPr>
                <a:t>Contents</a:t>
              </a:r>
              <a:endParaRPr lang="zh-CN" altLang="en-US" sz="28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阿里巴巴普惠体 R" panose="00020600040101010101" charset="-122"/>
                <a:cs typeface="阿里巴巴普惠体" panose="00020600040101010101" pitchFamily="18" charset="-122"/>
              </a:endParaRPr>
            </a:p>
          </p:txBody>
        </p:sp>
        <p:cxnSp>
          <p:nvCxnSpPr>
            <p:cNvPr id="23" name="直接连接符 2"/>
            <p:cNvCxnSpPr/>
            <p:nvPr/>
          </p:nvCxnSpPr>
          <p:spPr>
            <a:xfrm>
              <a:off x="4265299" y="1300145"/>
              <a:ext cx="0" cy="1062261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六边形 24"/>
            <p:cNvSpPr/>
            <p:nvPr/>
          </p:nvSpPr>
          <p:spPr>
            <a:xfrm rot="5400000">
              <a:off x="2142134" y="1404577"/>
              <a:ext cx="437322" cy="377002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400" dirty="0">
                <a:ea typeface="阿里巴巴普惠体 R" panose="00020600040101010101" charset="-122"/>
              </a:endParaRPr>
            </a:p>
          </p:txBody>
        </p:sp>
        <p:sp>
          <p:nvSpPr>
            <p:cNvPr id="26" name="六边形 25"/>
            <p:cNvSpPr/>
            <p:nvPr/>
          </p:nvSpPr>
          <p:spPr>
            <a:xfrm rot="5400000">
              <a:off x="2037082" y="1610051"/>
              <a:ext cx="246109" cy="212163"/>
            </a:xfrm>
            <a:prstGeom prst="hexagon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400" dirty="0">
                <a:ea typeface="阿里巴巴普惠体 R" panose="00020600040101010101" charset="-122"/>
              </a:endParaRPr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4027" r:id="rId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9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阿里巴巴普惠体 R" panose="00020600040101010101" charset="-122"/>
          <a:ea typeface="阿里巴巴普惠体 R" panose="00020600040101010101" charset="-122"/>
          <a:cs typeface="阿里巴巴普惠体 R" panose="00020600040101010101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六边形 6"/>
          <p:cNvSpPr/>
          <p:nvPr userDrawn="1"/>
        </p:nvSpPr>
        <p:spPr>
          <a:xfrm rot="5400000">
            <a:off x="3779834" y="2429461"/>
            <a:ext cx="1318512" cy="1136649"/>
          </a:xfrm>
          <a:prstGeom prst="hexagon">
            <a:avLst/>
          </a:pr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11" name="六边形 10"/>
          <p:cNvSpPr/>
          <p:nvPr userDrawn="1"/>
        </p:nvSpPr>
        <p:spPr>
          <a:xfrm rot="5400000">
            <a:off x="3567036" y="3257393"/>
            <a:ext cx="429253" cy="370046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400" dirty="0">
              <a:ea typeface="阿里巴巴普惠体 R" panose="00020600040101010101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02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9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29" y="2458684"/>
            <a:ext cx="474473" cy="474473"/>
          </a:xfrm>
          <a:prstGeom prst="ellipse">
            <a:avLst/>
          </a:pr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9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阿里巴巴普惠体 R" panose="00020600040101010101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Arial" panose="020B060402020209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阿里巴巴普惠体 R" panose="00020600040101010101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32839" y="2333175"/>
            <a:ext cx="230704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rPr>
              <a:t>学习目标</a:t>
            </a:r>
            <a:endParaRPr lang="zh-CN" altLang="en-US" sz="4200" b="1" i="0" dirty="0">
              <a:latin typeface="阿里巴巴普惠体 B" panose="00020600040101010101" pitchFamily="18" charset="-122"/>
              <a:ea typeface="阿里巴巴普惠体 B" panose="00020600040101010101" pitchFamily="18" charset="-122"/>
              <a:cs typeface="阿里巴巴普惠体 B" panose="00020600040101010101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2" y="2983479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Verdana" panose="020B0604030504040204" pitchFamily="34" charset="0"/>
              <a:ea typeface="阿里巴巴普惠体 R" panose="00020600040101010101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19070" y="2491361"/>
            <a:ext cx="406390" cy="40639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031" r:id="rId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9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阿里巴巴普惠体 R" panose="00020600040101010101" charset="-122"/>
          <a:ea typeface="阿里巴巴普惠体 R" panose="00020600040101010101" charset="-122"/>
          <a:cs typeface="阿里巴巴普惠体 R" panose="00020600040101010101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9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阿里巴巴普惠体 R" panose="00020600040101010101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Arial" panose="020B060402020209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阿里巴巴普惠体 R" panose="00020600040101010101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0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0" y="420997"/>
            <a:ext cx="224590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ea typeface="阿里巴巴普惠体 R" panose="00020600040101010101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ea typeface="阿里巴巴普惠体 R" panose="00020600040101010101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7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033" r:id="rId1"/>
    <p:sldLayoutId id="2147484034" r:id="rId2"/>
    <p:sldLayoutId id="2147484035" r:id="rId3"/>
    <p:sldLayoutId id="2147484036" r:id="rId4"/>
    <p:sldLayoutId id="2147484037" r:id="rId5"/>
    <p:sldLayoutId id="2147484038" r:id="rId6"/>
    <p:sldLayoutId id="2147484039" r:id="rId7"/>
    <p:sldLayoutId id="2147484040" r:id="rId8"/>
    <p:sldLayoutId id="2147484041" r:id="rId9"/>
    <p:sldLayoutId id="2147484042" r:id="rId10"/>
    <p:sldLayoutId id="2147484043" r:id="rId11"/>
    <p:sldLayoutId id="2147484044" r:id="rId12"/>
    <p:sldLayoutId id="2147484045" r:id="rId13"/>
    <p:sldLayoutId id="2147484046" r:id="rId14"/>
    <p:sldLayoutId id="2147484047" r:id="rId15"/>
    <p:sldLayoutId id="2147484048" r:id="rId16"/>
    <p:sldLayoutId id="2147484049" r:id="rId17"/>
    <p:sldLayoutId id="2147484050" r:id="rId18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9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29" y="2458684"/>
            <a:ext cx="474473" cy="474473"/>
          </a:xfrm>
          <a:prstGeom prst="ellipse">
            <a:avLst/>
          </a:pr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9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阿里巴巴普惠体 R" panose="00020600040101010101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Arial" panose="020B060402020209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阿里巴巴普惠体 R" panose="00020600040101010101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32839" y="2333175"/>
            <a:ext cx="230704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rPr>
              <a:t>学习目标</a:t>
            </a:r>
            <a:endParaRPr lang="zh-CN" altLang="en-US" sz="4200" b="1" i="0" dirty="0">
              <a:latin typeface="阿里巴巴普惠体 B" panose="00020600040101010101" pitchFamily="18" charset="-122"/>
              <a:ea typeface="阿里巴巴普惠体 B" panose="00020600040101010101" pitchFamily="18" charset="-122"/>
              <a:cs typeface="阿里巴巴普惠体 B" panose="00020600040101010101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2" y="2983479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Verdana" panose="020B0604030504040204" pitchFamily="34" charset="0"/>
              <a:ea typeface="阿里巴巴普惠体 R" panose="00020600040101010101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19070" y="2491361"/>
            <a:ext cx="406390" cy="40639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052" r:id="rId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9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阿里巴巴普惠体 R" panose="00020600040101010101" charset="-122"/>
          <a:ea typeface="阿里巴巴普惠体 R" panose="00020600040101010101" charset="-122"/>
          <a:cs typeface="阿里巴巴普惠体 R" panose="00020600040101010101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0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30" y="2458685"/>
            <a:ext cx="474473" cy="474473"/>
          </a:xfrm>
          <a:prstGeom prst="ellipse">
            <a:avLst/>
          </a:pr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2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9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阿里巴巴普惠体 R" panose="00020600040101010101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2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Arial" panose="020B060402020209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阿里巴巴普惠体 R" panose="00020600040101010101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16810" y="2333176"/>
            <a:ext cx="233910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rPr>
              <a:t>学习目标</a:t>
            </a:r>
            <a:endParaRPr lang="zh-CN" altLang="en-US" sz="4200" b="1" i="0" dirty="0">
              <a:latin typeface="阿里巴巴普惠体 B" panose="00020600040101010101" pitchFamily="18" charset="-122"/>
              <a:ea typeface="阿里巴巴普惠体 B" panose="00020600040101010101" pitchFamily="18" charset="-122"/>
              <a:cs typeface="阿里巴巴普惠体 B" panose="00020600040101010101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3" y="2983480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Verdana" panose="020B0604030504040204" pitchFamily="34" charset="0"/>
              <a:ea typeface="阿里巴巴普惠体 R" panose="00020600040101010101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19070" y="2491362"/>
            <a:ext cx="406391" cy="406391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054" r:id="rId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9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阿里巴巴普惠体 R" panose="00020600040101010101" charset="-122"/>
          <a:ea typeface="阿里巴巴普惠体 R" panose="00020600040101010101" charset="-122"/>
          <a:cs typeface="阿里巴巴普惠体 R" panose="00020600040101010101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30" y="2458685"/>
            <a:ext cx="474473" cy="474473"/>
          </a:xfrm>
          <a:prstGeom prst="ellipse">
            <a:avLst/>
          </a:pr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2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9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阿里巴巴普惠体 R" panose="00020600040101010101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2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Arial" panose="020B060402020209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阿里巴巴普惠体 R" panose="00020600040101010101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16810" y="2333176"/>
            <a:ext cx="233910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rPr>
              <a:t>学习目标</a:t>
            </a:r>
            <a:endParaRPr lang="zh-CN" altLang="en-US" sz="4200" b="1" i="0" dirty="0">
              <a:latin typeface="阿里巴巴普惠体 B" panose="00020600040101010101" pitchFamily="18" charset="-122"/>
              <a:ea typeface="阿里巴巴普惠体 B" panose="00020600040101010101" pitchFamily="18" charset="-122"/>
              <a:cs typeface="阿里巴巴普惠体 B" panose="00020600040101010101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3" y="2983480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Verdana" panose="020B0604030504040204" pitchFamily="34" charset="0"/>
              <a:ea typeface="阿里巴巴普惠体 R" panose="00020600040101010101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19070" y="2491362"/>
            <a:ext cx="406391" cy="406391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056" r:id="rId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9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阿里巴巴普惠体 R" panose="00020600040101010101" charset="-122"/>
          <a:ea typeface="阿里巴巴普惠体 R" panose="00020600040101010101" charset="-122"/>
          <a:cs typeface="阿里巴巴普惠体 R" panose="00020600040101010101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2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2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1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1" y="420997"/>
            <a:ext cx="224591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2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8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058" r:id="rId1"/>
    <p:sldLayoutId id="2147484059" r:id="rId2"/>
    <p:sldLayoutId id="2147484060" r:id="rId3"/>
    <p:sldLayoutId id="2147484061" r:id="rId4"/>
    <p:sldLayoutId id="2147484062" r:id="rId5"/>
    <p:sldLayoutId id="2147484063" r:id="rId6"/>
    <p:sldLayoutId id="2147484064" r:id="rId7"/>
    <p:sldLayoutId id="2147484065" r:id="rId8"/>
    <p:sldLayoutId id="2147484066" r:id="rId9"/>
    <p:sldLayoutId id="2147484067" r:id="rId10"/>
    <p:sldLayoutId id="2147484068" r:id="rId11"/>
    <p:sldLayoutId id="2147484069" r:id="rId12"/>
    <p:sldLayoutId id="2147484070" r:id="rId13"/>
    <p:sldLayoutId id="2147484071" r:id="rId14"/>
    <p:sldLayoutId id="2147484072" r:id="rId15"/>
    <p:sldLayoutId id="2147484073" r:id="rId16"/>
    <p:sldLayoutId id="2147484074" r:id="rId17"/>
    <p:sldLayoutId id="2147484075" r:id="rId18"/>
    <p:sldLayoutId id="2147484076" r:id="rId19"/>
    <p:sldLayoutId id="2147484077" r:id="rId20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2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2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1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1" y="420997"/>
            <a:ext cx="224591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2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8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079" r:id="rId1"/>
    <p:sldLayoutId id="2147484080" r:id="rId2"/>
    <p:sldLayoutId id="2147484081" r:id="rId3"/>
    <p:sldLayoutId id="2147484082" r:id="rId4"/>
    <p:sldLayoutId id="2147484083" r:id="rId5"/>
    <p:sldLayoutId id="2147484084" r:id="rId6"/>
    <p:sldLayoutId id="2147484085" r:id="rId7"/>
    <p:sldLayoutId id="2147484086" r:id="rId8"/>
    <p:sldLayoutId id="2147484087" r:id="rId9"/>
    <p:sldLayoutId id="2147484088" r:id="rId10"/>
    <p:sldLayoutId id="2147484089" r:id="rId11"/>
    <p:sldLayoutId id="2147484090" r:id="rId12"/>
    <p:sldLayoutId id="2147484091" r:id="rId13"/>
    <p:sldLayoutId id="2147484092" r:id="rId14"/>
    <p:sldLayoutId id="2147484093" r:id="rId15"/>
    <p:sldLayoutId id="2147484094" r:id="rId16"/>
    <p:sldLayoutId id="2147484095" r:id="rId17"/>
    <p:sldLayoutId id="2147484096" r:id="rId18"/>
    <p:sldLayoutId id="2147484097" r:id="rId19"/>
    <p:sldLayoutId id="2147484098" r:id="rId20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3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8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3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2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2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3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3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8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2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8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2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6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4.jpe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7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5.jpe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8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6.jpe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8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8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33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8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323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7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3.jpeg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8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323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33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48.x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17.jpeg"/><Relationship Id="rId1" Type="http://schemas.openxmlformats.org/officeDocument/2006/relationships/image" Target="../media/image12.jpeg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0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7.jpeg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18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546860" y="2451735"/>
            <a:ext cx="9299575" cy="1158875"/>
          </a:xfrm>
        </p:spPr>
        <p:txBody>
          <a:bodyPr/>
          <a:lstStyle/>
          <a:p>
            <a:r>
              <a:rPr lang="zh-CN" altLang="en-US" sz="3200" b="1"/>
              <a:t>Vibe Coding 3天营 · 不写一行代码</a:t>
            </a:r>
            <a:endParaRPr lang="zh-CN" altLang="en-US" sz="3200" b="1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>
          <a:xfrm>
            <a:off x="5126584" y="1436557"/>
            <a:ext cx="5760539" cy="4049843"/>
          </a:xfrm>
        </p:spPr>
        <p:txBody>
          <a:bodyPr/>
          <a:lstStyle/>
          <a:p/>
        </p:txBody>
      </p:sp>
      <p:sp>
        <p:nvSpPr>
          <p:cNvPr id="21" name="标题 20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91423" tIns="45712" rIns="91423" bIns="45712" numCol="1" anchor="ctr" anchorCtr="0" compatLnSpc="1"/>
          <a:lstStyle/>
          <a:p>
            <a:r>
              <a:rPr lang="zh-CN" altLang="en-US" b="1"/>
              <a:t>想一想</a:t>
            </a:r>
            <a:endParaRPr lang="zh-CN" altLang="en-US" b="1"/>
          </a:p>
        </p:txBody>
      </p:sp>
      <p:sp>
        <p:nvSpPr>
          <p:cNvPr id="22" name="TextBox 21"/>
          <p:cNvSpPr txBox="1"/>
          <p:nvPr/>
        </p:nvSpPr>
        <p:spPr>
          <a:xfrm>
            <a:off x="5129784" y="1554480"/>
            <a:ext cx="6583680" cy="4907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b="1"/>
              <a:t>猜：从开口到能给别人看，要多久？</a:t>
            </a:r>
            <a:endParaRPr lang="zh-CN" altLang="en-US" sz="2400" b="1"/>
          </a:p>
        </p:txBody>
      </p:sp>
      <p:sp>
        <p:nvSpPr>
          <p:cNvPr id="23" name="TextBox 22"/>
          <p:cNvSpPr txBox="1"/>
          <p:nvPr/>
        </p:nvSpPr>
        <p:spPr>
          <a:xfrm>
            <a:off x="5129784" y="2209800"/>
            <a:ext cx="5760720" cy="13296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600" b="0"/>
              <a:t>屏幕上一个网页，从我开口到能给别人看，要多久？30秒？3分钟？3小时？3天？</a:t>
            </a:r>
            <a:endParaRPr lang="zh-CN" altLang="en-US" sz="2600" b="0"/>
          </a:p>
        </p:txBody>
      </p:sp>
      <p:sp>
        <p:nvSpPr>
          <p:cNvPr id="24" name="TextBox 23"/>
          <p:cNvSpPr txBox="1"/>
          <p:nvPr/>
        </p:nvSpPr>
        <p:spPr>
          <a:xfrm>
            <a:off x="5129784" y="3539490"/>
            <a:ext cx="5760720" cy="5041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600" b="0"/>
              <a:t>不用说出来——等会儿对着答案看。</a:t>
            </a:r>
            <a:endParaRPr lang="zh-CN" altLang="en-US" sz="2600" b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 wrap="square"/>
          <a:lstStyle/>
          <a:p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/>
              <a:t>锚点</a:t>
            </a:r>
            <a:endParaRPr lang="zh-CN" altLang="en-US" b="1"/>
          </a:p>
        </p:txBody>
      </p:sp>
      <p:sp>
        <p:nvSpPr>
          <p:cNvPr id="4" name="TextBox 3"/>
          <p:cNvSpPr txBox="1"/>
          <p:nvPr/>
        </p:nvSpPr>
        <p:spPr>
          <a:xfrm>
            <a:off x="5129784" y="1554480"/>
            <a:ext cx="6583680" cy="617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200" b="1"/>
              <a:t>“你没写一行代码”</a:t>
            </a:r>
            <a:endParaRPr lang="zh-CN" altLang="en-US" sz="3200" b="1"/>
          </a:p>
        </p:txBody>
      </p:sp>
      <p:sp>
        <p:nvSpPr>
          <p:cNvPr id="5" name="TextBox 4"/>
          <p:cNvSpPr txBox="1"/>
          <p:nvPr/>
        </p:nvSpPr>
        <p:spPr>
          <a:xfrm>
            <a:off x="5129784" y="2336800"/>
            <a:ext cx="576072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>
                <a:solidFill>
                  <a:srgbClr val="666666"/>
                </a:solidFill>
              </a:rPr>
              <a:t>——这一句，是三天所有事情的起点。</a:t>
            </a:r>
            <a:endParaRPr lang="zh-CN" altLang="en-US" sz="2000" b="0">
              <a:solidFill>
                <a:srgbClr val="666666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2300" y="234029"/>
            <a:ext cx="8771021" cy="517190"/>
          </a:xfrm>
        </p:spPr>
        <p:txBody>
          <a:bodyPr vert="horz" rtlCol="0" anchor="ctr" anchorCtr="0">
            <a:normAutofit/>
          </a:bodyPr>
          <a:lstStyle/>
          <a:p>
            <a:r>
              <a:rPr lang="zh-CN" altLang="en-US" sz="2800" b="1"/>
              <a:t>写下你最烦的一件小事，它就是你的干粮</a:t>
            </a:r>
            <a:endParaRPr lang="zh-CN" altLang="en-US" sz="2800" b="1"/>
          </a:p>
        </p:txBody>
      </p:sp>
      <p:sp>
        <p:nvSpPr>
          <p:cNvPr id="63490" name="TextBox 9"/>
          <p:cNvSpPr txBox="1"/>
          <p:nvPr/>
        </p:nvSpPr>
        <p:spPr>
          <a:xfrm>
            <a:off x="628650" y="973455"/>
            <a:ext cx="2084705" cy="50673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r>
              <a:rPr lang="zh-CN" altLang="en-US" sz="1600" b="1"/>
              <a:t>【任务卡】</a:t>
            </a:r>
            <a:endParaRPr lang="zh-CN" altLang="en-US" sz="1600" b="1"/>
          </a:p>
        </p:txBody>
      </p:sp>
      <p:sp>
        <p:nvSpPr>
          <p:cNvPr id="6" name="文本框 5"/>
          <p:cNvSpPr txBox="1"/>
          <p:nvPr/>
        </p:nvSpPr>
        <p:spPr>
          <a:xfrm>
            <a:off x="970915" y="1666240"/>
            <a:ext cx="7892415" cy="1060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  <p:sp>
        <p:nvSpPr>
          <p:cNvPr id="3" name="文本框 2"/>
          <p:cNvSpPr txBox="1"/>
          <p:nvPr/>
        </p:nvSpPr>
        <p:spPr>
          <a:xfrm>
            <a:off x="874395" y="2110105"/>
            <a:ext cx="6553200" cy="73723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/>
        </p:txBody>
      </p:sp>
      <p:sp>
        <p:nvSpPr>
          <p:cNvPr id="63491" name="TextBox 63490"/>
          <p:cNvSpPr txBox="1"/>
          <p:nvPr/>
        </p:nvSpPr>
        <p:spPr>
          <a:xfrm>
            <a:off x="914400" y="1691640"/>
            <a:ext cx="10241280" cy="4406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200" b="0"/>
              <a:t>①打开手机便签。</a:t>
            </a:r>
            <a:endParaRPr lang="zh-CN" altLang="en-US" sz="2200" b="0"/>
          </a:p>
        </p:txBody>
      </p:sp>
      <p:sp>
        <p:nvSpPr>
          <p:cNvPr id="63492" name="TextBox 63491"/>
          <p:cNvSpPr txBox="1"/>
          <p:nvPr/>
        </p:nvSpPr>
        <p:spPr>
          <a:xfrm>
            <a:off x="914400" y="2132330"/>
            <a:ext cx="10241280" cy="4406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200" b="0"/>
              <a:t>②想一件工作里最烦、最重复的小事——不用大，越琐碎越好。</a:t>
            </a:r>
            <a:endParaRPr lang="zh-CN" altLang="en-US" sz="2200" b="0"/>
          </a:p>
        </p:txBody>
      </p:sp>
      <p:sp>
        <p:nvSpPr>
          <p:cNvPr id="63493" name="TextBox 63492"/>
          <p:cNvSpPr txBox="1"/>
          <p:nvPr/>
        </p:nvSpPr>
        <p:spPr>
          <a:xfrm>
            <a:off x="914400" y="2573020"/>
            <a:ext cx="10241280" cy="4406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200" b="0"/>
              <a:t>③写一个词就行：评语、海报、通知。</a:t>
            </a:r>
            <a:endParaRPr lang="zh-CN" altLang="en-US" sz="2200" b="0"/>
          </a:p>
        </p:txBody>
      </p:sp>
      <p:sp>
        <p:nvSpPr>
          <p:cNvPr id="63494" name="TextBox 63493"/>
          <p:cNvSpPr txBox="1"/>
          <p:nvPr/>
        </p:nvSpPr>
        <p:spPr>
          <a:xfrm>
            <a:off x="914400" y="3013709"/>
            <a:ext cx="10241280" cy="4406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200" b="0"/>
              <a:t>给你60秒。写好的不用举、不用发、不用告诉我——</a:t>
            </a:r>
            <a:endParaRPr lang="zh-CN" altLang="en-US" sz="2200" b="0"/>
          </a:p>
        </p:txBody>
      </p:sp>
      <p:sp>
        <p:nvSpPr>
          <p:cNvPr id="63495" name="TextBox 63494"/>
          <p:cNvSpPr txBox="1"/>
          <p:nvPr/>
        </p:nvSpPr>
        <p:spPr>
          <a:xfrm>
            <a:off x="914400" y="3454399"/>
            <a:ext cx="10241280" cy="4406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200" b="0"/>
              <a:t>这个词，是你今天下午的干粮。</a:t>
            </a:r>
            <a:endParaRPr lang="zh-CN" altLang="en-US" sz="2200" b="0"/>
          </a:p>
        </p:txBody>
      </p:sp>
      <p:sp>
        <p:nvSpPr>
          <p:cNvPr id="63496" name="TextBox 63495"/>
          <p:cNvSpPr txBox="1"/>
          <p:nvPr/>
        </p:nvSpPr>
        <p:spPr>
          <a:xfrm>
            <a:off x="914400" y="5230368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600" b="1">
                <a:solidFill>
                  <a:srgbClr val="C00000"/>
                </a:solidFill>
              </a:rPr>
              <a:t>教师→写通知 ｜ 宣传→编文案</a:t>
            </a:r>
            <a:endParaRPr lang="zh-CN" altLang="en-US" sz="1600" b="1">
              <a:solidFill>
                <a:srgbClr val="C0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>
          <a:xfrm>
            <a:off x="5126584" y="1436557"/>
            <a:ext cx="5760539" cy="4049843"/>
          </a:xfrm>
        </p:spPr>
        <p:txBody>
          <a:bodyPr/>
          <a:lstStyle/>
          <a:p/>
        </p:txBody>
      </p:sp>
      <p:sp>
        <p:nvSpPr>
          <p:cNvPr id="21" name="标题 20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91423" tIns="45712" rIns="91423" bIns="45712" numCol="1" anchor="ctr" anchorCtr="0" compatLnSpc="1"/>
          <a:lstStyle/>
          <a:p>
            <a:r>
              <a:rPr lang="zh-CN" altLang="en-US" b="1"/>
              <a:t>悬念</a:t>
            </a:r>
            <a:endParaRPr lang="zh-CN" altLang="en-US" b="1"/>
          </a:p>
        </p:txBody>
      </p:sp>
      <p:sp>
        <p:nvSpPr>
          <p:cNvPr id="22" name="TextBox 21"/>
          <p:cNvSpPr txBox="1"/>
          <p:nvPr/>
        </p:nvSpPr>
        <p:spPr>
          <a:xfrm>
            <a:off x="5129784" y="1554480"/>
            <a:ext cx="6583680" cy="4907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b="1"/>
              <a:t>你的一个词，凭什么能变成一个东西？</a:t>
            </a:r>
            <a:endParaRPr lang="zh-CN" altLang="en-US" sz="2400" b="1"/>
          </a:p>
        </p:txBody>
      </p:sp>
      <p:sp>
        <p:nvSpPr>
          <p:cNvPr id="23" name="TextBox 22"/>
          <p:cNvSpPr txBox="1"/>
          <p:nvPr/>
        </p:nvSpPr>
        <p:spPr>
          <a:xfrm>
            <a:off x="5129784" y="2209800"/>
            <a:ext cx="5760720" cy="9169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600" b="0"/>
              <a:t>你写的那个词，凭什么能变成一个东西？</a:t>
            </a:r>
            <a:endParaRPr lang="zh-CN" altLang="en-US" sz="2600" b="0"/>
          </a:p>
        </p:txBody>
      </p:sp>
      <p:sp>
        <p:nvSpPr>
          <p:cNvPr id="24" name="TextBox 23"/>
          <p:cNvSpPr txBox="1"/>
          <p:nvPr/>
        </p:nvSpPr>
        <p:spPr>
          <a:xfrm>
            <a:off x="5129784" y="3126740"/>
            <a:ext cx="5760720" cy="9169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600" b="0"/>
              <a:t>下一段，我不说，先给你们看两样东西——它们已经做好了。</a:t>
            </a:r>
            <a:endParaRPr lang="zh-CN" altLang="en-US" sz="2600" b="0"/>
          </a:p>
        </p:txBody>
      </p:sp>
      <p:sp>
        <p:nvSpPr>
          <p:cNvPr id="25" name="TextBox 24"/>
          <p:cNvSpPr txBox="1"/>
          <p:nvPr/>
        </p:nvSpPr>
        <p:spPr>
          <a:xfrm>
            <a:off x="5129784" y="5623560"/>
            <a:ext cx="5760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600" b="0">
                <a:solidFill>
                  <a:srgbClr val="888888"/>
                </a:solidFill>
              </a:rPr>
              <a:t>下一段，先看两样东西</a:t>
            </a:r>
            <a:endParaRPr lang="zh-CN" altLang="en-US" sz="1600" b="0">
              <a:solidFill>
                <a:srgbClr val="888888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5232400" y="2380138"/>
            <a:ext cx="6654800" cy="1325563"/>
          </a:xfrm>
        </p:spPr>
        <p:txBody>
          <a:bodyPr>
            <a:normAutofit/>
          </a:bodyPr>
          <a:lstStyle/>
          <a:p>
            <a:r>
              <a:rPr lang="zh-CN" altLang="en-US" sz="2600" b="1"/>
              <a:t>炸场：先看两个做好的东西</a:t>
            </a:r>
            <a:endParaRPr lang="zh-CN" altLang="en-US" sz="2600" b="1"/>
          </a:p>
        </p:txBody>
      </p:sp>
      <p:sp>
        <p:nvSpPr>
          <p:cNvPr id="3" name="内容占位符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sz="1800"/>
              <a:t>06</a:t>
            </a:r>
            <a:endParaRPr lang="zh-CN" altLang="en-US" sz="1800"/>
          </a:p>
        </p:txBody>
      </p:sp>
      <p:sp>
        <p:nvSpPr>
          <p:cNvPr id="5" name="TextBox 4"/>
          <p:cNvSpPr txBox="1"/>
          <p:nvPr/>
        </p:nvSpPr>
        <p:spPr>
          <a:xfrm>
            <a:off x="2560320" y="3931920"/>
            <a:ext cx="7040880" cy="4406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200" b="0"/>
              <a:t>这两个东西，是我提前做好的。</a:t>
            </a:r>
            <a:endParaRPr lang="zh-CN" altLang="en-US" sz="2200" b="0"/>
          </a:p>
        </p:txBody>
      </p:sp>
      <p:sp>
        <p:nvSpPr>
          <p:cNvPr id="6" name="TextBox 5"/>
          <p:cNvSpPr txBox="1"/>
          <p:nvPr/>
        </p:nvSpPr>
        <p:spPr>
          <a:xfrm>
            <a:off x="2560320" y="4372610"/>
            <a:ext cx="7040880" cy="789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200" b="0"/>
              <a:t>今天上午，你们先看我做的；今天下午，轮到你们做。</a:t>
            </a:r>
            <a:endParaRPr lang="zh-CN" altLang="en-US" sz="2200" b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402270" y="293719"/>
            <a:ext cx="8771021" cy="517190"/>
          </a:xfrm>
        </p:spPr>
        <p:txBody>
          <a:bodyPr/>
          <a:lstStyle/>
          <a:p>
            <a:r>
              <a:rPr lang="zh-CN" altLang="en-US" sz="2800" b="1"/>
              <a:t>成品①：一个能点能动的星空海报页</a:t>
            </a:r>
            <a:endParaRPr lang="zh-CN" altLang="en-US" sz="2800" b="1"/>
          </a:p>
        </p:txBody>
      </p:sp>
      <p:sp>
        <p:nvSpPr>
          <p:cNvPr id="16" name="TextBox 9"/>
          <p:cNvSpPr txBox="1">
            <a:spLocks noChangeArrowheads="1"/>
          </p:cNvSpPr>
          <p:nvPr/>
        </p:nvSpPr>
        <p:spPr bwMode="auto">
          <a:xfrm>
            <a:off x="704685" y="1260874"/>
            <a:ext cx="4750422" cy="4589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r>
              <a:rPr lang="zh-CN" altLang="en-US" sz="1600" b="1"/>
              <a:t>【结果证据页】</a:t>
            </a:r>
            <a:endParaRPr lang="zh-CN" altLang="en-US" sz="1600" b="1"/>
          </a:p>
        </p:txBody>
      </p:sp>
      <p:sp>
        <p:nvSpPr>
          <p:cNvPr id="21" name="文本框 20"/>
          <p:cNvSpPr txBox="1"/>
          <p:nvPr/>
        </p:nvSpPr>
        <p:spPr>
          <a:xfrm>
            <a:off x="831685" y="2067323"/>
            <a:ext cx="134102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914400" y="6172200"/>
            <a:ext cx="10332720" cy="2905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600" b="0"/>
              <a:t>深蓝背景、银河横穿、右下角一行字。</a:t>
            </a:r>
            <a:endParaRPr lang="zh-CN" altLang="en-US" sz="1600" b="0"/>
          </a:p>
        </p:txBody>
      </p:sp>
      <p:sp>
        <p:nvSpPr>
          <p:cNvPr id="25" name="TextBox 24"/>
          <p:cNvSpPr txBox="1"/>
          <p:nvPr/>
        </p:nvSpPr>
        <p:spPr>
          <a:xfrm>
            <a:off x="914400" y="6462776"/>
            <a:ext cx="10332720" cy="2905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600" b="0"/>
              <a:t>它不是一张图片，是一个网页——能点、能动。</a:t>
            </a:r>
            <a:endParaRPr lang="zh-CN" altLang="en-US" sz="1600" b="0"/>
          </a:p>
        </p:txBody>
      </p:sp>
      <p:pic>
        <p:nvPicPr>
          <p:cNvPr id="1011" name="Picture 1010" descr="ppt素材_01_星空海报_v1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825496" y="2261632"/>
            <a:ext cx="5303520" cy="2983958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402270" y="293719"/>
            <a:ext cx="8771021" cy="517190"/>
          </a:xfrm>
        </p:spPr>
        <p:txBody>
          <a:bodyPr/>
          <a:lstStyle/>
          <a:p>
            <a:r>
              <a:rPr lang="zh-CN" altLang="en-US" sz="2800" b="1"/>
              <a:t>成品②：一个能点能发的简历网页</a:t>
            </a:r>
            <a:endParaRPr lang="zh-CN" altLang="en-US" sz="2800" b="1"/>
          </a:p>
        </p:txBody>
      </p:sp>
      <p:sp>
        <p:nvSpPr>
          <p:cNvPr id="16" name="TextBox 9"/>
          <p:cNvSpPr txBox="1">
            <a:spLocks noChangeArrowheads="1"/>
          </p:cNvSpPr>
          <p:nvPr/>
        </p:nvSpPr>
        <p:spPr bwMode="auto">
          <a:xfrm>
            <a:off x="704685" y="1260874"/>
            <a:ext cx="4750422" cy="4589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r>
              <a:rPr lang="zh-CN" altLang="en-US" sz="1600" b="1"/>
              <a:t>【结果证据页】</a:t>
            </a:r>
            <a:endParaRPr lang="zh-CN" altLang="en-US" sz="1600" b="1"/>
          </a:p>
        </p:txBody>
      </p:sp>
      <p:sp>
        <p:nvSpPr>
          <p:cNvPr id="21" name="文本框 20"/>
          <p:cNvSpPr txBox="1"/>
          <p:nvPr/>
        </p:nvSpPr>
        <p:spPr>
          <a:xfrm>
            <a:off x="831685" y="2067323"/>
            <a:ext cx="134102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914400" y="6172200"/>
            <a:ext cx="10332720" cy="2905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600" b="0"/>
              <a:t>能点、能滚、能发给别人。</a:t>
            </a:r>
            <a:endParaRPr lang="zh-CN" altLang="en-US" sz="1600" b="0"/>
          </a:p>
        </p:txBody>
      </p:sp>
      <p:sp>
        <p:nvSpPr>
          <p:cNvPr id="25" name="TextBox 24"/>
          <p:cNvSpPr txBox="1"/>
          <p:nvPr/>
        </p:nvSpPr>
        <p:spPr>
          <a:xfrm>
            <a:off x="914400" y="6462776"/>
            <a:ext cx="10332720" cy="2905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600" b="0"/>
              <a:t>点一下这个按钮，跳到我的项目；再点，我的联系方式。</a:t>
            </a:r>
            <a:endParaRPr lang="zh-CN" altLang="en-US" sz="1600" b="0"/>
          </a:p>
        </p:txBody>
      </p:sp>
      <p:pic>
        <p:nvPicPr>
          <p:cNvPr id="1011" name="Picture 1010" descr="ppt素材_02_简历网页_v1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825496" y="2261632"/>
            <a:ext cx="5303520" cy="2983958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2300" y="234029"/>
            <a:ext cx="8771021" cy="517190"/>
          </a:xfrm>
        </p:spPr>
        <p:txBody>
          <a:bodyPr vert="horz" rtlCol="0" anchor="ctr" anchorCtr="0">
            <a:normAutofit/>
          </a:bodyPr>
          <a:lstStyle/>
          <a:p>
            <a:r>
              <a:rPr lang="zh-CN" altLang="en-US" sz="2800" b="1"/>
              <a:t>不是找人做的，不是花钱买的</a:t>
            </a:r>
            <a:endParaRPr lang="zh-CN" altLang="en-US" sz="2800" b="1"/>
          </a:p>
        </p:txBody>
      </p:sp>
      <p:sp>
        <p:nvSpPr>
          <p:cNvPr id="63490" name="TextBox 9"/>
          <p:cNvSpPr txBox="1"/>
          <p:nvPr/>
        </p:nvSpPr>
        <p:spPr>
          <a:xfrm>
            <a:off x="628650" y="973455"/>
            <a:ext cx="2084705" cy="50673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r>
              <a:rPr lang="zh-CN" altLang="en-US" sz="1600" b="1"/>
              <a:t>【反差页】</a:t>
            </a:r>
            <a:endParaRPr lang="zh-CN" altLang="en-US" sz="1600" b="1"/>
          </a:p>
        </p:txBody>
      </p:sp>
      <p:sp>
        <p:nvSpPr>
          <p:cNvPr id="6" name="文本框 5"/>
          <p:cNvSpPr txBox="1"/>
          <p:nvPr/>
        </p:nvSpPr>
        <p:spPr>
          <a:xfrm>
            <a:off x="970915" y="1666240"/>
            <a:ext cx="7892415" cy="1060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  <p:sp>
        <p:nvSpPr>
          <p:cNvPr id="3" name="文本框 2"/>
          <p:cNvSpPr txBox="1"/>
          <p:nvPr/>
        </p:nvSpPr>
        <p:spPr>
          <a:xfrm>
            <a:off x="874395" y="2110105"/>
            <a:ext cx="6553200" cy="73723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/>
        </p:txBody>
      </p:sp>
      <p:sp>
        <p:nvSpPr>
          <p:cNvPr id="63491" name="TextBox 63490"/>
          <p:cNvSpPr txBox="1"/>
          <p:nvPr/>
        </p:nvSpPr>
        <p:spPr>
          <a:xfrm>
            <a:off x="914400" y="169164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不是找人做的，不是花钱买的——</a:t>
            </a:r>
            <a:endParaRPr lang="zh-CN" altLang="en-US" sz="2000" b="0"/>
          </a:p>
        </p:txBody>
      </p:sp>
      <p:sp>
        <p:nvSpPr>
          <p:cNvPr id="63492" name="TextBox 63491"/>
          <p:cNvSpPr txBox="1"/>
          <p:nvPr/>
        </p:nvSpPr>
        <p:spPr>
          <a:xfrm>
            <a:off x="914400" y="210058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是我，一个人，用了一个工具。</a:t>
            </a:r>
            <a:endParaRPr lang="zh-CN" altLang="en-US" sz="2000" b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>
          <a:xfrm>
            <a:off x="5126584" y="1436557"/>
            <a:ext cx="5760539" cy="4049843"/>
          </a:xfrm>
        </p:spPr>
        <p:txBody>
          <a:bodyPr/>
          <a:lstStyle/>
          <a:p/>
        </p:txBody>
      </p:sp>
      <p:sp>
        <p:nvSpPr>
          <p:cNvPr id="21" name="标题 20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91423" tIns="45712" rIns="91423" bIns="45712" numCol="1" anchor="ctr" anchorCtr="0" compatLnSpc="1"/>
          <a:lstStyle/>
          <a:p>
            <a:r>
              <a:rPr lang="zh-CN" altLang="en-US" b="1"/>
              <a:t>悬念</a:t>
            </a:r>
            <a:endParaRPr lang="zh-CN" altLang="en-US" b="1"/>
          </a:p>
        </p:txBody>
      </p:sp>
      <p:sp>
        <p:nvSpPr>
          <p:cNvPr id="22" name="TextBox 21"/>
          <p:cNvSpPr txBox="1"/>
          <p:nvPr/>
        </p:nvSpPr>
        <p:spPr>
          <a:xfrm>
            <a:off x="5129784" y="1554480"/>
            <a:ext cx="6583680" cy="4907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b="1"/>
              <a:t>它们怎么来的？答案先放一放</a:t>
            </a:r>
            <a:endParaRPr lang="zh-CN" altLang="en-US" sz="2400" b="1"/>
          </a:p>
        </p:txBody>
      </p:sp>
      <p:sp>
        <p:nvSpPr>
          <p:cNvPr id="23" name="TextBox 22"/>
          <p:cNvSpPr txBox="1"/>
          <p:nvPr/>
        </p:nvSpPr>
        <p:spPr>
          <a:xfrm>
            <a:off x="5129784" y="2209800"/>
            <a:ext cx="5760720" cy="9169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600" b="0"/>
              <a:t>这两个东西是怎么来的？答案先放一放。</a:t>
            </a:r>
            <a:endParaRPr lang="zh-CN" altLang="en-US" sz="2600" b="0"/>
          </a:p>
        </p:txBody>
      </p:sp>
      <p:sp>
        <p:nvSpPr>
          <p:cNvPr id="24" name="TextBox 23"/>
          <p:cNvSpPr txBox="1"/>
          <p:nvPr/>
        </p:nvSpPr>
        <p:spPr>
          <a:xfrm>
            <a:off x="5129784" y="3126740"/>
            <a:ext cx="5760720" cy="9169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600" b="0"/>
              <a:t>做法有多简单？等学完几个词，就会吓一跳。</a:t>
            </a:r>
            <a:endParaRPr lang="zh-CN" altLang="en-US" sz="2600" b="0"/>
          </a:p>
        </p:txBody>
      </p:sp>
      <p:sp>
        <p:nvSpPr>
          <p:cNvPr id="25" name="TextBox 24"/>
          <p:cNvSpPr txBox="1"/>
          <p:nvPr/>
        </p:nvSpPr>
        <p:spPr>
          <a:xfrm>
            <a:off x="5129784" y="4043680"/>
            <a:ext cx="5760720" cy="5041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600" b="0"/>
              <a:t>不过在学词之前——先动手。</a:t>
            </a:r>
            <a:endParaRPr lang="zh-CN" altLang="en-US" sz="2600" b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 wrap="square"/>
          <a:lstStyle/>
          <a:p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/>
              <a:t>锚点</a:t>
            </a:r>
            <a:endParaRPr lang="zh-CN" altLang="en-US" b="1"/>
          </a:p>
        </p:txBody>
      </p:sp>
      <p:sp>
        <p:nvSpPr>
          <p:cNvPr id="4" name="TextBox 3"/>
          <p:cNvSpPr txBox="1"/>
          <p:nvPr/>
        </p:nvSpPr>
        <p:spPr>
          <a:xfrm>
            <a:off x="5129784" y="1554480"/>
            <a:ext cx="6583680" cy="1125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200" b="1"/>
              <a:t>“你也能做成这样：今天下午之前，手机里就有一个”</a:t>
            </a:r>
            <a:endParaRPr lang="zh-CN" altLang="en-US" sz="3200" b="1"/>
          </a:p>
        </p:txBody>
      </p:sp>
      <p:sp>
        <p:nvSpPr>
          <p:cNvPr id="5" name="TextBox 4"/>
          <p:cNvSpPr txBox="1"/>
          <p:nvPr/>
        </p:nvSpPr>
        <p:spPr>
          <a:xfrm>
            <a:off x="5129784" y="2844800"/>
            <a:ext cx="576072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>
                <a:solidFill>
                  <a:srgbClr val="666666"/>
                </a:solidFill>
              </a:rPr>
              <a:t>不是三个月以后，不是三天以后，</a:t>
            </a:r>
            <a:endParaRPr lang="zh-CN" altLang="en-US" sz="2000" b="0">
              <a:solidFill>
                <a:srgbClr val="666666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129784" y="3253740"/>
            <a:ext cx="576072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>
                <a:solidFill>
                  <a:srgbClr val="666666"/>
                </a:solidFill>
              </a:rPr>
              <a:t>今天下午之前，你们手机里就能有一个。</a:t>
            </a:r>
            <a:endParaRPr lang="zh-CN" altLang="en-US" sz="2000" b="0">
              <a:solidFill>
                <a:srgbClr val="666666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5232400" y="2380138"/>
            <a:ext cx="6654800" cy="1325563"/>
          </a:xfrm>
        </p:spPr>
        <p:txBody>
          <a:bodyPr>
            <a:normAutofit/>
          </a:bodyPr>
          <a:lstStyle/>
          <a:p>
            <a:r>
              <a:rPr lang="zh-CN" altLang="en-US" sz="2600" b="1"/>
              <a:t>三天的路：敢 → 能 → 信</a:t>
            </a:r>
            <a:endParaRPr lang="zh-CN" altLang="en-US" sz="2600" b="1"/>
          </a:p>
        </p:txBody>
      </p:sp>
      <p:sp>
        <p:nvSpPr>
          <p:cNvPr id="3" name="内容占位符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sz="1800"/>
              <a:t>12</a:t>
            </a:r>
            <a:endParaRPr lang="zh-CN" altLang="en-US" sz="1800"/>
          </a:p>
        </p:txBody>
      </p:sp>
      <p:sp>
        <p:nvSpPr>
          <p:cNvPr id="5" name="TextBox 4"/>
          <p:cNvSpPr txBox="1"/>
          <p:nvPr/>
        </p:nvSpPr>
        <p:spPr>
          <a:xfrm>
            <a:off x="2560320" y="3931920"/>
            <a:ext cx="7040880" cy="4406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200" b="0"/>
              <a:t>第一步，敢——今天，先敢看、敢试；</a:t>
            </a:r>
            <a:endParaRPr lang="zh-CN" altLang="en-US" sz="2200" b="0"/>
          </a:p>
        </p:txBody>
      </p:sp>
      <p:sp>
        <p:nvSpPr>
          <p:cNvPr id="6" name="TextBox 5"/>
          <p:cNvSpPr txBox="1"/>
          <p:nvPr/>
        </p:nvSpPr>
        <p:spPr>
          <a:xfrm>
            <a:off x="2560320" y="4372610"/>
            <a:ext cx="7040880" cy="4406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200" b="0"/>
              <a:t>第二步，能——明天，亲手做出一个东西；</a:t>
            </a:r>
            <a:endParaRPr lang="zh-CN" altLang="en-US" sz="2200" b="0"/>
          </a:p>
        </p:txBody>
      </p:sp>
      <p:sp>
        <p:nvSpPr>
          <p:cNvPr id="7" name="TextBox 6"/>
          <p:cNvSpPr txBox="1"/>
          <p:nvPr/>
        </p:nvSpPr>
        <p:spPr>
          <a:xfrm>
            <a:off x="2560320" y="4813300"/>
            <a:ext cx="7040880" cy="4406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200" b="0"/>
              <a:t>第三步，信——后天，看懂它、一直用它。</a:t>
            </a:r>
            <a:endParaRPr lang="zh-CN" altLang="en-US" sz="2200" b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 wrap="square"/>
          <a:lstStyle/>
          <a:p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/>
              <a:t>锚点</a:t>
            </a:r>
            <a:endParaRPr lang="zh-CN" altLang="en-US" b="1"/>
          </a:p>
        </p:txBody>
      </p:sp>
      <p:sp>
        <p:nvSpPr>
          <p:cNvPr id="4" name="TextBox 3"/>
          <p:cNvSpPr txBox="1"/>
          <p:nvPr/>
        </p:nvSpPr>
        <p:spPr>
          <a:xfrm>
            <a:off x="5129784" y="1554480"/>
            <a:ext cx="6583680" cy="617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200" b="1"/>
              <a:t>“今天上午，只走第一步：敢”</a:t>
            </a:r>
            <a:endParaRPr lang="zh-CN" altLang="en-US" sz="3200" b="1"/>
          </a:p>
        </p:txBody>
      </p:sp>
      <p:sp>
        <p:nvSpPr>
          <p:cNvPr id="5" name="TextBox 4"/>
          <p:cNvSpPr txBox="1"/>
          <p:nvPr/>
        </p:nvSpPr>
        <p:spPr>
          <a:xfrm>
            <a:off x="5129784" y="2336800"/>
            <a:ext cx="576072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>
                <a:solidFill>
                  <a:srgbClr val="666666"/>
                </a:solidFill>
              </a:rPr>
              <a:t>刚才那两样东西——你敢了没有？</a:t>
            </a:r>
            <a:endParaRPr lang="zh-CN" altLang="en-US" sz="2000" b="0">
              <a:solidFill>
                <a:srgbClr val="666666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129784" y="2745740"/>
            <a:ext cx="576072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>
                <a:solidFill>
                  <a:srgbClr val="666666"/>
                </a:solidFill>
              </a:rPr>
              <a:t>接下来，动手。</a:t>
            </a:r>
            <a:endParaRPr lang="zh-CN" altLang="en-US" sz="2000" b="0">
              <a:solidFill>
                <a:srgbClr val="666666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129784" y="5623560"/>
            <a:ext cx="5760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600" b="0">
                <a:solidFill>
                  <a:srgbClr val="888888"/>
                </a:solidFill>
              </a:rPr>
              <a:t>你敢了没有？</a:t>
            </a:r>
            <a:endParaRPr lang="zh-CN" altLang="en-US" sz="1600" b="0">
              <a:solidFill>
                <a:srgbClr val="888888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5232400" y="2380138"/>
            <a:ext cx="6654800" cy="1325563"/>
          </a:xfrm>
        </p:spPr>
        <p:txBody>
          <a:bodyPr>
            <a:normAutofit/>
          </a:bodyPr>
          <a:lstStyle/>
          <a:p>
            <a:r>
              <a:rPr lang="zh-CN" altLang="en-US" sz="2600" b="1"/>
              <a:t>动手：一句话做出来，再一步步改</a:t>
            </a:r>
            <a:endParaRPr lang="zh-CN" altLang="en-US" sz="2600" b="1"/>
          </a:p>
        </p:txBody>
      </p:sp>
      <p:sp>
        <p:nvSpPr>
          <p:cNvPr id="3" name="内容占位符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sz="1800"/>
              <a:t>14</a:t>
            </a:r>
            <a:endParaRPr lang="zh-CN" altLang="en-US" sz="1800"/>
          </a:p>
        </p:txBody>
      </p:sp>
      <p:sp>
        <p:nvSpPr>
          <p:cNvPr id="5" name="TextBox 4"/>
          <p:cNvSpPr txBox="1"/>
          <p:nvPr/>
        </p:nvSpPr>
        <p:spPr>
          <a:xfrm>
            <a:off x="2560320" y="3931920"/>
            <a:ext cx="7040880" cy="4406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200" b="0"/>
              <a:t>看也看过了，接下来，你们要亲手玩一个东西。</a:t>
            </a:r>
            <a:endParaRPr lang="zh-CN" altLang="en-US" sz="2200" b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2300" y="234029"/>
            <a:ext cx="8771021" cy="517190"/>
          </a:xfrm>
        </p:spPr>
        <p:txBody>
          <a:bodyPr vert="horz" rtlCol="0" anchor="ctr" anchorCtr="0">
            <a:normAutofit/>
          </a:bodyPr>
          <a:lstStyle/>
          <a:p>
            <a:r>
              <a:rPr lang="zh-CN" altLang="en-US" sz="2800" b="1"/>
              <a:t>第一版：就一句话——帮我做一个贪吃蛇游戏</a:t>
            </a:r>
            <a:endParaRPr lang="zh-CN" altLang="en-US" sz="2800" b="1"/>
          </a:p>
        </p:txBody>
      </p:sp>
      <p:sp>
        <p:nvSpPr>
          <p:cNvPr id="63490" name="TextBox 9"/>
          <p:cNvSpPr txBox="1"/>
          <p:nvPr/>
        </p:nvSpPr>
        <p:spPr>
          <a:xfrm>
            <a:off x="628650" y="973455"/>
            <a:ext cx="2084705" cy="50673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r>
              <a:rPr lang="zh-CN" altLang="en-US" sz="1600" b="1"/>
              <a:t>【演示指令卡】</a:t>
            </a:r>
            <a:endParaRPr lang="zh-CN" altLang="en-US" sz="1600" b="1"/>
          </a:p>
        </p:txBody>
      </p:sp>
      <p:sp>
        <p:nvSpPr>
          <p:cNvPr id="6" name="文本框 5"/>
          <p:cNvSpPr txBox="1"/>
          <p:nvPr/>
        </p:nvSpPr>
        <p:spPr>
          <a:xfrm>
            <a:off x="970915" y="1666240"/>
            <a:ext cx="7892415" cy="1060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  <p:sp>
        <p:nvSpPr>
          <p:cNvPr id="3" name="文本框 2"/>
          <p:cNvSpPr txBox="1"/>
          <p:nvPr/>
        </p:nvSpPr>
        <p:spPr>
          <a:xfrm>
            <a:off x="874395" y="2110105"/>
            <a:ext cx="6553200" cy="73723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/>
        </p:txBody>
      </p:sp>
      <p:sp>
        <p:nvSpPr>
          <p:cNvPr id="63491" name="TextBox 63490"/>
          <p:cNvSpPr txBox="1"/>
          <p:nvPr/>
        </p:nvSpPr>
        <p:spPr>
          <a:xfrm>
            <a:off x="914400" y="1691640"/>
            <a:ext cx="10241280" cy="4406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200" b="0"/>
              <a:t>我先来，我就打一句话：</a:t>
            </a:r>
            <a:endParaRPr lang="zh-CN" altLang="en-US" sz="2200" b="0"/>
          </a:p>
        </p:txBody>
      </p:sp>
      <p:sp>
        <p:nvSpPr>
          <p:cNvPr id="63492" name="TextBox 63491"/>
          <p:cNvSpPr txBox="1"/>
          <p:nvPr/>
        </p:nvSpPr>
        <p:spPr>
          <a:xfrm>
            <a:off x="914400" y="2132330"/>
            <a:ext cx="10241280" cy="4406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200" b="0"/>
              <a:t>“帮我做一个贪吃蛇游戏。”</a:t>
            </a:r>
            <a:endParaRPr lang="zh-CN" altLang="en-US" sz="2200" b="0"/>
          </a:p>
        </p:txBody>
      </p:sp>
      <p:sp>
        <p:nvSpPr>
          <p:cNvPr id="63493" name="TextBox 63492"/>
          <p:cNvSpPr txBox="1"/>
          <p:nvPr/>
        </p:nvSpPr>
        <p:spPr>
          <a:xfrm>
            <a:off x="914400" y="2573020"/>
            <a:ext cx="10241280" cy="4406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200" b="0"/>
              <a:t>回车。看，出来了。能玩吗？我点一下。</a:t>
            </a:r>
            <a:endParaRPr lang="zh-CN" altLang="en-US" sz="2200" b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402270" y="293719"/>
            <a:ext cx="8771021" cy="517190"/>
          </a:xfrm>
        </p:spPr>
        <p:txBody>
          <a:bodyPr/>
          <a:lstStyle/>
          <a:p>
            <a:r>
              <a:rPr lang="zh-CN" altLang="en-US" sz="2800" b="1"/>
              <a:t>第一版有点普通：没分数，死了没提示</a:t>
            </a:r>
            <a:endParaRPr lang="zh-CN" altLang="en-US" sz="2800" b="1"/>
          </a:p>
        </p:txBody>
      </p:sp>
      <p:sp>
        <p:nvSpPr>
          <p:cNvPr id="16" name="TextBox 9"/>
          <p:cNvSpPr txBox="1">
            <a:spLocks noChangeArrowheads="1"/>
          </p:cNvSpPr>
          <p:nvPr/>
        </p:nvSpPr>
        <p:spPr bwMode="auto">
          <a:xfrm>
            <a:off x="704685" y="1260874"/>
            <a:ext cx="4750422" cy="4589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r>
              <a:rPr lang="zh-CN" altLang="en-US" sz="1600" b="1"/>
              <a:t>【结果诊断页】</a:t>
            </a:r>
            <a:endParaRPr lang="zh-CN" altLang="en-US" sz="1600" b="1"/>
          </a:p>
        </p:txBody>
      </p:sp>
      <p:sp>
        <p:nvSpPr>
          <p:cNvPr id="21" name="文本框 20"/>
          <p:cNvSpPr txBox="1"/>
          <p:nvPr/>
        </p:nvSpPr>
        <p:spPr>
          <a:xfrm>
            <a:off x="831685" y="2067323"/>
            <a:ext cx="134102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914400" y="6172200"/>
            <a:ext cx="10332720" cy="2905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600" b="0"/>
              <a:t>好玩吗？说实话，有点普通——没分数，死了没提示。</a:t>
            </a:r>
            <a:endParaRPr lang="zh-CN" altLang="en-US" sz="1600" b="0"/>
          </a:p>
        </p:txBody>
      </p:sp>
      <p:sp>
        <p:nvSpPr>
          <p:cNvPr id="25" name="TextBox 24"/>
          <p:cNvSpPr txBox="1"/>
          <p:nvPr/>
        </p:nvSpPr>
        <p:spPr>
          <a:xfrm>
            <a:off x="914400" y="6462776"/>
            <a:ext cx="10332720" cy="2905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600" b="0"/>
              <a:t>但注意，我没有重来。</a:t>
            </a:r>
            <a:endParaRPr lang="zh-CN" altLang="en-US" sz="1600" b="0"/>
          </a:p>
        </p:txBody>
      </p:sp>
      <p:pic>
        <p:nvPicPr>
          <p:cNvPr id="1011" name="Picture 1010" descr="ppt素材_03_贪吃蛇基础版_v1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825496" y="2261632"/>
            <a:ext cx="5303520" cy="2983958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2300" y="234029"/>
            <a:ext cx="8771021" cy="517190"/>
          </a:xfrm>
        </p:spPr>
        <p:txBody>
          <a:bodyPr vert="horz" rtlCol="0" anchor="ctr" anchorCtr="0">
            <a:normAutofit/>
          </a:bodyPr>
          <a:lstStyle/>
          <a:p>
            <a:r>
              <a:rPr lang="zh-CN" altLang="en-US" sz="2800" b="1"/>
              <a:t>迭代①：不重写，接着加一句</a:t>
            </a:r>
            <a:endParaRPr lang="zh-CN" altLang="en-US" sz="2800" b="1"/>
          </a:p>
        </p:txBody>
      </p:sp>
      <p:sp>
        <p:nvSpPr>
          <p:cNvPr id="63490" name="TextBox 9"/>
          <p:cNvSpPr txBox="1"/>
          <p:nvPr/>
        </p:nvSpPr>
        <p:spPr>
          <a:xfrm>
            <a:off x="628650" y="973455"/>
            <a:ext cx="2084705" cy="50673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r>
              <a:rPr lang="zh-CN" altLang="en-US" sz="1600" b="1"/>
              <a:t>【对比/迭代页】</a:t>
            </a:r>
            <a:endParaRPr lang="zh-CN" altLang="en-US" sz="1600" b="1"/>
          </a:p>
        </p:txBody>
      </p:sp>
      <p:sp>
        <p:nvSpPr>
          <p:cNvPr id="6" name="文本框 5"/>
          <p:cNvSpPr txBox="1"/>
          <p:nvPr/>
        </p:nvSpPr>
        <p:spPr>
          <a:xfrm>
            <a:off x="970915" y="1666240"/>
            <a:ext cx="7892415" cy="1060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  <p:sp>
        <p:nvSpPr>
          <p:cNvPr id="3" name="文本框 2"/>
          <p:cNvSpPr txBox="1"/>
          <p:nvPr/>
        </p:nvSpPr>
        <p:spPr>
          <a:xfrm>
            <a:off x="874395" y="2110105"/>
            <a:ext cx="6553200" cy="73723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/>
        </p:txBody>
      </p:sp>
      <p:sp>
        <p:nvSpPr>
          <p:cNvPr id="63491" name="TextBox 63490"/>
          <p:cNvSpPr txBox="1"/>
          <p:nvPr/>
        </p:nvSpPr>
        <p:spPr>
          <a:xfrm>
            <a:off x="914400" y="1691640"/>
            <a:ext cx="621792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我就在这句话后面，加一句：</a:t>
            </a:r>
            <a:endParaRPr lang="zh-CN" altLang="en-US" sz="2000" b="0"/>
          </a:p>
        </p:txBody>
      </p:sp>
      <p:sp>
        <p:nvSpPr>
          <p:cNvPr id="63492" name="TextBox 63491"/>
          <p:cNvSpPr txBox="1"/>
          <p:nvPr/>
        </p:nvSpPr>
        <p:spPr>
          <a:xfrm>
            <a:off x="914400" y="2100580"/>
            <a:ext cx="621792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“加上分数显示，死了显示得分。”</a:t>
            </a:r>
            <a:endParaRPr lang="zh-CN" altLang="en-US" sz="2000" b="0"/>
          </a:p>
        </p:txBody>
      </p:sp>
      <p:sp>
        <p:nvSpPr>
          <p:cNvPr id="63493" name="TextBox 63492"/>
          <p:cNvSpPr txBox="1"/>
          <p:nvPr/>
        </p:nvSpPr>
        <p:spPr>
          <a:xfrm>
            <a:off x="914400" y="2509520"/>
            <a:ext cx="621792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回车。看，分数有了，死了能看见得分。</a:t>
            </a:r>
            <a:endParaRPr lang="zh-CN" altLang="en-US" sz="2000" b="0"/>
          </a:p>
        </p:txBody>
      </p:sp>
      <p:sp>
        <p:nvSpPr>
          <p:cNvPr id="63494" name="TextBox 63493"/>
          <p:cNvSpPr txBox="1"/>
          <p:nvPr/>
        </p:nvSpPr>
        <p:spPr>
          <a:xfrm>
            <a:off x="914400" y="2918460"/>
            <a:ext cx="621792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这就是迭代：不是重写，是接着改。</a:t>
            </a:r>
            <a:endParaRPr lang="zh-CN" altLang="en-US" sz="2000" b="0"/>
          </a:p>
        </p:txBody>
      </p:sp>
      <p:pic>
        <p:nvPicPr>
          <p:cNvPr id="63495" name="Picture 63494" descr="ppt素材_04_贪吃蛇有分数_v1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79" y="2525753"/>
            <a:ext cx="4023360" cy="2263692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2300" y="234029"/>
            <a:ext cx="8771021" cy="517190"/>
          </a:xfrm>
        </p:spPr>
        <p:txBody>
          <a:bodyPr vert="horz" rtlCol="0" anchor="ctr" anchorCtr="0">
            <a:normAutofit/>
          </a:bodyPr>
          <a:lstStyle/>
          <a:p>
            <a:r>
              <a:rPr lang="zh-CN" altLang="en-US" sz="2800" b="1"/>
              <a:t>迭代②：继续说人话——蛇变绿、速度更快</a:t>
            </a:r>
            <a:endParaRPr lang="zh-CN" altLang="en-US" sz="2800" b="1"/>
          </a:p>
        </p:txBody>
      </p:sp>
      <p:sp>
        <p:nvSpPr>
          <p:cNvPr id="63490" name="TextBox 9"/>
          <p:cNvSpPr txBox="1"/>
          <p:nvPr/>
        </p:nvSpPr>
        <p:spPr>
          <a:xfrm>
            <a:off x="628650" y="973455"/>
            <a:ext cx="2084705" cy="50673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r>
              <a:rPr lang="zh-CN" altLang="en-US" sz="1600" b="1"/>
              <a:t>【对比/迭代页】</a:t>
            </a:r>
            <a:endParaRPr lang="zh-CN" altLang="en-US" sz="1600" b="1"/>
          </a:p>
        </p:txBody>
      </p:sp>
      <p:sp>
        <p:nvSpPr>
          <p:cNvPr id="6" name="文本框 5"/>
          <p:cNvSpPr txBox="1"/>
          <p:nvPr/>
        </p:nvSpPr>
        <p:spPr>
          <a:xfrm>
            <a:off x="970915" y="1666240"/>
            <a:ext cx="7892415" cy="1060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  <p:sp>
        <p:nvSpPr>
          <p:cNvPr id="3" name="文本框 2"/>
          <p:cNvSpPr txBox="1"/>
          <p:nvPr/>
        </p:nvSpPr>
        <p:spPr>
          <a:xfrm>
            <a:off x="874395" y="2110105"/>
            <a:ext cx="6553200" cy="73723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/>
        </p:txBody>
      </p:sp>
      <p:sp>
        <p:nvSpPr>
          <p:cNvPr id="63491" name="TextBox 63490"/>
          <p:cNvSpPr txBox="1"/>
          <p:nvPr/>
        </p:nvSpPr>
        <p:spPr>
          <a:xfrm>
            <a:off x="914400" y="1691640"/>
            <a:ext cx="621792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还能再改：</a:t>
            </a:r>
            <a:endParaRPr lang="zh-CN" altLang="en-US" sz="2000" b="0"/>
          </a:p>
        </p:txBody>
      </p:sp>
      <p:sp>
        <p:nvSpPr>
          <p:cNvPr id="63492" name="TextBox 63491"/>
          <p:cNvSpPr txBox="1"/>
          <p:nvPr/>
        </p:nvSpPr>
        <p:spPr>
          <a:xfrm>
            <a:off x="914400" y="2100580"/>
            <a:ext cx="621792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“蛇做成绿色，速度再快一点。”</a:t>
            </a:r>
            <a:endParaRPr lang="zh-CN" altLang="en-US" sz="2000" b="0"/>
          </a:p>
        </p:txBody>
      </p:sp>
      <p:sp>
        <p:nvSpPr>
          <p:cNvPr id="63493" name="TextBox 63492"/>
          <p:cNvSpPr txBox="1"/>
          <p:nvPr/>
        </p:nvSpPr>
        <p:spPr>
          <a:xfrm>
            <a:off x="914400" y="2509520"/>
            <a:ext cx="621792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回车。看，它听我的话。我全程没碰代码——</a:t>
            </a:r>
            <a:endParaRPr lang="zh-CN" altLang="en-US" sz="2000" b="0"/>
          </a:p>
        </p:txBody>
      </p:sp>
      <p:sp>
        <p:nvSpPr>
          <p:cNvPr id="63494" name="TextBox 63493"/>
          <p:cNvSpPr txBox="1"/>
          <p:nvPr/>
        </p:nvSpPr>
        <p:spPr>
          <a:xfrm>
            <a:off x="914400" y="2918460"/>
            <a:ext cx="621792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一直在说人话：加分数、改绿色、快一点。</a:t>
            </a:r>
            <a:endParaRPr lang="zh-CN" altLang="en-US" sz="2000" b="0"/>
          </a:p>
        </p:txBody>
      </p:sp>
      <p:pic>
        <p:nvPicPr>
          <p:cNvPr id="63495" name="Picture 63494" descr="ppt素材_05_贪吃蛇绿蛇快速度_v1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79" y="2525753"/>
            <a:ext cx="4023360" cy="2263692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 wrap="square"/>
          <a:lstStyle/>
          <a:p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/>
              <a:t>记住</a:t>
            </a:r>
            <a:endParaRPr lang="zh-CN" altLang="en-US" b="1"/>
          </a:p>
        </p:txBody>
      </p:sp>
      <p:sp>
        <p:nvSpPr>
          <p:cNvPr id="4" name="TextBox 3"/>
          <p:cNvSpPr txBox="1"/>
          <p:nvPr/>
        </p:nvSpPr>
        <p:spPr>
          <a:xfrm>
            <a:off x="5129784" y="1554480"/>
            <a:ext cx="6583680" cy="1125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200" b="1"/>
              <a:t>“提示词不是一次写对的，是越改越好的”</a:t>
            </a:r>
            <a:endParaRPr lang="zh-CN" altLang="en-US" sz="3200" b="1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2300" y="234029"/>
            <a:ext cx="8771021" cy="517190"/>
          </a:xfrm>
        </p:spPr>
        <p:txBody>
          <a:bodyPr vert="horz" rtlCol="0" anchor="ctr" anchorCtr="0">
            <a:normAutofit/>
          </a:bodyPr>
          <a:lstStyle/>
          <a:p>
            <a:r>
              <a:rPr lang="zh-CN" altLang="en-US" sz="2800" b="1"/>
              <a:t>轮到你了：加一个你自己的要求</a:t>
            </a:r>
            <a:endParaRPr lang="zh-CN" altLang="en-US" sz="2800" b="1"/>
          </a:p>
        </p:txBody>
      </p:sp>
      <p:sp>
        <p:nvSpPr>
          <p:cNvPr id="63490" name="TextBox 9"/>
          <p:cNvSpPr txBox="1"/>
          <p:nvPr/>
        </p:nvSpPr>
        <p:spPr>
          <a:xfrm>
            <a:off x="628650" y="973455"/>
            <a:ext cx="2084705" cy="50673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r>
              <a:rPr lang="zh-CN" altLang="en-US" sz="1600" b="1"/>
              <a:t>【任务卡】</a:t>
            </a:r>
            <a:endParaRPr lang="zh-CN" altLang="en-US" sz="1600" b="1"/>
          </a:p>
        </p:txBody>
      </p:sp>
      <p:sp>
        <p:nvSpPr>
          <p:cNvPr id="6" name="文本框 5"/>
          <p:cNvSpPr txBox="1"/>
          <p:nvPr/>
        </p:nvSpPr>
        <p:spPr>
          <a:xfrm>
            <a:off x="970915" y="1666240"/>
            <a:ext cx="7892415" cy="1060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  <p:sp>
        <p:nvSpPr>
          <p:cNvPr id="3" name="文本框 2"/>
          <p:cNvSpPr txBox="1"/>
          <p:nvPr/>
        </p:nvSpPr>
        <p:spPr>
          <a:xfrm>
            <a:off x="874395" y="2110105"/>
            <a:ext cx="6553200" cy="73723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/>
        </p:txBody>
      </p:sp>
      <p:sp>
        <p:nvSpPr>
          <p:cNvPr id="63491" name="TextBox 63490"/>
          <p:cNvSpPr txBox="1"/>
          <p:nvPr/>
        </p:nvSpPr>
        <p:spPr>
          <a:xfrm>
            <a:off x="914400" y="1691640"/>
            <a:ext cx="10241280" cy="4406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200" b="0"/>
              <a:t>①打开手机豆包。</a:t>
            </a:r>
            <a:endParaRPr lang="zh-CN" altLang="en-US" sz="2200" b="0"/>
          </a:p>
        </p:txBody>
      </p:sp>
      <p:sp>
        <p:nvSpPr>
          <p:cNvPr id="63492" name="TextBox 63491"/>
          <p:cNvSpPr txBox="1"/>
          <p:nvPr/>
        </p:nvSpPr>
        <p:spPr>
          <a:xfrm>
            <a:off x="914400" y="2132330"/>
            <a:ext cx="10241280" cy="4406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200" b="0"/>
              <a:t>②把这句话复制过去：“帮我做一个贪吃蛇游戏。”回车。</a:t>
            </a:r>
            <a:endParaRPr lang="zh-CN" altLang="en-US" sz="2200" b="0"/>
          </a:p>
        </p:txBody>
      </p:sp>
      <p:sp>
        <p:nvSpPr>
          <p:cNvPr id="63493" name="TextBox 63492"/>
          <p:cNvSpPr txBox="1"/>
          <p:nvPr/>
        </p:nvSpPr>
        <p:spPr>
          <a:xfrm>
            <a:off x="914400" y="2573020"/>
            <a:ext cx="10241280" cy="4406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200" b="0"/>
              <a:t>③自己加一个要求——什么都可以：颜色、分数、速度、难度。</a:t>
            </a:r>
            <a:endParaRPr lang="zh-CN" altLang="en-US" sz="2200" b="0"/>
          </a:p>
        </p:txBody>
      </p:sp>
      <p:sp>
        <p:nvSpPr>
          <p:cNvPr id="63494" name="TextBox 63493"/>
          <p:cNvSpPr txBox="1"/>
          <p:nvPr/>
        </p:nvSpPr>
        <p:spPr>
          <a:xfrm>
            <a:off x="914400" y="3013709"/>
            <a:ext cx="10241280" cy="4406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200" b="0"/>
              <a:t>加完的，玩一下，看它变没变。</a:t>
            </a:r>
            <a:endParaRPr lang="zh-CN" altLang="en-US" sz="2200" b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 wrap="square"/>
          <a:lstStyle/>
          <a:p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/>
              <a:t>锚点</a:t>
            </a:r>
            <a:endParaRPr lang="zh-CN" altLang="en-US" b="1"/>
          </a:p>
        </p:txBody>
      </p:sp>
      <p:sp>
        <p:nvSpPr>
          <p:cNvPr id="4" name="TextBox 3"/>
          <p:cNvSpPr txBox="1"/>
          <p:nvPr/>
        </p:nvSpPr>
        <p:spPr>
          <a:xfrm>
            <a:off x="5129784" y="1554480"/>
            <a:ext cx="6583680" cy="1125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200" b="1"/>
              <a:t>“你手机里，已经有一个你改过的贪吃蛇”</a:t>
            </a:r>
            <a:endParaRPr lang="zh-CN" altLang="en-US" sz="3200" b="1"/>
          </a:p>
        </p:txBody>
      </p:sp>
      <p:sp>
        <p:nvSpPr>
          <p:cNvPr id="5" name="TextBox 4"/>
          <p:cNvSpPr txBox="1"/>
          <p:nvPr/>
        </p:nvSpPr>
        <p:spPr>
          <a:xfrm>
            <a:off x="5129784" y="2844800"/>
            <a:ext cx="5760720" cy="726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>
                <a:solidFill>
                  <a:srgbClr val="666666"/>
                </a:solidFill>
              </a:rPr>
              <a:t>你刚才，指挥AI改了一个东西——这，就是迭代。</a:t>
            </a:r>
            <a:endParaRPr lang="zh-CN" altLang="en-US" sz="2000" b="0">
              <a:solidFill>
                <a:srgbClr val="666666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>
          <a:xfrm>
            <a:off x="5126584" y="1436557"/>
            <a:ext cx="5760539" cy="4049843"/>
          </a:xfrm>
        </p:spPr>
        <p:txBody>
          <a:bodyPr/>
          <a:lstStyle/>
          <a:p/>
        </p:txBody>
      </p:sp>
      <p:sp>
        <p:nvSpPr>
          <p:cNvPr id="21" name="标题 20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91423" tIns="45712" rIns="91423" bIns="45712" numCol="1" anchor="ctr" anchorCtr="0" compatLnSpc="1"/>
          <a:lstStyle/>
          <a:p>
            <a:r>
              <a:rPr lang="zh-CN" altLang="en-US" b="1"/>
              <a:t>悬念</a:t>
            </a:r>
            <a:endParaRPr lang="zh-CN" altLang="en-US" b="1"/>
          </a:p>
        </p:txBody>
      </p:sp>
      <p:sp>
        <p:nvSpPr>
          <p:cNvPr id="22" name="TextBox 21"/>
          <p:cNvSpPr txBox="1"/>
          <p:nvPr/>
        </p:nvSpPr>
        <p:spPr>
          <a:xfrm>
            <a:off x="5129784" y="1554480"/>
            <a:ext cx="6583680" cy="4907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b="1"/>
              <a:t>你刚才干的这件事，有一个名字</a:t>
            </a:r>
            <a:endParaRPr lang="zh-CN" altLang="en-US" sz="2400" b="1"/>
          </a:p>
        </p:txBody>
      </p:sp>
      <p:sp>
        <p:nvSpPr>
          <p:cNvPr id="23" name="TextBox 22"/>
          <p:cNvSpPr txBox="1"/>
          <p:nvPr/>
        </p:nvSpPr>
        <p:spPr>
          <a:xfrm>
            <a:off x="5129784" y="2209800"/>
            <a:ext cx="5760720" cy="5041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600" b="0"/>
              <a:t>——下一段，拆给你看。</a:t>
            </a:r>
            <a:endParaRPr lang="zh-CN" altLang="en-US" sz="2600" b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2300" y="234029"/>
            <a:ext cx="8771021" cy="517190"/>
          </a:xfrm>
        </p:spPr>
        <p:txBody>
          <a:bodyPr vert="horz" rtlCol="0" anchor="ctr" anchorCtr="0">
            <a:normAutofit/>
          </a:bodyPr>
          <a:lstStyle/>
          <a:p>
            <a:r>
              <a:rPr lang="zh-CN" altLang="en-US" sz="2800" b="1"/>
              <a:t>你刚才干的那件事，叫“提示词”</a:t>
            </a:r>
            <a:endParaRPr lang="zh-CN" altLang="en-US" sz="2800" b="1"/>
          </a:p>
        </p:txBody>
      </p:sp>
      <p:sp>
        <p:nvSpPr>
          <p:cNvPr id="63490" name="TextBox 9"/>
          <p:cNvSpPr txBox="1"/>
          <p:nvPr/>
        </p:nvSpPr>
        <p:spPr>
          <a:xfrm>
            <a:off x="628650" y="973455"/>
            <a:ext cx="2084705" cy="50673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r>
              <a:rPr lang="zh-CN" altLang="en-US" sz="1600" b="1"/>
              <a:t>【命名页】</a:t>
            </a:r>
            <a:endParaRPr lang="zh-CN" altLang="en-US" sz="1600" b="1"/>
          </a:p>
        </p:txBody>
      </p:sp>
      <p:sp>
        <p:nvSpPr>
          <p:cNvPr id="6" name="文本框 5"/>
          <p:cNvSpPr txBox="1"/>
          <p:nvPr/>
        </p:nvSpPr>
        <p:spPr>
          <a:xfrm>
            <a:off x="970915" y="1666240"/>
            <a:ext cx="7892415" cy="1060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  <p:sp>
        <p:nvSpPr>
          <p:cNvPr id="3" name="文本框 2"/>
          <p:cNvSpPr txBox="1"/>
          <p:nvPr/>
        </p:nvSpPr>
        <p:spPr>
          <a:xfrm>
            <a:off x="874395" y="2110105"/>
            <a:ext cx="6553200" cy="73723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/>
        </p:txBody>
      </p:sp>
      <p:sp>
        <p:nvSpPr>
          <p:cNvPr id="63491" name="TextBox 63490"/>
          <p:cNvSpPr txBox="1"/>
          <p:nvPr/>
        </p:nvSpPr>
        <p:spPr>
          <a:xfrm>
            <a:off x="914400" y="169164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就是你对AI说的那句话。</a:t>
            </a:r>
            <a:endParaRPr lang="zh-CN" altLang="en-US" sz="2000" b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2300" y="234029"/>
            <a:ext cx="8771021" cy="517190"/>
          </a:xfrm>
        </p:spPr>
        <p:txBody>
          <a:bodyPr vert="horz" rtlCol="0" anchor="ctr" anchorCtr="0">
            <a:normAutofit/>
          </a:bodyPr>
          <a:lstStyle/>
          <a:p>
            <a:r>
              <a:rPr lang="zh-CN" altLang="en-US" sz="2800" b="1"/>
              <a:t>一句话的公式：角色＋任务＋背景＋要求＋格式</a:t>
            </a:r>
            <a:endParaRPr lang="zh-CN" altLang="en-US" sz="2800" b="1"/>
          </a:p>
        </p:txBody>
      </p:sp>
      <p:sp>
        <p:nvSpPr>
          <p:cNvPr id="63490" name="TextBox 9"/>
          <p:cNvSpPr txBox="1"/>
          <p:nvPr/>
        </p:nvSpPr>
        <p:spPr>
          <a:xfrm>
            <a:off x="628650" y="973455"/>
            <a:ext cx="2084705" cy="50673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r>
              <a:rPr lang="zh-CN" altLang="en-US" sz="1600" b="1"/>
              <a:t>【公式页】</a:t>
            </a:r>
            <a:endParaRPr lang="zh-CN" altLang="en-US" sz="1600" b="1"/>
          </a:p>
        </p:txBody>
      </p:sp>
      <p:sp>
        <p:nvSpPr>
          <p:cNvPr id="6" name="文本框 5"/>
          <p:cNvSpPr txBox="1"/>
          <p:nvPr/>
        </p:nvSpPr>
        <p:spPr>
          <a:xfrm>
            <a:off x="970915" y="1666240"/>
            <a:ext cx="7892415" cy="1060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  <p:sp>
        <p:nvSpPr>
          <p:cNvPr id="3" name="文本框 2"/>
          <p:cNvSpPr txBox="1"/>
          <p:nvPr/>
        </p:nvSpPr>
        <p:spPr>
          <a:xfrm>
            <a:off x="874395" y="2110105"/>
            <a:ext cx="6553200" cy="73723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/>
        </p:txBody>
      </p:sp>
      <p:sp>
        <p:nvSpPr>
          <p:cNvPr id="63491" name="TextBox 63490"/>
          <p:cNvSpPr txBox="1"/>
          <p:nvPr/>
        </p:nvSpPr>
        <p:spPr>
          <a:xfrm>
            <a:off x="914400" y="169164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那句话里，藏着一个公式：</a:t>
            </a:r>
            <a:endParaRPr lang="zh-CN" altLang="en-US" sz="2000" b="0"/>
          </a:p>
        </p:txBody>
      </p:sp>
      <p:sp>
        <p:nvSpPr>
          <p:cNvPr id="63492" name="TextBox 63491"/>
          <p:cNvSpPr txBox="1"/>
          <p:nvPr/>
        </p:nvSpPr>
        <p:spPr>
          <a:xfrm>
            <a:off x="914400" y="210058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角色＋任务＋背景＋要求＋格式。</a:t>
            </a:r>
            <a:endParaRPr lang="zh-CN" altLang="en-US" sz="2000" b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2300" y="234029"/>
            <a:ext cx="8771021" cy="517190"/>
          </a:xfrm>
        </p:spPr>
        <p:txBody>
          <a:bodyPr vert="horz" rtlCol="0" anchor="ctr" anchorCtr="0">
            <a:normAutofit/>
          </a:bodyPr>
          <a:lstStyle/>
          <a:p>
            <a:r>
              <a:rPr lang="zh-CN" altLang="en-US" sz="2800" b="1"/>
              <a:t>拿贪吃蛇套公式：任务一句话，要求越具体越准</a:t>
            </a:r>
            <a:endParaRPr lang="zh-CN" altLang="en-US" sz="2800" b="1"/>
          </a:p>
        </p:txBody>
      </p:sp>
      <p:sp>
        <p:nvSpPr>
          <p:cNvPr id="63490" name="TextBox 9"/>
          <p:cNvSpPr txBox="1"/>
          <p:nvPr/>
        </p:nvSpPr>
        <p:spPr>
          <a:xfrm>
            <a:off x="628650" y="973455"/>
            <a:ext cx="2084705" cy="50673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r>
              <a:rPr lang="zh-CN" altLang="en-US" sz="1600" b="1"/>
              <a:t>【套用页】</a:t>
            </a:r>
            <a:endParaRPr lang="zh-CN" altLang="en-US" sz="1600" b="1"/>
          </a:p>
        </p:txBody>
      </p:sp>
      <p:sp>
        <p:nvSpPr>
          <p:cNvPr id="6" name="文本框 5"/>
          <p:cNvSpPr txBox="1"/>
          <p:nvPr/>
        </p:nvSpPr>
        <p:spPr>
          <a:xfrm>
            <a:off x="970915" y="1666240"/>
            <a:ext cx="7892415" cy="1060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  <p:sp>
        <p:nvSpPr>
          <p:cNvPr id="3" name="文本框 2"/>
          <p:cNvSpPr txBox="1"/>
          <p:nvPr/>
        </p:nvSpPr>
        <p:spPr>
          <a:xfrm>
            <a:off x="874395" y="2110105"/>
            <a:ext cx="6553200" cy="73723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/>
        </p:txBody>
      </p:sp>
      <p:sp>
        <p:nvSpPr>
          <p:cNvPr id="63491" name="TextBox 63490"/>
          <p:cNvSpPr txBox="1"/>
          <p:nvPr/>
        </p:nvSpPr>
        <p:spPr>
          <a:xfrm>
            <a:off x="914400" y="169164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“帮我做贪吃蛇”——任务；</a:t>
            </a:r>
            <a:endParaRPr lang="zh-CN" altLang="en-US" sz="2000" b="0"/>
          </a:p>
        </p:txBody>
      </p:sp>
      <p:sp>
        <p:nvSpPr>
          <p:cNvPr id="63492" name="TextBox 63491"/>
          <p:cNvSpPr txBox="1"/>
          <p:nvPr/>
        </p:nvSpPr>
        <p:spPr>
          <a:xfrm>
            <a:off x="914400" y="210058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“加上分数”“改成绿色”——要求。</a:t>
            </a:r>
            <a:endParaRPr lang="zh-CN" altLang="en-US" sz="2000" b="0"/>
          </a:p>
        </p:txBody>
      </p:sp>
      <p:sp>
        <p:nvSpPr>
          <p:cNvPr id="63493" name="TextBox 63492"/>
          <p:cNvSpPr txBox="1"/>
          <p:nvPr/>
        </p:nvSpPr>
        <p:spPr>
          <a:xfrm>
            <a:off x="914400" y="250952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要求越具体，它改得越准。</a:t>
            </a:r>
            <a:endParaRPr lang="zh-CN" altLang="en-US" sz="2000" b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2300" y="234029"/>
            <a:ext cx="8771021" cy="517190"/>
          </a:xfrm>
        </p:spPr>
        <p:txBody>
          <a:bodyPr vert="horz" rtlCol="0" anchor="ctr" anchorCtr="0">
            <a:normAutofit/>
          </a:bodyPr>
          <a:lstStyle/>
          <a:p>
            <a:r>
              <a:rPr lang="zh-CN" altLang="en-US" sz="2800" b="1"/>
              <a:t>不会问：帮我写个卖苹果的文案 → 万能广告</a:t>
            </a:r>
            <a:endParaRPr lang="zh-CN" altLang="en-US" sz="2800" b="1"/>
          </a:p>
        </p:txBody>
      </p:sp>
      <p:sp>
        <p:nvSpPr>
          <p:cNvPr id="63490" name="TextBox 9"/>
          <p:cNvSpPr txBox="1"/>
          <p:nvPr/>
        </p:nvSpPr>
        <p:spPr>
          <a:xfrm>
            <a:off x="628650" y="973455"/>
            <a:ext cx="2084705" cy="50673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r>
              <a:rPr lang="zh-CN" altLang="en-US" sz="1600" b="1"/>
              <a:t>【案例对比页（左）】</a:t>
            </a:r>
            <a:endParaRPr lang="zh-CN" altLang="en-US" sz="1600" b="1"/>
          </a:p>
        </p:txBody>
      </p:sp>
      <p:sp>
        <p:nvSpPr>
          <p:cNvPr id="6" name="文本框 5"/>
          <p:cNvSpPr txBox="1"/>
          <p:nvPr/>
        </p:nvSpPr>
        <p:spPr>
          <a:xfrm>
            <a:off x="970915" y="1666240"/>
            <a:ext cx="7892415" cy="1060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  <p:sp>
        <p:nvSpPr>
          <p:cNvPr id="3" name="文本框 2"/>
          <p:cNvSpPr txBox="1"/>
          <p:nvPr/>
        </p:nvSpPr>
        <p:spPr>
          <a:xfrm>
            <a:off x="874395" y="2110105"/>
            <a:ext cx="6553200" cy="73723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/>
        </p:txBody>
      </p:sp>
      <p:sp>
        <p:nvSpPr>
          <p:cNvPr id="63491" name="TextBox 63490"/>
          <p:cNvSpPr txBox="1"/>
          <p:nvPr/>
        </p:nvSpPr>
        <p:spPr>
          <a:xfrm>
            <a:off x="914400" y="169164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不会问的人只说一句：“帮我写个卖苹果的文案。”</a:t>
            </a:r>
            <a:endParaRPr lang="zh-CN" altLang="en-US" sz="2000" b="0"/>
          </a:p>
        </p:txBody>
      </p:sp>
      <p:sp>
        <p:nvSpPr>
          <p:cNvPr id="63492" name="TextBox 63491"/>
          <p:cNvSpPr txBox="1"/>
          <p:nvPr/>
        </p:nvSpPr>
        <p:spPr>
          <a:xfrm>
            <a:off x="914400" y="210058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AI给的：“新鲜苹果上市，脆甜多汁，营养丰富，欢迎选购！”</a:t>
            </a:r>
            <a:endParaRPr lang="zh-CN" altLang="en-US" sz="2000" b="0"/>
          </a:p>
        </p:txBody>
      </p:sp>
      <p:sp>
        <p:nvSpPr>
          <p:cNvPr id="63493" name="TextBox 63492"/>
          <p:cNvSpPr txBox="1"/>
          <p:nvPr/>
        </p:nvSpPr>
        <p:spPr>
          <a:xfrm>
            <a:off x="914400" y="250952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像万能广告——谁都能用，谁都不想要。</a:t>
            </a:r>
            <a:endParaRPr lang="zh-CN" altLang="en-US" sz="2000" b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2300" y="234029"/>
            <a:ext cx="8771021" cy="517190"/>
          </a:xfrm>
        </p:spPr>
        <p:txBody>
          <a:bodyPr vert="horz" rtlCol="0" anchor="ctr" anchorCtr="0">
            <a:normAutofit/>
          </a:bodyPr>
          <a:lstStyle/>
          <a:p>
            <a:r>
              <a:rPr lang="zh-CN" altLang="en-US" sz="2800" b="1"/>
              <a:t>会问：角色+场景+价格+要求 → 直接能发</a:t>
            </a:r>
            <a:endParaRPr lang="zh-CN" altLang="en-US" sz="2800" b="1"/>
          </a:p>
        </p:txBody>
      </p:sp>
      <p:sp>
        <p:nvSpPr>
          <p:cNvPr id="63490" name="TextBox 9"/>
          <p:cNvSpPr txBox="1"/>
          <p:nvPr/>
        </p:nvSpPr>
        <p:spPr>
          <a:xfrm>
            <a:off x="628650" y="973455"/>
            <a:ext cx="2084705" cy="50673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r>
              <a:rPr lang="zh-CN" altLang="en-US" sz="1600" b="1"/>
              <a:t>【案例对比页（右）】</a:t>
            </a:r>
            <a:endParaRPr lang="zh-CN" altLang="en-US" sz="1600" b="1"/>
          </a:p>
        </p:txBody>
      </p:sp>
      <p:sp>
        <p:nvSpPr>
          <p:cNvPr id="6" name="文本框 5"/>
          <p:cNvSpPr txBox="1"/>
          <p:nvPr/>
        </p:nvSpPr>
        <p:spPr>
          <a:xfrm>
            <a:off x="970915" y="1666240"/>
            <a:ext cx="7892415" cy="1060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  <p:sp>
        <p:nvSpPr>
          <p:cNvPr id="3" name="文本框 2"/>
          <p:cNvSpPr txBox="1"/>
          <p:nvPr/>
        </p:nvSpPr>
        <p:spPr>
          <a:xfrm>
            <a:off x="874395" y="2110105"/>
            <a:ext cx="6553200" cy="73723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/>
        </p:txBody>
      </p:sp>
      <p:sp>
        <p:nvSpPr>
          <p:cNvPr id="63491" name="TextBox 63490"/>
          <p:cNvSpPr txBox="1"/>
          <p:nvPr/>
        </p:nvSpPr>
        <p:spPr>
          <a:xfrm>
            <a:off x="914400" y="169164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“你是一名社区团购水果店老板，帮我写3条卖烟台红富士苹果的朋友圈。</a:t>
            </a:r>
            <a:endParaRPr lang="zh-CN" altLang="en-US" sz="2000" b="0"/>
          </a:p>
        </p:txBody>
      </p:sp>
      <p:sp>
        <p:nvSpPr>
          <p:cNvPr id="63492" name="TextBox 63491"/>
          <p:cNvSpPr txBox="1"/>
          <p:nvPr/>
        </p:nvSpPr>
        <p:spPr>
          <a:xfrm>
            <a:off x="914400" y="210058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卖给小区邻居，5斤29.9，今晚8点截单，明天到货。</a:t>
            </a:r>
            <a:endParaRPr lang="zh-CN" altLang="en-US" sz="2000" b="0"/>
          </a:p>
        </p:txBody>
      </p:sp>
      <p:sp>
        <p:nvSpPr>
          <p:cNvPr id="63493" name="TextBox 63492"/>
          <p:cNvSpPr txBox="1"/>
          <p:nvPr/>
        </p:nvSpPr>
        <p:spPr>
          <a:xfrm>
            <a:off x="914400" y="250952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要求：像邻居推荐，口语化，每条80字以内，结尾引导评论“要几斤”。”</a:t>
            </a:r>
            <a:endParaRPr lang="zh-CN" altLang="en-US" sz="2000" b="0"/>
          </a:p>
        </p:txBody>
      </p:sp>
      <p:sp>
        <p:nvSpPr>
          <p:cNvPr id="63494" name="TextBox 63493"/>
          <p:cNvSpPr txBox="1"/>
          <p:nvPr/>
        </p:nvSpPr>
        <p:spPr>
          <a:xfrm>
            <a:off x="914400" y="2918460"/>
            <a:ext cx="10241280" cy="726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AI给的：“邻居们，红富士到了！5斤29.9，今晚8点截单，明天到货。要几斤？”</a:t>
            </a:r>
            <a:endParaRPr lang="zh-CN" altLang="en-US" sz="2000" b="0"/>
          </a:p>
        </p:txBody>
      </p:sp>
      <p:sp>
        <p:nvSpPr>
          <p:cNvPr id="63495" name="TextBox 63494"/>
          <p:cNvSpPr txBox="1"/>
          <p:nvPr/>
        </p:nvSpPr>
        <p:spPr>
          <a:xfrm>
            <a:off x="914400" y="3644899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——直接能发。差别不在AI变聪明了，是你把活派清楚了。</a:t>
            </a:r>
            <a:endParaRPr lang="zh-CN" altLang="en-US" sz="2000" b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2300" y="234029"/>
            <a:ext cx="8771021" cy="517190"/>
          </a:xfrm>
        </p:spPr>
        <p:txBody>
          <a:bodyPr vert="horz" rtlCol="0" anchor="ctr" anchorCtr="0">
            <a:normAutofit/>
          </a:bodyPr>
          <a:lstStyle/>
          <a:p>
            <a:r>
              <a:rPr lang="zh-CN" altLang="en-US" sz="2800" b="1"/>
              <a:t>请假也一样：加背景和要求，出来就能发</a:t>
            </a:r>
            <a:endParaRPr lang="zh-CN" altLang="en-US" sz="2800" b="1"/>
          </a:p>
        </p:txBody>
      </p:sp>
      <p:sp>
        <p:nvSpPr>
          <p:cNvPr id="63490" name="TextBox 9"/>
          <p:cNvSpPr txBox="1"/>
          <p:nvPr/>
        </p:nvSpPr>
        <p:spPr>
          <a:xfrm>
            <a:off x="628650" y="973455"/>
            <a:ext cx="2084705" cy="50673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r>
              <a:rPr lang="zh-CN" altLang="en-US" sz="1600" b="1"/>
              <a:t>【案例对比页】</a:t>
            </a:r>
            <a:endParaRPr lang="zh-CN" altLang="en-US" sz="1600" b="1"/>
          </a:p>
        </p:txBody>
      </p:sp>
      <p:sp>
        <p:nvSpPr>
          <p:cNvPr id="6" name="文本框 5"/>
          <p:cNvSpPr txBox="1"/>
          <p:nvPr/>
        </p:nvSpPr>
        <p:spPr>
          <a:xfrm>
            <a:off x="970915" y="1666240"/>
            <a:ext cx="7892415" cy="1060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  <p:sp>
        <p:nvSpPr>
          <p:cNvPr id="3" name="文本框 2"/>
          <p:cNvSpPr txBox="1"/>
          <p:nvPr/>
        </p:nvSpPr>
        <p:spPr>
          <a:xfrm>
            <a:off x="874395" y="2110105"/>
            <a:ext cx="6553200" cy="73723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/>
        </p:txBody>
      </p:sp>
      <p:sp>
        <p:nvSpPr>
          <p:cNvPr id="63491" name="TextBox 63490"/>
          <p:cNvSpPr txBox="1"/>
          <p:nvPr/>
        </p:nvSpPr>
        <p:spPr>
          <a:xfrm>
            <a:off x="914400" y="169164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只写“帮我写请假条”——AI给你一篇公文。</a:t>
            </a:r>
            <a:endParaRPr lang="zh-CN" altLang="en-US" sz="2000" b="0"/>
          </a:p>
        </p:txBody>
      </p:sp>
      <p:sp>
        <p:nvSpPr>
          <p:cNvPr id="63492" name="TextBox 63491"/>
          <p:cNvSpPr txBox="1"/>
          <p:nvPr/>
        </p:nvSpPr>
        <p:spPr>
          <a:xfrm>
            <a:off x="914400" y="210058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加一句：“是给部门经理的微信，明天下午孩子打疫苗，</a:t>
            </a:r>
            <a:endParaRPr lang="zh-CN" altLang="en-US" sz="2000" b="0"/>
          </a:p>
        </p:txBody>
      </p:sp>
      <p:sp>
        <p:nvSpPr>
          <p:cNvPr id="63493" name="TextBox 63492"/>
          <p:cNvSpPr txBox="1"/>
          <p:nvPr/>
        </p:nvSpPr>
        <p:spPr>
          <a:xfrm>
            <a:off x="914400" y="250952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工作已交接给小李，100字以内，别用“望批准”。”</a:t>
            </a:r>
            <a:endParaRPr lang="zh-CN" altLang="en-US" sz="2000" b="0"/>
          </a:p>
        </p:txBody>
      </p:sp>
      <p:sp>
        <p:nvSpPr>
          <p:cNvPr id="63494" name="TextBox 63493"/>
          <p:cNvSpPr txBox="1"/>
          <p:nvPr/>
        </p:nvSpPr>
        <p:spPr>
          <a:xfrm>
            <a:off x="914400" y="291846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——出来的东西，直接能发。</a:t>
            </a:r>
            <a:endParaRPr lang="zh-CN" altLang="en-US" sz="2000" b="0"/>
          </a:p>
        </p:txBody>
      </p:sp>
      <p:sp>
        <p:nvSpPr>
          <p:cNvPr id="63495" name="TextBox 63494"/>
          <p:cNvSpPr txBox="1"/>
          <p:nvPr/>
        </p:nvSpPr>
        <p:spPr>
          <a:xfrm>
            <a:off x="914400" y="3327399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同样一件事，差距就在你有没有把背景和要求说清楚。</a:t>
            </a:r>
            <a:endParaRPr lang="zh-CN" altLang="en-US" sz="2000" b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2300" y="234029"/>
            <a:ext cx="8771021" cy="517190"/>
          </a:xfrm>
        </p:spPr>
        <p:txBody>
          <a:bodyPr vert="horz" rtlCol="0" anchor="ctr" anchorCtr="0">
            <a:normAutofit/>
          </a:bodyPr>
          <a:lstStyle/>
          <a:p>
            <a:r>
              <a:rPr lang="zh-CN" altLang="en-US" sz="2800" b="1"/>
              <a:t>万能模板：存下来，以后照抄</a:t>
            </a:r>
            <a:endParaRPr lang="zh-CN" altLang="en-US" sz="2800" b="1"/>
          </a:p>
        </p:txBody>
      </p:sp>
      <p:sp>
        <p:nvSpPr>
          <p:cNvPr id="63490" name="TextBox 9"/>
          <p:cNvSpPr txBox="1"/>
          <p:nvPr/>
        </p:nvSpPr>
        <p:spPr>
          <a:xfrm>
            <a:off x="628650" y="973455"/>
            <a:ext cx="2084705" cy="50673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r>
              <a:rPr lang="zh-CN" altLang="en-US" sz="1600" b="1"/>
              <a:t>【存屏页/任务卡】</a:t>
            </a:r>
            <a:endParaRPr lang="zh-CN" altLang="en-US" sz="1600" b="1"/>
          </a:p>
        </p:txBody>
      </p:sp>
      <p:sp>
        <p:nvSpPr>
          <p:cNvPr id="6" name="文本框 5"/>
          <p:cNvSpPr txBox="1"/>
          <p:nvPr/>
        </p:nvSpPr>
        <p:spPr>
          <a:xfrm>
            <a:off x="970915" y="1666240"/>
            <a:ext cx="7892415" cy="1060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  <p:sp>
        <p:nvSpPr>
          <p:cNvPr id="3" name="文本框 2"/>
          <p:cNvSpPr txBox="1"/>
          <p:nvPr/>
        </p:nvSpPr>
        <p:spPr>
          <a:xfrm>
            <a:off x="874395" y="2110105"/>
            <a:ext cx="6553200" cy="73723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/>
        </p:txBody>
      </p:sp>
      <p:sp>
        <p:nvSpPr>
          <p:cNvPr id="63491" name="TextBox 63490"/>
          <p:cNvSpPr txBox="1"/>
          <p:nvPr/>
        </p:nvSpPr>
        <p:spPr>
          <a:xfrm>
            <a:off x="914400" y="1691640"/>
            <a:ext cx="10241280" cy="4406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200" b="0"/>
              <a:t>你是一个【角色】。我要【任务】。</a:t>
            </a:r>
            <a:endParaRPr lang="zh-CN" altLang="en-US" sz="2200" b="0"/>
          </a:p>
        </p:txBody>
      </p:sp>
      <p:sp>
        <p:nvSpPr>
          <p:cNvPr id="63492" name="TextBox 63491"/>
          <p:cNvSpPr txBox="1"/>
          <p:nvPr/>
        </p:nvSpPr>
        <p:spPr>
          <a:xfrm>
            <a:off x="914400" y="2132330"/>
            <a:ext cx="10241280" cy="4406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200" b="0"/>
              <a:t>背景：【给谁看/什么场景】。</a:t>
            </a:r>
            <a:endParaRPr lang="zh-CN" altLang="en-US" sz="2200" b="0"/>
          </a:p>
        </p:txBody>
      </p:sp>
      <p:sp>
        <p:nvSpPr>
          <p:cNvPr id="63493" name="TextBox 63492"/>
          <p:cNvSpPr txBox="1"/>
          <p:nvPr/>
        </p:nvSpPr>
        <p:spPr>
          <a:xfrm>
            <a:off x="914400" y="2573020"/>
            <a:ext cx="10241280" cy="4406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200" b="0"/>
              <a:t>要求：【语气/字数/重点】。输出成【格式】。</a:t>
            </a:r>
            <a:endParaRPr lang="zh-CN" altLang="en-US" sz="2200" b="0"/>
          </a:p>
        </p:txBody>
      </p:sp>
      <p:sp>
        <p:nvSpPr>
          <p:cNvPr id="63494" name="TextBox 63493"/>
          <p:cNvSpPr txBox="1"/>
          <p:nvPr/>
        </p:nvSpPr>
        <p:spPr>
          <a:xfrm>
            <a:off x="914400" y="3013709"/>
            <a:ext cx="10241280" cy="4406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200" b="0"/>
              <a:t>信息不够先问我。</a:t>
            </a:r>
            <a:endParaRPr lang="zh-CN" altLang="en-US" sz="2200" b="0"/>
          </a:p>
        </p:txBody>
      </p:sp>
      <p:sp>
        <p:nvSpPr>
          <p:cNvPr id="63495" name="TextBox 63494"/>
          <p:cNvSpPr txBox="1"/>
          <p:nvPr/>
        </p:nvSpPr>
        <p:spPr>
          <a:xfrm>
            <a:off x="914400" y="5230368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600" b="1">
                <a:solidFill>
                  <a:srgbClr val="C00000"/>
                </a:solidFill>
              </a:rPr>
              <a:t>拍照 / 收藏，存下来</a:t>
            </a:r>
            <a:endParaRPr lang="zh-CN" altLang="en-US" sz="1600" b="1">
              <a:solidFill>
                <a:srgbClr val="C0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 wrap="square"/>
          <a:lstStyle/>
          <a:p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/>
              <a:t>记住</a:t>
            </a:r>
            <a:endParaRPr lang="zh-CN" altLang="en-US" b="1"/>
          </a:p>
        </p:txBody>
      </p:sp>
      <p:sp>
        <p:nvSpPr>
          <p:cNvPr id="4" name="TextBox 3"/>
          <p:cNvSpPr txBox="1"/>
          <p:nvPr/>
        </p:nvSpPr>
        <p:spPr>
          <a:xfrm>
            <a:off x="5129784" y="1554480"/>
            <a:ext cx="6583680" cy="1125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200" b="1"/>
              <a:t>“提示词不是咒语，是派活说明书”</a:t>
            </a:r>
            <a:endParaRPr lang="zh-CN" altLang="en-US" sz="3200" b="1"/>
          </a:p>
        </p:txBody>
      </p:sp>
      <p:sp>
        <p:nvSpPr>
          <p:cNvPr id="5" name="TextBox 4"/>
          <p:cNvSpPr txBox="1"/>
          <p:nvPr/>
        </p:nvSpPr>
        <p:spPr>
          <a:xfrm>
            <a:off x="5129784" y="2844800"/>
            <a:ext cx="576072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>
                <a:solidFill>
                  <a:srgbClr val="666666"/>
                </a:solidFill>
              </a:rPr>
              <a:t>你说得越清楚，它干得越漂亮。</a:t>
            </a:r>
            <a:endParaRPr lang="zh-CN" altLang="en-US" sz="2000" b="0">
              <a:solidFill>
                <a:srgbClr val="666666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129784" y="3253740"/>
            <a:ext cx="5760720" cy="726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>
                <a:solidFill>
                  <a:srgbClr val="666666"/>
                </a:solidFill>
              </a:rPr>
              <a:t>你可能还不信——一句话真能做出刚才那个网页？</a:t>
            </a:r>
            <a:endParaRPr lang="zh-CN" altLang="en-US" sz="2000" b="0">
              <a:solidFill>
                <a:srgbClr val="666666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5232400" y="2380138"/>
            <a:ext cx="6654800" cy="1325563"/>
          </a:xfrm>
        </p:spPr>
        <p:txBody>
          <a:bodyPr>
            <a:normAutofit/>
          </a:bodyPr>
          <a:lstStyle/>
          <a:p>
            <a:r>
              <a:rPr lang="zh-CN" altLang="en-US" sz="2600" b="1"/>
              <a:t>接下来这几个词：不是背的，是一条链</a:t>
            </a:r>
            <a:endParaRPr lang="zh-CN" altLang="en-US" sz="2600" b="1"/>
          </a:p>
        </p:txBody>
      </p:sp>
      <p:sp>
        <p:nvSpPr>
          <p:cNvPr id="3" name="内容占位符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sz="1800"/>
              <a:t>31</a:t>
            </a:r>
            <a:endParaRPr lang="zh-CN" altLang="en-US" sz="1800"/>
          </a:p>
        </p:txBody>
      </p:sp>
      <p:sp>
        <p:nvSpPr>
          <p:cNvPr id="5" name="TextBox 4"/>
          <p:cNvSpPr txBox="1"/>
          <p:nvPr/>
        </p:nvSpPr>
        <p:spPr>
          <a:xfrm>
            <a:off x="2560320" y="3931920"/>
            <a:ext cx="7040880" cy="789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200" b="0"/>
              <a:t>每一个，都是因为上一个环节做不到，才有了下一个。</a:t>
            </a:r>
            <a:endParaRPr lang="zh-CN" altLang="en-US" sz="2200" b="0"/>
          </a:p>
        </p:txBody>
      </p:sp>
      <p:sp>
        <p:nvSpPr>
          <p:cNvPr id="6" name="TextBox 5"/>
          <p:cNvSpPr txBox="1"/>
          <p:nvPr/>
        </p:nvSpPr>
        <p:spPr>
          <a:xfrm>
            <a:off x="2560320" y="4721860"/>
            <a:ext cx="7040880" cy="4406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200" b="0"/>
              <a:t>跟着走一遍，你就全懂了。</a:t>
            </a:r>
            <a:endParaRPr lang="zh-CN" altLang="en-US" sz="2200" b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2300" y="234029"/>
            <a:ext cx="8771021" cy="517190"/>
          </a:xfrm>
        </p:spPr>
        <p:txBody>
          <a:bodyPr vert="horz" rtlCol="0" anchor="ctr" anchorCtr="0">
            <a:normAutofit/>
          </a:bodyPr>
          <a:lstStyle/>
          <a:p>
            <a:r>
              <a:rPr lang="zh-CN" altLang="en-US" sz="2800" b="1"/>
              <a:t>大模型：一个读过很多书、你说话它干活的实习生</a:t>
            </a:r>
            <a:endParaRPr lang="zh-CN" altLang="en-US" sz="2800" b="1"/>
          </a:p>
        </p:txBody>
      </p:sp>
      <p:sp>
        <p:nvSpPr>
          <p:cNvPr id="63490" name="TextBox 9"/>
          <p:cNvSpPr txBox="1"/>
          <p:nvPr/>
        </p:nvSpPr>
        <p:spPr>
          <a:xfrm>
            <a:off x="628650" y="973455"/>
            <a:ext cx="2084705" cy="50673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r>
              <a:rPr lang="zh-CN" altLang="en-US" sz="1600" b="1"/>
              <a:t>【名词页①】</a:t>
            </a:r>
            <a:endParaRPr lang="zh-CN" altLang="en-US" sz="1600" b="1"/>
          </a:p>
        </p:txBody>
      </p:sp>
      <p:sp>
        <p:nvSpPr>
          <p:cNvPr id="6" name="文本框 5"/>
          <p:cNvSpPr txBox="1"/>
          <p:nvPr/>
        </p:nvSpPr>
        <p:spPr>
          <a:xfrm>
            <a:off x="970915" y="1666240"/>
            <a:ext cx="7892415" cy="1060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  <p:sp>
        <p:nvSpPr>
          <p:cNvPr id="3" name="文本框 2"/>
          <p:cNvSpPr txBox="1"/>
          <p:nvPr/>
        </p:nvSpPr>
        <p:spPr>
          <a:xfrm>
            <a:off x="874395" y="2110105"/>
            <a:ext cx="6553200" cy="73723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/>
        </p:txBody>
      </p:sp>
      <p:sp>
        <p:nvSpPr>
          <p:cNvPr id="63491" name="TextBox 63490"/>
          <p:cNvSpPr txBox="1"/>
          <p:nvPr/>
        </p:nvSpPr>
        <p:spPr>
          <a:xfrm>
            <a:off x="914400" y="169164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就是那个实习生，读过很多书，你说话，它干活。</a:t>
            </a:r>
            <a:endParaRPr lang="zh-CN" altLang="en-US" sz="2000" b="0"/>
          </a:p>
        </p:txBody>
      </p:sp>
      <p:sp>
        <p:nvSpPr>
          <p:cNvPr id="63492" name="TextBox 63491"/>
          <p:cNvSpPr txBox="1"/>
          <p:nvPr/>
        </p:nvSpPr>
        <p:spPr>
          <a:xfrm>
            <a:off x="914400" y="210058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刚才的贪吃蛇、那个网页，都是它干的。</a:t>
            </a:r>
            <a:endParaRPr lang="zh-CN" altLang="en-US" sz="2000" b="0"/>
          </a:p>
        </p:txBody>
      </p:sp>
      <p:sp>
        <p:nvSpPr>
          <p:cNvPr id="63493" name="TextBox 63492"/>
          <p:cNvSpPr txBox="1"/>
          <p:nvPr/>
        </p:nvSpPr>
        <p:spPr>
          <a:xfrm>
            <a:off x="914400" y="250952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但它有两个毛病，我们一个个治。</a:t>
            </a:r>
            <a:endParaRPr lang="zh-CN" altLang="en-US" sz="2000" b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2300" y="234029"/>
            <a:ext cx="8771021" cy="517190"/>
          </a:xfrm>
        </p:spPr>
        <p:txBody>
          <a:bodyPr vert="horz" rtlCol="0" anchor="ctr" anchorCtr="0">
            <a:normAutofit/>
          </a:bodyPr>
          <a:lstStyle/>
          <a:p>
            <a:r>
              <a:rPr lang="zh-CN" altLang="en-US" sz="2800" b="1"/>
              <a:t>Token：大模型数数的单位</a:t>
            </a:r>
            <a:endParaRPr lang="zh-CN" altLang="en-US" sz="2800" b="1"/>
          </a:p>
        </p:txBody>
      </p:sp>
      <p:sp>
        <p:nvSpPr>
          <p:cNvPr id="63490" name="TextBox 9"/>
          <p:cNvSpPr txBox="1"/>
          <p:nvPr/>
        </p:nvSpPr>
        <p:spPr>
          <a:xfrm>
            <a:off x="628650" y="973455"/>
            <a:ext cx="2084705" cy="50673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r>
              <a:rPr lang="zh-CN" altLang="en-US" sz="1600" b="1"/>
              <a:t>【名词页②】</a:t>
            </a:r>
            <a:endParaRPr lang="zh-CN" altLang="en-US" sz="1600" b="1"/>
          </a:p>
        </p:txBody>
      </p:sp>
      <p:sp>
        <p:nvSpPr>
          <p:cNvPr id="6" name="文本框 5"/>
          <p:cNvSpPr txBox="1"/>
          <p:nvPr/>
        </p:nvSpPr>
        <p:spPr>
          <a:xfrm>
            <a:off x="970915" y="1666240"/>
            <a:ext cx="7892415" cy="1060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  <p:sp>
        <p:nvSpPr>
          <p:cNvPr id="3" name="文本框 2"/>
          <p:cNvSpPr txBox="1"/>
          <p:nvPr/>
        </p:nvSpPr>
        <p:spPr>
          <a:xfrm>
            <a:off x="874395" y="2110105"/>
            <a:ext cx="6553200" cy="73723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/>
        </p:txBody>
      </p:sp>
      <p:sp>
        <p:nvSpPr>
          <p:cNvPr id="63491" name="TextBox 63490"/>
          <p:cNvSpPr txBox="1"/>
          <p:nvPr/>
        </p:nvSpPr>
        <p:spPr>
          <a:xfrm>
            <a:off x="914400" y="169164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毛病一：它只认数字，不认字。你说“你好”，</a:t>
            </a:r>
            <a:endParaRPr lang="zh-CN" altLang="en-US" sz="2000" b="0"/>
          </a:p>
        </p:txBody>
      </p:sp>
      <p:sp>
        <p:nvSpPr>
          <p:cNvPr id="63492" name="TextBox 63491"/>
          <p:cNvSpPr txBox="1"/>
          <p:nvPr/>
        </p:nvSpPr>
        <p:spPr>
          <a:xfrm>
            <a:off x="914400" y="210058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它得先把“你好”翻译成数字，才算得动。</a:t>
            </a:r>
            <a:endParaRPr lang="zh-CN" altLang="en-US" sz="2000" b="0"/>
          </a:p>
        </p:txBody>
      </p:sp>
      <p:sp>
        <p:nvSpPr>
          <p:cNvPr id="63493" name="TextBox 63492"/>
          <p:cNvSpPr txBox="1"/>
          <p:nvPr/>
        </p:nvSpPr>
        <p:spPr>
          <a:xfrm>
            <a:off x="914400" y="250952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翻译出来的最小单位，叫Token——</a:t>
            </a:r>
            <a:endParaRPr lang="zh-CN" altLang="en-US" sz="2000" b="0"/>
          </a:p>
        </p:txBody>
      </p:sp>
      <p:sp>
        <p:nvSpPr>
          <p:cNvPr id="63494" name="TextBox 63493"/>
          <p:cNvSpPr txBox="1"/>
          <p:nvPr/>
        </p:nvSpPr>
        <p:spPr>
          <a:xfrm>
            <a:off x="914400" y="291846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你听过的“多少token”，就是数这个数。</a:t>
            </a:r>
            <a:endParaRPr lang="zh-CN" altLang="en-US" sz="2000" b="0"/>
          </a:p>
        </p:txBody>
      </p:sp>
      <p:sp>
        <p:nvSpPr>
          <p:cNvPr id="63495" name="TextBox 63494"/>
          <p:cNvSpPr txBox="1"/>
          <p:nvPr/>
        </p:nvSpPr>
        <p:spPr>
          <a:xfrm>
            <a:off x="914400" y="3327399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记住：Token是大模型数数的单位。</a:t>
            </a:r>
            <a:endParaRPr lang="zh-CN" altLang="en-US" sz="2000" b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2300" y="234029"/>
            <a:ext cx="8771021" cy="517190"/>
          </a:xfrm>
        </p:spPr>
        <p:txBody>
          <a:bodyPr vert="horz" rtlCol="0" anchor="ctr" anchorCtr="0">
            <a:normAutofit/>
          </a:bodyPr>
          <a:lstStyle/>
          <a:p>
            <a:r>
              <a:rPr lang="zh-CN" altLang="en-US" sz="2800" b="1"/>
              <a:t>上下文：它的记忆是装的，全靠每次重新说一遍</a:t>
            </a:r>
            <a:endParaRPr lang="zh-CN" altLang="en-US" sz="2800" b="1"/>
          </a:p>
        </p:txBody>
      </p:sp>
      <p:sp>
        <p:nvSpPr>
          <p:cNvPr id="63490" name="TextBox 9"/>
          <p:cNvSpPr txBox="1"/>
          <p:nvPr/>
        </p:nvSpPr>
        <p:spPr>
          <a:xfrm>
            <a:off x="628650" y="973455"/>
            <a:ext cx="2084705" cy="50673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r>
              <a:rPr lang="zh-CN" altLang="en-US" sz="1600" b="1"/>
              <a:t>【名词页③】</a:t>
            </a:r>
            <a:endParaRPr lang="zh-CN" altLang="en-US" sz="1600" b="1"/>
          </a:p>
        </p:txBody>
      </p:sp>
      <p:sp>
        <p:nvSpPr>
          <p:cNvPr id="6" name="文本框 5"/>
          <p:cNvSpPr txBox="1"/>
          <p:nvPr/>
        </p:nvSpPr>
        <p:spPr>
          <a:xfrm>
            <a:off x="970915" y="1666240"/>
            <a:ext cx="7892415" cy="1060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  <p:sp>
        <p:nvSpPr>
          <p:cNvPr id="3" name="文本框 2"/>
          <p:cNvSpPr txBox="1"/>
          <p:nvPr/>
        </p:nvSpPr>
        <p:spPr>
          <a:xfrm>
            <a:off x="874395" y="2110105"/>
            <a:ext cx="6553200" cy="73723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/>
        </p:txBody>
      </p:sp>
      <p:sp>
        <p:nvSpPr>
          <p:cNvPr id="63491" name="TextBox 63490"/>
          <p:cNvSpPr txBox="1"/>
          <p:nvPr/>
        </p:nvSpPr>
        <p:spPr>
          <a:xfrm>
            <a:off x="914400" y="169164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毛病二：它没有记忆，你问完一句，它转头就忘。</a:t>
            </a:r>
            <a:endParaRPr lang="zh-CN" altLang="en-US" sz="2000" b="0"/>
          </a:p>
        </p:txBody>
      </p:sp>
      <p:sp>
        <p:nvSpPr>
          <p:cNvPr id="63492" name="TextBox 63491"/>
          <p:cNvSpPr txBox="1"/>
          <p:nvPr/>
        </p:nvSpPr>
        <p:spPr>
          <a:xfrm>
            <a:off x="914400" y="210058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那为什么你跟它聊天，它能接上？</a:t>
            </a:r>
            <a:endParaRPr lang="zh-CN" altLang="en-US" sz="2000" b="0"/>
          </a:p>
        </p:txBody>
      </p:sp>
      <p:sp>
        <p:nvSpPr>
          <p:cNvPr id="63493" name="TextBox 63492"/>
          <p:cNvSpPr txBox="1"/>
          <p:nvPr/>
        </p:nvSpPr>
        <p:spPr>
          <a:xfrm>
            <a:off x="914400" y="250952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因为每次发消息，后台把你俩前面所有的话一起打包发过去——</a:t>
            </a:r>
            <a:endParaRPr lang="zh-CN" altLang="en-US" sz="2000" b="0"/>
          </a:p>
        </p:txBody>
      </p:sp>
      <p:sp>
        <p:nvSpPr>
          <p:cNvPr id="63494" name="TextBox 63493"/>
          <p:cNvSpPr txBox="1"/>
          <p:nvPr/>
        </p:nvSpPr>
        <p:spPr>
          <a:xfrm>
            <a:off x="914400" y="291846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这个包，就叫上下文。</a:t>
            </a:r>
            <a:endParaRPr lang="zh-CN" altLang="en-US" sz="2000" b="0"/>
          </a:p>
        </p:txBody>
      </p:sp>
      <p:sp>
        <p:nvSpPr>
          <p:cNvPr id="63495" name="TextBox 63494"/>
          <p:cNvSpPr txBox="1"/>
          <p:nvPr/>
        </p:nvSpPr>
        <p:spPr>
          <a:xfrm>
            <a:off x="914400" y="3327399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所以它记性好，是装的——全靠你每次把话重新说一遍。</a:t>
            </a:r>
            <a:endParaRPr lang="zh-CN" altLang="en-US" sz="2000" b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2300" y="234029"/>
            <a:ext cx="8771021" cy="517190"/>
          </a:xfrm>
        </p:spPr>
        <p:txBody>
          <a:bodyPr vert="horz" rtlCol="0" anchor="ctr" anchorCtr="0">
            <a:normAutofit/>
          </a:bodyPr>
          <a:lstStyle/>
          <a:p>
            <a:r>
              <a:rPr lang="zh-CN" altLang="en-US" sz="2800" b="1"/>
              <a:t>提示词：你发给它的那句话</a:t>
            </a:r>
            <a:endParaRPr lang="zh-CN" altLang="en-US" sz="2800" b="1"/>
          </a:p>
        </p:txBody>
      </p:sp>
      <p:sp>
        <p:nvSpPr>
          <p:cNvPr id="63490" name="TextBox 9"/>
          <p:cNvSpPr txBox="1"/>
          <p:nvPr/>
        </p:nvSpPr>
        <p:spPr>
          <a:xfrm>
            <a:off x="628650" y="973455"/>
            <a:ext cx="2084705" cy="50673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r>
              <a:rPr lang="zh-CN" altLang="en-US" sz="1600" b="1"/>
              <a:t>【名词页④】</a:t>
            </a:r>
            <a:endParaRPr lang="zh-CN" altLang="en-US" sz="1600" b="1"/>
          </a:p>
        </p:txBody>
      </p:sp>
      <p:sp>
        <p:nvSpPr>
          <p:cNvPr id="6" name="文本框 5"/>
          <p:cNvSpPr txBox="1"/>
          <p:nvPr/>
        </p:nvSpPr>
        <p:spPr>
          <a:xfrm>
            <a:off x="970915" y="1666240"/>
            <a:ext cx="7892415" cy="1060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  <p:sp>
        <p:nvSpPr>
          <p:cNvPr id="3" name="文本框 2"/>
          <p:cNvSpPr txBox="1"/>
          <p:nvPr/>
        </p:nvSpPr>
        <p:spPr>
          <a:xfrm>
            <a:off x="874395" y="2110105"/>
            <a:ext cx="6553200" cy="73723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/>
        </p:txBody>
      </p:sp>
      <p:sp>
        <p:nvSpPr>
          <p:cNvPr id="63491" name="TextBox 63490"/>
          <p:cNvSpPr txBox="1"/>
          <p:nvPr/>
        </p:nvSpPr>
        <p:spPr>
          <a:xfrm>
            <a:off x="914400" y="169164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那怎么派活？你发给它的那句话——提示词。</a:t>
            </a:r>
            <a:endParaRPr lang="zh-CN" altLang="en-US" sz="2000" b="0"/>
          </a:p>
        </p:txBody>
      </p:sp>
      <p:sp>
        <p:nvSpPr>
          <p:cNvPr id="63492" name="TextBox 63491"/>
          <p:cNvSpPr txBox="1"/>
          <p:nvPr/>
        </p:nvSpPr>
        <p:spPr>
          <a:xfrm>
            <a:off x="914400" y="210058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贪吃蛇，你已经用过了。</a:t>
            </a:r>
            <a:endParaRPr lang="zh-CN" altLang="en-US" sz="2000" b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2300" y="234029"/>
            <a:ext cx="8771021" cy="517190"/>
          </a:xfrm>
        </p:spPr>
        <p:txBody>
          <a:bodyPr vert="horz" rtlCol="0" anchor="ctr" anchorCtr="0">
            <a:normAutofit/>
          </a:bodyPr>
          <a:lstStyle/>
          <a:p>
            <a:r>
              <a:rPr lang="zh-CN" altLang="en-US" sz="2800" b="1"/>
              <a:t>我就打这一句话</a:t>
            </a:r>
            <a:endParaRPr lang="zh-CN" altLang="en-US" sz="2800" b="1"/>
          </a:p>
        </p:txBody>
      </p:sp>
      <p:sp>
        <p:nvSpPr>
          <p:cNvPr id="63490" name="TextBox 9"/>
          <p:cNvSpPr txBox="1"/>
          <p:nvPr/>
        </p:nvSpPr>
        <p:spPr>
          <a:xfrm>
            <a:off x="628650" y="973455"/>
            <a:ext cx="2084705" cy="50673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r>
              <a:rPr lang="zh-CN" altLang="en-US" sz="1600" b="1"/>
              <a:t>【演示指令卡】</a:t>
            </a:r>
            <a:endParaRPr lang="zh-CN" altLang="en-US" sz="1600" b="1"/>
          </a:p>
        </p:txBody>
      </p:sp>
      <p:sp>
        <p:nvSpPr>
          <p:cNvPr id="6" name="文本框 5"/>
          <p:cNvSpPr txBox="1"/>
          <p:nvPr/>
        </p:nvSpPr>
        <p:spPr>
          <a:xfrm>
            <a:off x="970915" y="1666240"/>
            <a:ext cx="7892415" cy="1060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  <p:sp>
        <p:nvSpPr>
          <p:cNvPr id="3" name="文本框 2"/>
          <p:cNvSpPr txBox="1"/>
          <p:nvPr/>
        </p:nvSpPr>
        <p:spPr>
          <a:xfrm>
            <a:off x="874395" y="2110105"/>
            <a:ext cx="6553200" cy="73723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/>
        </p:txBody>
      </p:sp>
      <p:sp>
        <p:nvSpPr>
          <p:cNvPr id="63491" name="TextBox 63490"/>
          <p:cNvSpPr txBox="1"/>
          <p:nvPr/>
        </p:nvSpPr>
        <p:spPr>
          <a:xfrm>
            <a:off x="914400" y="1691640"/>
            <a:ext cx="10241280" cy="4406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200" b="0"/>
              <a:t>现在，正式揭晓。我就打这一句话：</a:t>
            </a:r>
            <a:endParaRPr lang="zh-CN" altLang="en-US" sz="2200" b="0"/>
          </a:p>
        </p:txBody>
      </p:sp>
      <p:sp>
        <p:nvSpPr>
          <p:cNvPr id="63492" name="TextBox 63491"/>
          <p:cNvSpPr txBox="1"/>
          <p:nvPr/>
        </p:nvSpPr>
        <p:spPr>
          <a:xfrm>
            <a:off x="914400" y="2132330"/>
            <a:ext cx="10241280" cy="4406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200" b="0"/>
              <a:t>“帮我做一个介绍我自己的网页，一页，</a:t>
            </a:r>
            <a:endParaRPr lang="zh-CN" altLang="en-US" sz="2200" b="0"/>
          </a:p>
        </p:txBody>
      </p:sp>
      <p:sp>
        <p:nvSpPr>
          <p:cNvPr id="63493" name="TextBox 63492"/>
          <p:cNvSpPr txBox="1"/>
          <p:nvPr/>
        </p:nvSpPr>
        <p:spPr>
          <a:xfrm>
            <a:off x="914400" y="2573020"/>
            <a:ext cx="10241280" cy="4406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200" b="0"/>
              <a:t>开头是我的名字和一句话介绍，</a:t>
            </a:r>
            <a:endParaRPr lang="zh-CN" altLang="en-US" sz="2200" b="0"/>
          </a:p>
        </p:txBody>
      </p:sp>
      <p:sp>
        <p:nvSpPr>
          <p:cNvPr id="63494" name="TextBox 63493"/>
          <p:cNvSpPr txBox="1"/>
          <p:nvPr/>
        </p:nvSpPr>
        <p:spPr>
          <a:xfrm>
            <a:off x="914400" y="3013709"/>
            <a:ext cx="10241280" cy="4406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200" b="0"/>
              <a:t>往下是三个我做过的事，最后是我的联系方式。”</a:t>
            </a:r>
            <a:endParaRPr lang="zh-CN" altLang="en-US" sz="2200" b="0"/>
          </a:p>
        </p:txBody>
      </p:sp>
      <p:sp>
        <p:nvSpPr>
          <p:cNvPr id="63495" name="TextBox 63494"/>
          <p:cNvSpPr txBox="1"/>
          <p:nvPr/>
        </p:nvSpPr>
        <p:spPr>
          <a:xfrm>
            <a:off x="914400" y="3454399"/>
            <a:ext cx="10241280" cy="4406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200" b="0"/>
              <a:t>回车。</a:t>
            </a:r>
            <a:endParaRPr lang="zh-CN" altLang="en-US" sz="2200" b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402270" y="293719"/>
            <a:ext cx="8771021" cy="517190"/>
          </a:xfrm>
        </p:spPr>
        <p:txBody>
          <a:bodyPr/>
          <a:lstStyle/>
          <a:p>
            <a:r>
              <a:rPr lang="zh-CN" altLang="en-US" sz="2800" b="1"/>
              <a:t>出来了：能点、能滚、能发给别人——就一句话</a:t>
            </a:r>
            <a:endParaRPr lang="zh-CN" altLang="en-US" sz="2800" b="1"/>
          </a:p>
        </p:txBody>
      </p:sp>
      <p:sp>
        <p:nvSpPr>
          <p:cNvPr id="16" name="TextBox 9"/>
          <p:cNvSpPr txBox="1">
            <a:spLocks noChangeArrowheads="1"/>
          </p:cNvSpPr>
          <p:nvPr/>
        </p:nvSpPr>
        <p:spPr bwMode="auto">
          <a:xfrm>
            <a:off x="704685" y="1260874"/>
            <a:ext cx="4750422" cy="4589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r>
              <a:rPr lang="zh-CN" altLang="en-US" sz="1600" b="1"/>
              <a:t>【结果证据页】</a:t>
            </a:r>
            <a:endParaRPr lang="zh-CN" altLang="en-US" sz="1600" b="1"/>
          </a:p>
        </p:txBody>
      </p:sp>
      <p:sp>
        <p:nvSpPr>
          <p:cNvPr id="21" name="文本框 20"/>
          <p:cNvSpPr txBox="1"/>
          <p:nvPr/>
        </p:nvSpPr>
        <p:spPr>
          <a:xfrm>
            <a:off x="831685" y="2067323"/>
            <a:ext cx="134102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914400" y="6172200"/>
            <a:ext cx="10332720" cy="2905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600" b="0"/>
              <a:t>就这一句话。刚才你们猜的那个数——</a:t>
            </a:r>
            <a:endParaRPr lang="zh-CN" altLang="en-US" sz="1600" b="0"/>
          </a:p>
        </p:txBody>
      </p:sp>
      <p:sp>
        <p:nvSpPr>
          <p:cNvPr id="25" name="TextBox 24"/>
          <p:cNvSpPr txBox="1"/>
          <p:nvPr/>
        </p:nvSpPr>
        <p:spPr>
          <a:xfrm>
            <a:off x="914400" y="6462776"/>
            <a:ext cx="10332720" cy="2905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600" b="0"/>
              <a:t>做这个要多久？答案在这：一句话的时间。30秒。</a:t>
            </a:r>
            <a:endParaRPr lang="zh-CN" altLang="en-US" sz="1600" b="0"/>
          </a:p>
        </p:txBody>
      </p:sp>
      <p:pic>
        <p:nvPicPr>
          <p:cNvPr id="1011" name="Picture 1010" descr="ppt素材_02_简历网页_v1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825496" y="2261632"/>
            <a:ext cx="5303520" cy="2983958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2300" y="234029"/>
            <a:ext cx="8771021" cy="517190"/>
          </a:xfrm>
        </p:spPr>
        <p:txBody>
          <a:bodyPr vert="horz" rtlCol="0" anchor="ctr" anchorCtr="0">
            <a:normAutofit/>
          </a:bodyPr>
          <a:lstStyle/>
          <a:p>
            <a:r>
              <a:rPr lang="zh-CN" altLang="en-US" sz="2800" b="1"/>
              <a:t>越具体，越省事：那句话里藏着任务和要求</a:t>
            </a:r>
            <a:endParaRPr lang="zh-CN" altLang="en-US" sz="2800" b="1"/>
          </a:p>
        </p:txBody>
      </p:sp>
      <p:sp>
        <p:nvSpPr>
          <p:cNvPr id="63490" name="TextBox 9"/>
          <p:cNvSpPr txBox="1"/>
          <p:nvPr/>
        </p:nvSpPr>
        <p:spPr>
          <a:xfrm>
            <a:off x="628650" y="973455"/>
            <a:ext cx="2084705" cy="50673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r>
              <a:rPr lang="zh-CN" altLang="en-US" sz="1600" b="1"/>
              <a:t>【拆解页】</a:t>
            </a:r>
            <a:endParaRPr lang="zh-CN" altLang="en-US" sz="1600" b="1"/>
          </a:p>
        </p:txBody>
      </p:sp>
      <p:sp>
        <p:nvSpPr>
          <p:cNvPr id="6" name="文本框 5"/>
          <p:cNvSpPr txBox="1"/>
          <p:nvPr/>
        </p:nvSpPr>
        <p:spPr>
          <a:xfrm>
            <a:off x="970915" y="1666240"/>
            <a:ext cx="7892415" cy="1060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  <p:sp>
        <p:nvSpPr>
          <p:cNvPr id="3" name="文本框 2"/>
          <p:cNvSpPr txBox="1"/>
          <p:nvPr/>
        </p:nvSpPr>
        <p:spPr>
          <a:xfrm>
            <a:off x="874395" y="2110105"/>
            <a:ext cx="6553200" cy="73723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/>
        </p:txBody>
      </p:sp>
      <p:sp>
        <p:nvSpPr>
          <p:cNvPr id="63491" name="TextBox 63490"/>
          <p:cNvSpPr txBox="1"/>
          <p:nvPr/>
        </p:nvSpPr>
        <p:spPr>
          <a:xfrm>
            <a:off x="914400" y="169164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注意那句话里有东西：</a:t>
            </a:r>
            <a:endParaRPr lang="zh-CN" altLang="en-US" sz="2000" b="0"/>
          </a:p>
        </p:txBody>
      </p:sp>
      <p:sp>
        <p:nvSpPr>
          <p:cNvPr id="63492" name="TextBox 63491"/>
          <p:cNvSpPr txBox="1"/>
          <p:nvPr/>
        </p:nvSpPr>
        <p:spPr>
          <a:xfrm>
            <a:off x="914400" y="210058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开头“帮我做网页”——任务；</a:t>
            </a:r>
            <a:endParaRPr lang="zh-CN" altLang="en-US" sz="2000" b="0"/>
          </a:p>
        </p:txBody>
      </p:sp>
      <p:sp>
        <p:nvSpPr>
          <p:cNvPr id="63493" name="TextBox 63492"/>
          <p:cNvSpPr txBox="1"/>
          <p:nvPr/>
        </p:nvSpPr>
        <p:spPr>
          <a:xfrm>
            <a:off x="914400" y="250952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中间“名字、一句话介绍、三个事、联系方式”——要求。</a:t>
            </a:r>
            <a:endParaRPr lang="zh-CN" altLang="en-US" sz="2000" b="0"/>
          </a:p>
        </p:txBody>
      </p:sp>
      <p:sp>
        <p:nvSpPr>
          <p:cNvPr id="63494" name="TextBox 63493"/>
          <p:cNvSpPr txBox="1"/>
          <p:nvPr/>
        </p:nvSpPr>
        <p:spPr>
          <a:xfrm>
            <a:off x="914400" y="291846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你说清楚，它就干得好。</a:t>
            </a:r>
            <a:endParaRPr lang="zh-CN" altLang="en-US" sz="2000" b="0"/>
          </a:p>
        </p:txBody>
      </p:sp>
      <p:sp>
        <p:nvSpPr>
          <p:cNvPr id="63495" name="TextBox 63494"/>
          <p:cNvSpPr txBox="1"/>
          <p:nvPr/>
        </p:nvSpPr>
        <p:spPr>
          <a:xfrm>
            <a:off x="914400" y="5230368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600" b="1">
                <a:solidFill>
                  <a:srgbClr val="C00000"/>
                </a:solidFill>
              </a:rPr>
              <a:t>金句：越具体，越省事</a:t>
            </a:r>
            <a:endParaRPr lang="zh-CN" altLang="en-US" sz="1600" b="1">
              <a:solidFill>
                <a:srgbClr val="C0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2300" y="234029"/>
            <a:ext cx="8771021" cy="517190"/>
          </a:xfrm>
        </p:spPr>
        <p:txBody>
          <a:bodyPr vert="horz" rtlCol="0" anchor="ctr" anchorCtr="0">
            <a:normAutofit/>
          </a:bodyPr>
          <a:lstStyle/>
          <a:p>
            <a:r>
              <a:rPr lang="zh-CN" altLang="en-US" sz="2800" b="1"/>
              <a:t>工具：让大模型的手伸到外面</a:t>
            </a:r>
            <a:endParaRPr lang="zh-CN" altLang="en-US" sz="2800" b="1"/>
          </a:p>
        </p:txBody>
      </p:sp>
      <p:sp>
        <p:nvSpPr>
          <p:cNvPr id="63490" name="TextBox 9"/>
          <p:cNvSpPr txBox="1"/>
          <p:nvPr/>
        </p:nvSpPr>
        <p:spPr>
          <a:xfrm>
            <a:off x="628650" y="973455"/>
            <a:ext cx="2084705" cy="50673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r>
              <a:rPr lang="zh-CN" altLang="en-US" sz="1600" b="1"/>
              <a:t>【名词页⑤】</a:t>
            </a:r>
            <a:endParaRPr lang="zh-CN" altLang="en-US" sz="1600" b="1"/>
          </a:p>
        </p:txBody>
      </p:sp>
      <p:sp>
        <p:nvSpPr>
          <p:cNvPr id="6" name="文本框 5"/>
          <p:cNvSpPr txBox="1"/>
          <p:nvPr/>
        </p:nvSpPr>
        <p:spPr>
          <a:xfrm>
            <a:off x="970915" y="1666240"/>
            <a:ext cx="7892415" cy="1060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  <p:sp>
        <p:nvSpPr>
          <p:cNvPr id="3" name="文本框 2"/>
          <p:cNvSpPr txBox="1"/>
          <p:nvPr/>
        </p:nvSpPr>
        <p:spPr>
          <a:xfrm>
            <a:off x="874395" y="2110105"/>
            <a:ext cx="6553200" cy="73723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/>
        </p:txBody>
      </p:sp>
      <p:sp>
        <p:nvSpPr>
          <p:cNvPr id="63491" name="TextBox 63490"/>
          <p:cNvSpPr txBox="1"/>
          <p:nvPr/>
        </p:nvSpPr>
        <p:spPr>
          <a:xfrm>
            <a:off x="914400" y="169164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它还有个毛病：只会说，不会动手。</a:t>
            </a:r>
            <a:endParaRPr lang="zh-CN" altLang="en-US" sz="2000" b="0"/>
          </a:p>
        </p:txBody>
      </p:sp>
      <p:sp>
        <p:nvSpPr>
          <p:cNvPr id="63492" name="TextBox 63491"/>
          <p:cNvSpPr txBox="1"/>
          <p:nvPr/>
        </p:nvSpPr>
        <p:spPr>
          <a:xfrm>
            <a:off x="914400" y="210058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你问它“今天上海天气”，它答不上来——</a:t>
            </a:r>
            <a:endParaRPr lang="zh-CN" altLang="en-US" sz="2000" b="0"/>
          </a:p>
        </p:txBody>
      </p:sp>
      <p:sp>
        <p:nvSpPr>
          <p:cNvPr id="63493" name="TextBox 63492"/>
          <p:cNvSpPr txBox="1"/>
          <p:nvPr/>
        </p:nvSpPr>
        <p:spPr>
          <a:xfrm>
            <a:off x="914400" y="250952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它摸不到外面的世界。</a:t>
            </a:r>
            <a:endParaRPr lang="zh-CN" altLang="en-US" sz="2000" b="0"/>
          </a:p>
        </p:txBody>
      </p:sp>
      <p:sp>
        <p:nvSpPr>
          <p:cNvPr id="63494" name="TextBox 63493"/>
          <p:cNvSpPr txBox="1"/>
          <p:nvPr/>
        </p:nvSpPr>
        <p:spPr>
          <a:xfrm>
            <a:off x="914400" y="291846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所以有了工具：查天气、上网、读图片、读文件——</a:t>
            </a:r>
            <a:endParaRPr lang="zh-CN" altLang="en-US" sz="2000" b="0"/>
          </a:p>
        </p:txBody>
      </p:sp>
      <p:sp>
        <p:nvSpPr>
          <p:cNvPr id="63495" name="TextBox 63494"/>
          <p:cNvSpPr txBox="1"/>
          <p:nvPr/>
        </p:nvSpPr>
        <p:spPr>
          <a:xfrm>
            <a:off x="914400" y="3327399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让大模型的手，伸到外面去。</a:t>
            </a:r>
            <a:endParaRPr lang="zh-CN" altLang="en-US" sz="2000" b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2300" y="234029"/>
            <a:ext cx="8771021" cy="517190"/>
          </a:xfrm>
        </p:spPr>
        <p:txBody>
          <a:bodyPr vert="horz" rtlCol="0" anchor="ctr" anchorCtr="0">
            <a:normAutofit/>
          </a:bodyPr>
          <a:lstStyle/>
          <a:p>
            <a:r>
              <a:rPr lang="zh-CN" altLang="en-US" sz="2800" b="1"/>
              <a:t>智能体：你给任务，它自己拆步骤自己干</a:t>
            </a:r>
            <a:endParaRPr lang="zh-CN" altLang="en-US" sz="2800" b="1"/>
          </a:p>
        </p:txBody>
      </p:sp>
      <p:sp>
        <p:nvSpPr>
          <p:cNvPr id="63490" name="TextBox 9"/>
          <p:cNvSpPr txBox="1"/>
          <p:nvPr/>
        </p:nvSpPr>
        <p:spPr>
          <a:xfrm>
            <a:off x="628650" y="973455"/>
            <a:ext cx="2084705" cy="50673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r>
              <a:rPr lang="zh-CN" altLang="en-US" sz="1600" b="1"/>
              <a:t>【名词页⑥】</a:t>
            </a:r>
            <a:endParaRPr lang="zh-CN" altLang="en-US" sz="1600" b="1"/>
          </a:p>
        </p:txBody>
      </p:sp>
      <p:sp>
        <p:nvSpPr>
          <p:cNvPr id="6" name="文本框 5"/>
          <p:cNvSpPr txBox="1"/>
          <p:nvPr/>
        </p:nvSpPr>
        <p:spPr>
          <a:xfrm>
            <a:off x="970915" y="1666240"/>
            <a:ext cx="7892415" cy="1060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  <p:sp>
        <p:nvSpPr>
          <p:cNvPr id="3" name="文本框 2"/>
          <p:cNvSpPr txBox="1"/>
          <p:nvPr/>
        </p:nvSpPr>
        <p:spPr>
          <a:xfrm>
            <a:off x="874395" y="2110105"/>
            <a:ext cx="6553200" cy="73723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/>
        </p:txBody>
      </p:sp>
      <p:sp>
        <p:nvSpPr>
          <p:cNvPr id="63491" name="TextBox 63490"/>
          <p:cNvSpPr txBox="1"/>
          <p:nvPr/>
        </p:nvSpPr>
        <p:spPr>
          <a:xfrm>
            <a:off x="914400" y="169164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麻烦：做一件大事要好几步。</a:t>
            </a:r>
            <a:endParaRPr lang="zh-CN" altLang="en-US" sz="2000" b="0"/>
          </a:p>
        </p:txBody>
      </p:sp>
      <p:sp>
        <p:nvSpPr>
          <p:cNvPr id="63492" name="TextBox 63491"/>
          <p:cNvSpPr txBox="1"/>
          <p:nvPr/>
        </p:nvSpPr>
        <p:spPr>
          <a:xfrm>
            <a:off x="914400" y="210058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查天气→下雨→找伞店→看路线，每一步都等你指挥？太累。</a:t>
            </a:r>
            <a:endParaRPr lang="zh-CN" altLang="en-US" sz="2000" b="0"/>
          </a:p>
        </p:txBody>
      </p:sp>
      <p:sp>
        <p:nvSpPr>
          <p:cNvPr id="63493" name="TextBox 63492"/>
          <p:cNvSpPr txBox="1"/>
          <p:nvPr/>
        </p:nvSpPr>
        <p:spPr>
          <a:xfrm>
            <a:off x="914400" y="250952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所以有了智能体：你给它一个任务，</a:t>
            </a:r>
            <a:endParaRPr lang="zh-CN" altLang="en-US" sz="2000" b="0"/>
          </a:p>
        </p:txBody>
      </p:sp>
      <p:sp>
        <p:nvSpPr>
          <p:cNvPr id="63494" name="TextBox 63493"/>
          <p:cNvSpPr txBox="1"/>
          <p:nvPr/>
        </p:nvSpPr>
        <p:spPr>
          <a:xfrm>
            <a:off x="914400" y="291846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它自己拆步骤、自己调工具、干完才交差。</a:t>
            </a:r>
            <a:endParaRPr lang="zh-CN" altLang="en-US" sz="2000" b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2300" y="234029"/>
            <a:ext cx="8771021" cy="517190"/>
          </a:xfrm>
        </p:spPr>
        <p:txBody>
          <a:bodyPr vert="horz" rtlCol="0" anchor="ctr" anchorCtr="0">
            <a:normAutofit/>
          </a:bodyPr>
          <a:lstStyle/>
          <a:p>
            <a:r>
              <a:rPr lang="zh-CN" altLang="en-US" sz="2400" b="1"/>
              <a:t>Skill：把好用的说法存成技能包，下次一句话调用</a:t>
            </a:r>
            <a:endParaRPr lang="zh-CN" altLang="en-US" sz="2400" b="1"/>
          </a:p>
        </p:txBody>
      </p:sp>
      <p:sp>
        <p:nvSpPr>
          <p:cNvPr id="63490" name="TextBox 9"/>
          <p:cNvSpPr txBox="1"/>
          <p:nvPr/>
        </p:nvSpPr>
        <p:spPr>
          <a:xfrm>
            <a:off x="628650" y="973455"/>
            <a:ext cx="2084705" cy="50673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r>
              <a:rPr lang="zh-CN" altLang="en-US" sz="1600" b="1"/>
              <a:t>【名词页⑦】</a:t>
            </a:r>
            <a:endParaRPr lang="zh-CN" altLang="en-US" sz="1600" b="1"/>
          </a:p>
        </p:txBody>
      </p:sp>
      <p:sp>
        <p:nvSpPr>
          <p:cNvPr id="6" name="文本框 5"/>
          <p:cNvSpPr txBox="1"/>
          <p:nvPr/>
        </p:nvSpPr>
        <p:spPr>
          <a:xfrm>
            <a:off x="970915" y="1666240"/>
            <a:ext cx="7892415" cy="1060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  <p:sp>
        <p:nvSpPr>
          <p:cNvPr id="3" name="文本框 2"/>
          <p:cNvSpPr txBox="1"/>
          <p:nvPr/>
        </p:nvSpPr>
        <p:spPr>
          <a:xfrm>
            <a:off x="874395" y="2110105"/>
            <a:ext cx="6553200" cy="73723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/>
        </p:txBody>
      </p:sp>
      <p:sp>
        <p:nvSpPr>
          <p:cNvPr id="63491" name="TextBox 63490"/>
          <p:cNvSpPr txBox="1"/>
          <p:nvPr/>
        </p:nvSpPr>
        <p:spPr>
          <a:xfrm>
            <a:off x="914400" y="169164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还有个麻烦：好用的说法，每次都要重新打一遍。</a:t>
            </a:r>
            <a:endParaRPr lang="zh-CN" altLang="en-US" sz="2000" b="0"/>
          </a:p>
        </p:txBody>
      </p:sp>
      <p:sp>
        <p:nvSpPr>
          <p:cNvPr id="63492" name="TextBox 63491"/>
          <p:cNvSpPr txBox="1"/>
          <p:nvPr/>
        </p:nvSpPr>
        <p:spPr>
          <a:xfrm>
            <a:off x="914400" y="210058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所以有了技能包Skill：把常用的话存成一份说明文档，</a:t>
            </a:r>
            <a:endParaRPr lang="zh-CN" altLang="en-US" sz="2000" b="0"/>
          </a:p>
        </p:txBody>
      </p:sp>
      <p:sp>
        <p:nvSpPr>
          <p:cNvPr id="63493" name="TextBox 63492"/>
          <p:cNvSpPr txBox="1"/>
          <p:nvPr/>
        </p:nvSpPr>
        <p:spPr>
          <a:xfrm>
            <a:off x="914400" y="250952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下次一句话就调用。</a:t>
            </a:r>
            <a:endParaRPr lang="zh-CN" altLang="en-US" sz="2000" b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2300" y="234029"/>
            <a:ext cx="8771021" cy="517190"/>
          </a:xfrm>
        </p:spPr>
        <p:txBody>
          <a:bodyPr vert="horz" rtlCol="0" anchor="ctr" anchorCtr="0">
            <a:normAutofit/>
          </a:bodyPr>
          <a:lstStyle/>
          <a:p>
            <a:r>
              <a:rPr lang="zh-CN" altLang="en-US" sz="2800" b="1"/>
              <a:t>Vibe Coding：用大白话指挥电脑</a:t>
            </a:r>
            <a:endParaRPr lang="zh-CN" altLang="en-US" sz="2800" b="1"/>
          </a:p>
        </p:txBody>
      </p:sp>
      <p:sp>
        <p:nvSpPr>
          <p:cNvPr id="63490" name="TextBox 9"/>
          <p:cNvSpPr txBox="1"/>
          <p:nvPr/>
        </p:nvSpPr>
        <p:spPr>
          <a:xfrm>
            <a:off x="628650" y="973455"/>
            <a:ext cx="2084705" cy="50673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r>
              <a:rPr lang="zh-CN" altLang="en-US" sz="1600" b="1"/>
              <a:t>【名词页⑧】</a:t>
            </a:r>
            <a:endParaRPr lang="zh-CN" altLang="en-US" sz="1600" b="1"/>
          </a:p>
        </p:txBody>
      </p:sp>
      <p:sp>
        <p:nvSpPr>
          <p:cNvPr id="6" name="文本框 5"/>
          <p:cNvSpPr txBox="1"/>
          <p:nvPr/>
        </p:nvSpPr>
        <p:spPr>
          <a:xfrm>
            <a:off x="970915" y="1666240"/>
            <a:ext cx="7892415" cy="1060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  <p:sp>
        <p:nvSpPr>
          <p:cNvPr id="3" name="文本框 2"/>
          <p:cNvSpPr txBox="1"/>
          <p:nvPr/>
        </p:nvSpPr>
        <p:spPr>
          <a:xfrm>
            <a:off x="874395" y="2110105"/>
            <a:ext cx="6553200" cy="73723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/>
        </p:txBody>
      </p:sp>
      <p:sp>
        <p:nvSpPr>
          <p:cNvPr id="63491" name="TextBox 63490"/>
          <p:cNvSpPr txBox="1"/>
          <p:nvPr/>
        </p:nvSpPr>
        <p:spPr>
          <a:xfrm>
            <a:off x="914400" y="169164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最后一个词：Vibe Coding——用大白话，指挥电脑。</a:t>
            </a:r>
            <a:endParaRPr lang="zh-CN" altLang="en-US" sz="2000" b="0"/>
          </a:p>
        </p:txBody>
      </p:sp>
      <p:sp>
        <p:nvSpPr>
          <p:cNvPr id="63492" name="TextBox 63491"/>
          <p:cNvSpPr txBox="1"/>
          <p:nvPr/>
        </p:nvSpPr>
        <p:spPr>
          <a:xfrm>
            <a:off x="914400" y="210058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你回头看：今天上午你干的每一件事，都是它。</a:t>
            </a:r>
            <a:endParaRPr lang="zh-CN" altLang="en-US" sz="2000" b="0"/>
          </a:p>
        </p:txBody>
      </p:sp>
      <p:sp>
        <p:nvSpPr>
          <p:cNvPr id="63493" name="TextBox 63492"/>
          <p:cNvSpPr txBox="1"/>
          <p:nvPr/>
        </p:nvSpPr>
        <p:spPr>
          <a:xfrm>
            <a:off x="914400" y="250952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贪吃蛇，网页。</a:t>
            </a:r>
            <a:endParaRPr lang="zh-CN" altLang="en-US" sz="2000" b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2300" y="234029"/>
            <a:ext cx="8771021" cy="517190"/>
          </a:xfrm>
        </p:spPr>
        <p:txBody>
          <a:bodyPr vert="horz" rtlCol="0" anchor="ctr" anchorCtr="0">
            <a:normAutofit/>
          </a:bodyPr>
          <a:lstStyle/>
          <a:p>
            <a:r>
              <a:rPr lang="zh-CN" altLang="en-US" sz="2800" b="1"/>
              <a:t>不是八个词，是一条链</a:t>
            </a:r>
            <a:endParaRPr lang="zh-CN" altLang="en-US" sz="2800" b="1"/>
          </a:p>
        </p:txBody>
      </p:sp>
      <p:sp>
        <p:nvSpPr>
          <p:cNvPr id="63490" name="TextBox 9"/>
          <p:cNvSpPr txBox="1"/>
          <p:nvPr/>
        </p:nvSpPr>
        <p:spPr>
          <a:xfrm>
            <a:off x="628650" y="973455"/>
            <a:ext cx="2084705" cy="50673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r>
              <a:rPr lang="zh-CN" altLang="en-US" sz="1600" b="1"/>
              <a:t>【链条总图】</a:t>
            </a:r>
            <a:endParaRPr lang="zh-CN" altLang="en-US" sz="1600" b="1"/>
          </a:p>
        </p:txBody>
      </p:sp>
      <p:sp>
        <p:nvSpPr>
          <p:cNvPr id="6" name="文本框 5"/>
          <p:cNvSpPr txBox="1"/>
          <p:nvPr/>
        </p:nvSpPr>
        <p:spPr>
          <a:xfrm>
            <a:off x="970915" y="1666240"/>
            <a:ext cx="7892415" cy="1060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  <p:sp>
        <p:nvSpPr>
          <p:cNvPr id="3" name="文本框 2"/>
          <p:cNvSpPr txBox="1"/>
          <p:nvPr/>
        </p:nvSpPr>
        <p:spPr>
          <a:xfrm>
            <a:off x="874395" y="2110105"/>
            <a:ext cx="6553200" cy="73723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/>
        </p:txBody>
      </p:sp>
      <p:sp>
        <p:nvSpPr>
          <p:cNvPr id="63491" name="TextBox 63490"/>
          <p:cNvSpPr txBox="1"/>
          <p:nvPr/>
        </p:nvSpPr>
        <p:spPr>
          <a:xfrm>
            <a:off x="914400" y="1691640"/>
            <a:ext cx="10241280" cy="726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大模型→Token→上下文→提示词→工具→智能体→技能包→Vibe Coding。</a:t>
            </a:r>
            <a:endParaRPr lang="zh-CN" altLang="en-US" sz="2000" b="0"/>
          </a:p>
        </p:txBody>
      </p:sp>
      <p:sp>
        <p:nvSpPr>
          <p:cNvPr id="63492" name="TextBox 63491"/>
          <p:cNvSpPr txBox="1"/>
          <p:nvPr/>
        </p:nvSpPr>
        <p:spPr>
          <a:xfrm>
            <a:off x="914400" y="241808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每个都是因为上一个做不到，才有了下一个。</a:t>
            </a:r>
            <a:endParaRPr lang="zh-CN" altLang="en-US" sz="2000" b="0"/>
          </a:p>
        </p:txBody>
      </p:sp>
      <p:sp>
        <p:nvSpPr>
          <p:cNvPr id="63493" name="TextBox 63492"/>
          <p:cNvSpPr txBox="1"/>
          <p:nvPr/>
        </p:nvSpPr>
        <p:spPr>
          <a:xfrm>
            <a:off x="914400" y="282702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今天不用背。</a:t>
            </a:r>
            <a:endParaRPr lang="zh-CN" altLang="en-US" sz="2000" b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 wrap="square"/>
          <a:lstStyle/>
          <a:p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/>
              <a:t>记住</a:t>
            </a:r>
            <a:endParaRPr lang="zh-CN" altLang="en-US" b="1"/>
          </a:p>
        </p:txBody>
      </p:sp>
      <p:sp>
        <p:nvSpPr>
          <p:cNvPr id="4" name="TextBox 3"/>
          <p:cNvSpPr txBox="1"/>
          <p:nvPr/>
        </p:nvSpPr>
        <p:spPr>
          <a:xfrm>
            <a:off x="5129784" y="1554480"/>
            <a:ext cx="6583680" cy="1125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200" b="1"/>
              <a:t>“你不是在学编程，你是在学“指挥””</a:t>
            </a:r>
            <a:endParaRPr lang="zh-CN" altLang="en-US" sz="3200" b="1"/>
          </a:p>
        </p:txBody>
      </p:sp>
      <p:sp>
        <p:nvSpPr>
          <p:cNvPr id="5" name="TextBox 4"/>
          <p:cNvSpPr txBox="1"/>
          <p:nvPr/>
        </p:nvSpPr>
        <p:spPr>
          <a:xfrm>
            <a:off x="5129784" y="2844800"/>
            <a:ext cx="5760720" cy="726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>
                <a:solidFill>
                  <a:srgbClr val="666666"/>
                </a:solidFill>
              </a:rPr>
              <a:t>锚点：你说得出“因为大模型摸不到外面，所以有了工具”——</a:t>
            </a:r>
            <a:endParaRPr lang="zh-CN" altLang="en-US" sz="2000" b="0">
              <a:solidFill>
                <a:srgbClr val="666666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129784" y="3571240"/>
            <a:ext cx="576072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>
                <a:solidFill>
                  <a:srgbClr val="666666"/>
                </a:solidFill>
              </a:rPr>
              <a:t>说出一条，就算过。</a:t>
            </a:r>
            <a:endParaRPr lang="zh-CN" altLang="en-US" sz="2000" b="0">
              <a:solidFill>
                <a:srgbClr val="666666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5232400" y="2380138"/>
            <a:ext cx="6654800" cy="1325563"/>
          </a:xfrm>
        </p:spPr>
        <p:txBody>
          <a:bodyPr>
            <a:normAutofit/>
          </a:bodyPr>
          <a:lstStyle/>
          <a:p>
            <a:r>
              <a:rPr lang="zh-CN" altLang="en-US" sz="2600" b="1"/>
              <a:t>上午最后留个彩蛋：生图</a:t>
            </a:r>
            <a:endParaRPr lang="zh-CN" altLang="en-US" sz="2600" b="1"/>
          </a:p>
        </p:txBody>
      </p:sp>
      <p:sp>
        <p:nvSpPr>
          <p:cNvPr id="3" name="内容占位符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sz="1800"/>
              <a:t>45</a:t>
            </a:r>
            <a:endParaRPr lang="zh-CN" altLang="en-US" sz="1800"/>
          </a:p>
        </p:txBody>
      </p:sp>
      <p:sp>
        <p:nvSpPr>
          <p:cNvPr id="5" name="TextBox 4"/>
          <p:cNvSpPr txBox="1"/>
          <p:nvPr/>
        </p:nvSpPr>
        <p:spPr>
          <a:xfrm>
            <a:off x="2560320" y="3931920"/>
            <a:ext cx="7040880" cy="4406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200" b="0"/>
              <a:t>还记得刚才那块，你们看到的那张星空海报页吗？</a:t>
            </a:r>
            <a:endParaRPr lang="zh-CN" altLang="en-US" sz="2200" b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>
          <a:xfrm>
            <a:off x="5126584" y="1436557"/>
            <a:ext cx="5760539" cy="4049843"/>
          </a:xfrm>
        </p:spPr>
        <p:txBody>
          <a:bodyPr/>
          <a:lstStyle/>
          <a:p/>
        </p:txBody>
      </p:sp>
      <p:sp>
        <p:nvSpPr>
          <p:cNvPr id="21" name="标题 20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91423" tIns="45712" rIns="91423" bIns="45712" numCol="1" anchor="ctr" anchorCtr="0" compatLnSpc="1"/>
          <a:lstStyle/>
          <a:p>
            <a:r>
              <a:rPr lang="zh-CN" altLang="en-US" b="1"/>
              <a:t>想一想</a:t>
            </a:r>
            <a:endParaRPr lang="zh-CN" altLang="en-US" b="1"/>
          </a:p>
        </p:txBody>
      </p:sp>
      <p:sp>
        <p:nvSpPr>
          <p:cNvPr id="22" name="TextBox 21"/>
          <p:cNvSpPr txBox="1"/>
          <p:nvPr/>
        </p:nvSpPr>
        <p:spPr>
          <a:xfrm>
            <a:off x="5129784" y="1554480"/>
            <a:ext cx="6583680" cy="4907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b="1"/>
              <a:t>它的做法跟网页一模一样：我描述，它出图</a:t>
            </a:r>
            <a:endParaRPr lang="zh-CN" altLang="en-US" sz="2400" b="1"/>
          </a:p>
        </p:txBody>
      </p:sp>
      <p:sp>
        <p:nvSpPr>
          <p:cNvPr id="23" name="TextBox 22"/>
          <p:cNvSpPr txBox="1"/>
          <p:nvPr/>
        </p:nvSpPr>
        <p:spPr>
          <a:xfrm>
            <a:off x="5129784" y="2209800"/>
            <a:ext cx="5760720" cy="5041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600" b="0"/>
              <a:t>我描述，它出图。</a:t>
            </a:r>
            <a:endParaRPr lang="zh-CN" altLang="en-US" sz="2600" b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2300" y="234029"/>
            <a:ext cx="8771021" cy="517190"/>
          </a:xfrm>
        </p:spPr>
        <p:txBody>
          <a:bodyPr vert="horz" rtlCol="0" anchor="ctr" anchorCtr="0">
            <a:normAutofit/>
          </a:bodyPr>
          <a:lstStyle/>
          <a:p>
            <a:r>
              <a:rPr lang="zh-CN" altLang="en-US" sz="2800" b="1"/>
              <a:t>一句话：一张星空海报，深蓝背景，银河横穿</a:t>
            </a:r>
            <a:endParaRPr lang="zh-CN" altLang="en-US" sz="2800" b="1"/>
          </a:p>
        </p:txBody>
      </p:sp>
      <p:sp>
        <p:nvSpPr>
          <p:cNvPr id="63490" name="TextBox 9"/>
          <p:cNvSpPr txBox="1"/>
          <p:nvPr/>
        </p:nvSpPr>
        <p:spPr>
          <a:xfrm>
            <a:off x="628650" y="973455"/>
            <a:ext cx="2084705" cy="50673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r>
              <a:rPr lang="zh-CN" altLang="en-US" sz="1600" b="1"/>
              <a:t>【演示指令卡】</a:t>
            </a:r>
            <a:endParaRPr lang="zh-CN" altLang="en-US" sz="1600" b="1"/>
          </a:p>
        </p:txBody>
      </p:sp>
      <p:sp>
        <p:nvSpPr>
          <p:cNvPr id="6" name="文本框 5"/>
          <p:cNvSpPr txBox="1"/>
          <p:nvPr/>
        </p:nvSpPr>
        <p:spPr>
          <a:xfrm>
            <a:off x="970915" y="1666240"/>
            <a:ext cx="7892415" cy="1060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  <p:sp>
        <p:nvSpPr>
          <p:cNvPr id="3" name="文本框 2"/>
          <p:cNvSpPr txBox="1"/>
          <p:nvPr/>
        </p:nvSpPr>
        <p:spPr>
          <a:xfrm>
            <a:off x="874395" y="2110105"/>
            <a:ext cx="6553200" cy="73723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/>
        </p:txBody>
      </p:sp>
      <p:sp>
        <p:nvSpPr>
          <p:cNvPr id="63491" name="TextBox 63490"/>
          <p:cNvSpPr txBox="1"/>
          <p:nvPr/>
        </p:nvSpPr>
        <p:spPr>
          <a:xfrm>
            <a:off x="914400" y="1691640"/>
            <a:ext cx="10241280" cy="4406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200" b="0"/>
              <a:t>就一句话：</a:t>
            </a:r>
            <a:endParaRPr lang="zh-CN" altLang="en-US" sz="2200" b="0"/>
          </a:p>
        </p:txBody>
      </p:sp>
      <p:sp>
        <p:nvSpPr>
          <p:cNvPr id="63492" name="TextBox 63491"/>
          <p:cNvSpPr txBox="1"/>
          <p:nvPr/>
        </p:nvSpPr>
        <p:spPr>
          <a:xfrm>
            <a:off x="914400" y="2132330"/>
            <a:ext cx="10241280" cy="4406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200" b="0"/>
              <a:t>“一张星空海报，深蓝背景，银河横穿，</a:t>
            </a:r>
            <a:endParaRPr lang="zh-CN" altLang="en-US" sz="2200" b="0"/>
          </a:p>
        </p:txBody>
      </p:sp>
      <p:sp>
        <p:nvSpPr>
          <p:cNvPr id="63493" name="TextBox 63492"/>
          <p:cNvSpPr txBox="1"/>
          <p:nvPr/>
        </p:nvSpPr>
        <p:spPr>
          <a:xfrm>
            <a:off x="914400" y="2573020"/>
            <a:ext cx="10241280" cy="4406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200" b="0"/>
              <a:t>右下角一行小字：今晚八点，操场见。”</a:t>
            </a:r>
            <a:endParaRPr lang="zh-CN" altLang="en-US" sz="2200" b="0"/>
          </a:p>
        </p:txBody>
      </p:sp>
      <p:sp>
        <p:nvSpPr>
          <p:cNvPr id="63494" name="TextBox 63493"/>
          <p:cNvSpPr txBox="1"/>
          <p:nvPr/>
        </p:nvSpPr>
        <p:spPr>
          <a:xfrm>
            <a:off x="914400" y="3013709"/>
            <a:ext cx="10241280" cy="4406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200" b="0"/>
              <a:t>回车。</a:t>
            </a:r>
            <a:endParaRPr lang="zh-CN" altLang="en-US" sz="2200" b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402270" y="293719"/>
            <a:ext cx="8771021" cy="517190"/>
          </a:xfrm>
        </p:spPr>
        <p:txBody>
          <a:bodyPr/>
          <a:lstStyle/>
          <a:p>
            <a:r>
              <a:rPr lang="zh-CN" altLang="en-US" sz="2800" b="1"/>
              <a:t>出来了——这就是刚才那张海报的做法</a:t>
            </a:r>
            <a:endParaRPr lang="zh-CN" altLang="en-US" sz="2800" b="1"/>
          </a:p>
        </p:txBody>
      </p:sp>
      <p:sp>
        <p:nvSpPr>
          <p:cNvPr id="16" name="TextBox 9"/>
          <p:cNvSpPr txBox="1">
            <a:spLocks noChangeArrowheads="1"/>
          </p:cNvSpPr>
          <p:nvPr/>
        </p:nvSpPr>
        <p:spPr bwMode="auto">
          <a:xfrm>
            <a:off x="704685" y="1260874"/>
            <a:ext cx="4750422" cy="4589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r>
              <a:rPr lang="zh-CN" altLang="en-US" sz="1600" b="1"/>
              <a:t>【结果证据页/回扣页】</a:t>
            </a:r>
            <a:endParaRPr lang="zh-CN" altLang="en-US" sz="1600" b="1"/>
          </a:p>
        </p:txBody>
      </p:sp>
      <p:sp>
        <p:nvSpPr>
          <p:cNvPr id="21" name="文本框 20"/>
          <p:cNvSpPr txBox="1"/>
          <p:nvPr/>
        </p:nvSpPr>
        <p:spPr>
          <a:xfrm>
            <a:off x="831685" y="2067323"/>
            <a:ext cx="134102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914400" y="6172200"/>
            <a:ext cx="10332720" cy="345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600" b="0"/>
              <a:t>你说“怎么来的”——就这么来的。</a:t>
            </a:r>
            <a:endParaRPr lang="zh-CN" altLang="en-US" sz="1600" b="0"/>
          </a:p>
        </p:txBody>
      </p:sp>
      <p:pic>
        <p:nvPicPr>
          <p:cNvPr id="1007" name="Picture 1006" descr="ppt素材_01_星空海报_v1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825496" y="2261632"/>
            <a:ext cx="5303520" cy="2983958"/>
          </a:xfrm>
          <a:prstGeom prst="rect">
            <a:avLst/>
          </a:prstGeom>
        </p:spPr>
      </p:pic>
      <p:pic>
        <p:nvPicPr>
          <p:cNvPr id="1008" name="Picture 1007" descr="ppt素材_06_星空海报改后版_v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67344" y="2881575"/>
            <a:ext cx="3099816" cy="1744072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2300" y="234029"/>
            <a:ext cx="8771021" cy="517190"/>
          </a:xfrm>
        </p:spPr>
        <p:txBody>
          <a:bodyPr vert="horz" rtlCol="0" anchor="ctr" anchorCtr="0">
            <a:normAutofit/>
          </a:bodyPr>
          <a:lstStyle/>
          <a:p>
            <a:r>
              <a:rPr lang="zh-CN" altLang="en-US" sz="2800" b="1"/>
              <a:t>生图模型：把一句话变成一张图</a:t>
            </a:r>
            <a:endParaRPr lang="zh-CN" altLang="en-US" sz="2800" b="1"/>
          </a:p>
        </p:txBody>
      </p:sp>
      <p:sp>
        <p:nvSpPr>
          <p:cNvPr id="63490" name="TextBox 9"/>
          <p:cNvSpPr txBox="1"/>
          <p:nvPr/>
        </p:nvSpPr>
        <p:spPr>
          <a:xfrm>
            <a:off x="628650" y="973455"/>
            <a:ext cx="2084705" cy="50673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r>
              <a:rPr lang="zh-CN" altLang="en-US" sz="1600" b="1"/>
              <a:t>【名词页】</a:t>
            </a:r>
            <a:endParaRPr lang="zh-CN" altLang="en-US" sz="1600" b="1"/>
          </a:p>
        </p:txBody>
      </p:sp>
      <p:sp>
        <p:nvSpPr>
          <p:cNvPr id="6" name="文本框 5"/>
          <p:cNvSpPr txBox="1"/>
          <p:nvPr/>
        </p:nvSpPr>
        <p:spPr>
          <a:xfrm>
            <a:off x="970915" y="1666240"/>
            <a:ext cx="7892415" cy="1060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  <p:sp>
        <p:nvSpPr>
          <p:cNvPr id="3" name="文本框 2"/>
          <p:cNvSpPr txBox="1"/>
          <p:nvPr/>
        </p:nvSpPr>
        <p:spPr>
          <a:xfrm>
            <a:off x="874395" y="2110105"/>
            <a:ext cx="6553200" cy="73723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/>
        </p:txBody>
      </p:sp>
      <p:sp>
        <p:nvSpPr>
          <p:cNvPr id="63491" name="TextBox 63490"/>
          <p:cNvSpPr txBox="1"/>
          <p:nvPr/>
        </p:nvSpPr>
        <p:spPr>
          <a:xfrm>
            <a:off x="914400" y="169164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这个工具叫生图模型——文生图，</a:t>
            </a:r>
            <a:endParaRPr lang="zh-CN" altLang="en-US" sz="2000" b="0"/>
          </a:p>
        </p:txBody>
      </p:sp>
      <p:sp>
        <p:nvSpPr>
          <p:cNvPr id="63492" name="TextBox 63491"/>
          <p:cNvSpPr txBox="1"/>
          <p:nvPr/>
        </p:nvSpPr>
        <p:spPr>
          <a:xfrm>
            <a:off x="914400" y="210058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就是“把一句话变成一张图”。</a:t>
            </a:r>
            <a:endParaRPr lang="zh-CN" altLang="en-US" sz="2000" b="0"/>
          </a:p>
        </p:txBody>
      </p:sp>
      <p:sp>
        <p:nvSpPr>
          <p:cNvPr id="63493" name="TextBox 63492"/>
          <p:cNvSpPr txBox="1"/>
          <p:nvPr/>
        </p:nvSpPr>
        <p:spPr>
          <a:xfrm>
            <a:off x="914400" y="250952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套路你已经会了：说清楚→生成→不满意接着改。</a:t>
            </a:r>
            <a:endParaRPr lang="zh-CN" altLang="en-US" sz="2000" b="0"/>
          </a:p>
        </p:txBody>
      </p:sp>
      <p:sp>
        <p:nvSpPr>
          <p:cNvPr id="63494" name="TextBox 63493"/>
          <p:cNvSpPr txBox="1"/>
          <p:nvPr/>
        </p:nvSpPr>
        <p:spPr>
          <a:xfrm>
            <a:off x="914400" y="291846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跟贪吃蛇一模一样。</a:t>
            </a:r>
            <a:endParaRPr lang="zh-CN" altLang="en-US" sz="2000" b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402270" y="293719"/>
            <a:ext cx="8771021" cy="517190"/>
          </a:xfrm>
        </p:spPr>
        <p:txBody>
          <a:bodyPr/>
          <a:lstStyle/>
          <a:p>
            <a:r>
              <a:rPr lang="zh-CN" altLang="en-US" sz="2800" b="1"/>
              <a:t>不满意接着改：星星少一点、字大一点</a:t>
            </a:r>
            <a:endParaRPr lang="zh-CN" altLang="en-US" sz="2800" b="1"/>
          </a:p>
        </p:txBody>
      </p:sp>
      <p:sp>
        <p:nvSpPr>
          <p:cNvPr id="16" name="TextBox 9"/>
          <p:cNvSpPr txBox="1">
            <a:spLocks noChangeArrowheads="1"/>
          </p:cNvSpPr>
          <p:nvPr/>
        </p:nvSpPr>
        <p:spPr bwMode="auto">
          <a:xfrm>
            <a:off x="704685" y="1260874"/>
            <a:ext cx="4750422" cy="4589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r>
              <a:rPr lang="zh-CN" altLang="en-US" sz="1600" b="1"/>
              <a:t>【迭代页】</a:t>
            </a:r>
            <a:endParaRPr lang="zh-CN" altLang="en-US" sz="1600" b="1"/>
          </a:p>
        </p:txBody>
      </p:sp>
      <p:sp>
        <p:nvSpPr>
          <p:cNvPr id="21" name="文本框 20"/>
          <p:cNvSpPr txBox="1"/>
          <p:nvPr/>
        </p:nvSpPr>
        <p:spPr>
          <a:xfrm>
            <a:off x="831685" y="2067323"/>
            <a:ext cx="134102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914400" y="6172200"/>
            <a:ext cx="10332720" cy="2905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600" b="0"/>
              <a:t>觉得星星太多？加一句“星星少一点”。</a:t>
            </a:r>
            <a:endParaRPr lang="zh-CN" altLang="en-US" sz="1600" b="0"/>
          </a:p>
        </p:txBody>
      </p:sp>
      <p:sp>
        <p:nvSpPr>
          <p:cNvPr id="25" name="TextBox 24"/>
          <p:cNvSpPr txBox="1"/>
          <p:nvPr/>
        </p:nvSpPr>
        <p:spPr>
          <a:xfrm>
            <a:off x="914400" y="6462776"/>
            <a:ext cx="10332720" cy="2905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600" b="0"/>
              <a:t>觉得字太小？加一句“字大一点”。</a:t>
            </a:r>
            <a:endParaRPr lang="zh-CN" altLang="en-US" sz="1600" b="0"/>
          </a:p>
        </p:txBody>
      </p:sp>
      <p:pic>
        <p:nvPicPr>
          <p:cNvPr id="1011" name="Picture 1010" descr="ppt素材_06_星空海报改后版_v1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825496" y="2261632"/>
            <a:ext cx="5303520" cy="2983958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 wrap="square"/>
          <a:lstStyle/>
          <a:p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/>
              <a:t>行动</a:t>
            </a:r>
            <a:endParaRPr lang="zh-CN" altLang="en-US" b="1"/>
          </a:p>
        </p:txBody>
      </p:sp>
      <p:sp>
        <p:nvSpPr>
          <p:cNvPr id="4" name="TextBox 3"/>
          <p:cNvSpPr txBox="1"/>
          <p:nvPr/>
        </p:nvSpPr>
        <p:spPr>
          <a:xfrm>
            <a:off x="5129784" y="1554480"/>
            <a:ext cx="6583680" cy="1125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200" b="1"/>
              <a:t>“明天下午，做一张你自己的海报”</a:t>
            </a:r>
            <a:endParaRPr lang="zh-CN" altLang="en-US" sz="3200" b="1"/>
          </a:p>
        </p:txBody>
      </p:sp>
      <p:sp>
        <p:nvSpPr>
          <p:cNvPr id="5" name="TextBox 4"/>
          <p:cNvSpPr txBox="1"/>
          <p:nvPr/>
        </p:nvSpPr>
        <p:spPr>
          <a:xfrm>
            <a:off x="5129784" y="2844800"/>
            <a:ext cx="576072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>
                <a:solidFill>
                  <a:srgbClr val="666666"/>
                </a:solidFill>
              </a:rPr>
              <a:t>就用你便签里那个词。</a:t>
            </a:r>
            <a:endParaRPr lang="zh-CN" altLang="en-US" sz="2000" b="0">
              <a:solidFill>
                <a:srgbClr val="666666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129784" y="3253740"/>
            <a:ext cx="576072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>
                <a:solidFill>
                  <a:srgbClr val="666666"/>
                </a:solidFill>
              </a:rPr>
              <a:t>生图跟做网页，是一个套路。</a:t>
            </a:r>
            <a:endParaRPr lang="zh-CN" altLang="en-US" sz="2000" b="0">
              <a:solidFill>
                <a:srgbClr val="666666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28470" y="2270125"/>
            <a:ext cx="9299575" cy="1158875"/>
          </a:xfrm>
        </p:spPr>
        <p:txBody>
          <a:bodyPr/>
          <a:lstStyle/>
          <a:p>
            <a:r>
              <a:rPr lang="zh-CN" altLang="en-US" sz="2400" b="1"/>
              <a:t>上午到这里，下午两点：做你自己的简历</a:t>
            </a:r>
            <a:br>
              <a:rPr lang="zh-CN" altLang="en-US" sz="2400" b="1"/>
            </a:br>
            <a:r>
              <a:rPr lang="zh-CN" altLang="en-US" sz="2400" b="1"/>
              <a:t>下午两点，咱们做你自己的简历</a:t>
            </a:r>
            <a:endParaRPr lang="zh-CN" altLang="en-US" sz="2400" b="1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COMMONDATA" val="eyJoZGlkIjoiOTA4M2Q2NTllNzY3YjVkNjA3ZGRmODA2Mzc4NDQ2MTEifQ=="/>
  <p:tag name="KSO_WPP_MARK_KEY" val="2982da59-b2b6-4e33-a20c-95c6cec1c99c"/>
  <p:tag name="commondata" val="eyJoZGlkIjoiN2QzODcyNGFhZmEzNjVhZTY5ZjNiMTM1MDZiMzE4OWMifQ=="/>
</p:tagLst>
</file>

<file path=ppt/theme/theme1.xml><?xml version="1.0" encoding="utf-8"?>
<a:theme xmlns:a="http://schemas.openxmlformats.org/drawingml/2006/main" name="封面2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目录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章节页版式（一级+二级标题）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阿里巴巴普惠体"/>
        <a:ea typeface=""/>
        <a:cs typeface=""/>
        <a:font script="Jpan" typeface="游ゴシック"/>
        <a:font script="Hang" typeface="맑은 고딕"/>
        <a:font script="Hans" typeface="阿里巴巴普惠体"/>
        <a:font script="Hant" typeface="新細明體"/>
        <a:font script="Arab" typeface="阿里巴巴普惠体"/>
        <a:font script="Hebr" typeface="阿里巴巴普惠体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阿里巴巴普惠体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章节页版式（一级标题）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阿里巴巴普惠体"/>
        <a:ea typeface=""/>
        <a:cs typeface=""/>
        <a:font script="Jpan" typeface="游ゴシック"/>
        <a:font script="Hang" typeface="맑은 고딕"/>
        <a:font script="Hans" typeface="阿里巴巴普惠体"/>
        <a:font script="Hant" typeface="新細明體"/>
        <a:font script="Arab" typeface="阿里巴巴普惠体"/>
        <a:font script="Hebr" typeface="阿里巴巴普惠体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阿里巴巴普惠体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5_结束页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8.xml><?xml version="1.0" encoding="utf-8"?>
<a:theme xmlns:a="http://schemas.openxmlformats.org/drawingml/2006/main" name="1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9.xml><?xml version="1.0" encoding="utf-8"?>
<a:theme xmlns:a="http://schemas.openxmlformats.org/drawingml/2006/main" name="8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0.xml><?xml version="1.0" encoding="utf-8"?>
<a:theme xmlns:a="http://schemas.openxmlformats.org/drawingml/2006/main" name="9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1.xml><?xml version="1.0" encoding="utf-8"?>
<a:theme xmlns:a="http://schemas.openxmlformats.org/drawingml/2006/main" name="10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2.xml><?xml version="1.0" encoding="utf-8"?>
<a:theme xmlns:a="http://schemas.openxmlformats.org/drawingml/2006/main" name="12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3.xml><?xml version="1.0" encoding="utf-8"?>
<a:theme xmlns:a="http://schemas.openxmlformats.org/drawingml/2006/main" name="13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4.xml><?xml version="1.0" encoding="utf-8"?>
<a:theme xmlns:a="http://schemas.openxmlformats.org/drawingml/2006/main" name="14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5.xml><?xml version="1.0" encoding="utf-8"?>
<a:theme xmlns:a="http://schemas.openxmlformats.org/drawingml/2006/main" name="15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6.xml><?xml version="1.0" encoding="utf-8"?>
<a:theme xmlns:a="http://schemas.openxmlformats.org/drawingml/2006/main" name="1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7.xml><?xml version="1.0" encoding="utf-8"?>
<a:theme xmlns:a="http://schemas.openxmlformats.org/drawingml/2006/main" name="2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8.xml><?xml version="1.0" encoding="utf-8"?>
<a:theme xmlns:a="http://schemas.openxmlformats.org/drawingml/2006/main" name="3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9.xml><?xml version="1.0" encoding="utf-8"?>
<a:theme xmlns:a="http://schemas.openxmlformats.org/drawingml/2006/main" name="4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0.xml><?xml version="1.0" encoding="utf-8"?>
<a:theme xmlns:a="http://schemas.openxmlformats.org/drawingml/2006/main" name="5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1.xml><?xml version="1.0" encoding="utf-8"?>
<a:theme xmlns:a="http://schemas.openxmlformats.org/drawingml/2006/main" name="6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2.xml><?xml version="1.0" encoding="utf-8"?>
<a:theme xmlns:a="http://schemas.openxmlformats.org/drawingml/2006/main" name="7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3.xml><?xml version="1.0" encoding="utf-8"?>
<a:theme xmlns:a="http://schemas.openxmlformats.org/drawingml/2006/main" name="8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4.xml><?xml version="1.0" encoding="utf-8"?>
<a:theme xmlns:a="http://schemas.openxmlformats.org/drawingml/2006/main" name="9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5.xml><?xml version="1.0" encoding="utf-8"?>
<a:theme xmlns:a="http://schemas.openxmlformats.org/drawingml/2006/main" name="10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6.xml><?xml version="1.0" encoding="utf-8"?>
<a:theme xmlns:a="http://schemas.openxmlformats.org/drawingml/2006/main" name="11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7.xml><?xml version="1.0" encoding="utf-8"?>
<a:theme xmlns:a="http://schemas.openxmlformats.org/drawingml/2006/main" name="12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8.xml><?xml version="1.0" encoding="utf-8"?>
<a:theme xmlns:a="http://schemas.openxmlformats.org/drawingml/2006/main" name="2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9.xml><?xml version="1.0" encoding="utf-8"?>
<a:theme xmlns:a="http://schemas.openxmlformats.org/drawingml/2006/main" name="13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0.xml><?xml version="1.0" encoding="utf-8"?>
<a:theme xmlns:a="http://schemas.openxmlformats.org/drawingml/2006/main" name="14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1.xml><?xml version="1.0" encoding="utf-8"?>
<a:theme xmlns:a="http://schemas.openxmlformats.org/drawingml/2006/main" name="15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2.xml><?xml version="1.0" encoding="utf-8"?>
<a:theme xmlns:a="http://schemas.openxmlformats.org/drawingml/2006/main" name="1_章节页版式（一级标题）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3.xml><?xml version="1.0" encoding="utf-8"?>
<a:theme xmlns:a="http://schemas.openxmlformats.org/drawingml/2006/main" name="3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4.xml><?xml version="1.0" encoding="utf-8"?>
<a:theme xmlns:a="http://schemas.openxmlformats.org/drawingml/2006/main" name="16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5.xml><?xml version="1.0" encoding="utf-8"?>
<a:theme xmlns:a="http://schemas.openxmlformats.org/drawingml/2006/main" name="1_目录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6.xml><?xml version="1.0" encoding="utf-8"?>
<a:theme xmlns:a="http://schemas.openxmlformats.org/drawingml/2006/main" name="2_章节页版式（一级标题）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7.xml><?xml version="1.0" encoding="utf-8"?>
<a:theme xmlns:a="http://schemas.openxmlformats.org/drawingml/2006/main" name="4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8.xml><?xml version="1.0" encoding="utf-8"?>
<a:theme xmlns:a="http://schemas.openxmlformats.org/drawingml/2006/main" name="17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9.xml><?xml version="1.0" encoding="utf-8"?>
<a:theme xmlns:a="http://schemas.openxmlformats.org/drawingml/2006/main" name="5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0.xml><?xml version="1.0" encoding="utf-8"?>
<a:theme xmlns:a="http://schemas.openxmlformats.org/drawingml/2006/main" name="6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1.xml><?xml version="1.0" encoding="utf-8"?>
<a:theme xmlns:a="http://schemas.openxmlformats.org/drawingml/2006/main" name="7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2.xml><?xml version="1.0" encoding="utf-8"?>
<a:theme xmlns:a="http://schemas.openxmlformats.org/drawingml/2006/main" name="18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3.xml><?xml version="1.0" encoding="utf-8"?>
<a:theme xmlns:a="http://schemas.openxmlformats.org/drawingml/2006/main" name="19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4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阿里巴巴普惠体"/>
        <a:ea typeface=""/>
        <a:cs typeface=""/>
        <a:font script="Jpan" typeface="游ゴシック"/>
        <a:font script="Hang" typeface="맑은 고딕"/>
        <a:font script="Hans" typeface="阿里巴巴普惠体"/>
        <a:font script="Hant" typeface="新細明體"/>
        <a:font script="Arab" typeface="阿里巴巴普惠体"/>
        <a:font script="Hebr" typeface="阿里巴巴普惠体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阿里巴巴普惠体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5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阿里巴巴普惠体"/>
        <a:ea typeface=""/>
        <a:cs typeface=""/>
        <a:font script="Jpan" typeface="游ゴシック"/>
        <a:font script="Hang" typeface="맑은 고딕"/>
        <a:font script="Hans" typeface="阿里巴巴普惠体"/>
        <a:font script="Hant" typeface="新細明體"/>
        <a:font script="Arab" typeface="阿里巴巴普惠体"/>
        <a:font script="Hebr" typeface="阿里巴巴普惠体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阿里巴巴普惠体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3615</Words>
  <Application>WPS 演示</Application>
  <PresentationFormat>宽屏</PresentationFormat>
  <Paragraphs>486</Paragraphs>
  <Slides>52</Slides>
  <Notes>65</Notes>
  <HiddenSlides>0</HiddenSlides>
  <MMClips>0</MMClips>
  <ScaleCrop>false</ScaleCrop>
  <HeadingPairs>
    <vt:vector size="6" baseType="variant">
      <vt:variant>
        <vt:lpstr>已用的字体</vt:lpstr>
      </vt:variant>
      <vt:variant>
        <vt:i4>23</vt:i4>
      </vt:variant>
      <vt:variant>
        <vt:lpstr>主题</vt:lpstr>
      </vt:variant>
      <vt:variant>
        <vt:i4>43</vt:i4>
      </vt:variant>
      <vt:variant>
        <vt:lpstr>幻灯片标题</vt:lpstr>
      </vt:variant>
      <vt:variant>
        <vt:i4>52</vt:i4>
      </vt:variant>
    </vt:vector>
  </HeadingPairs>
  <TitlesOfParts>
    <vt:vector size="118" baseType="lpstr">
      <vt:lpstr>Arial</vt:lpstr>
      <vt:lpstr>宋体</vt:lpstr>
      <vt:lpstr>Wingdings</vt:lpstr>
      <vt:lpstr>阿里巴巴普惠体</vt:lpstr>
      <vt:lpstr>Calibri</vt:lpstr>
      <vt:lpstr>Helvetica Neue</vt:lpstr>
      <vt:lpstr>黑体</vt:lpstr>
      <vt:lpstr>汉仪中黑KW</vt:lpstr>
      <vt:lpstr>汉仪书宋二KW</vt:lpstr>
      <vt:lpstr>苹方-简</vt:lpstr>
      <vt:lpstr>阿里巴巴普惠体 R</vt:lpstr>
      <vt:lpstr>阿里巴巴普惠体 M</vt:lpstr>
      <vt:lpstr>Segoe UI Light</vt:lpstr>
      <vt:lpstr>微软雅黑 Light</vt:lpstr>
      <vt:lpstr>阿里巴巴普惠体 B</vt:lpstr>
      <vt:lpstr>Segoe UI</vt:lpstr>
      <vt:lpstr>Verdana</vt:lpstr>
      <vt:lpstr>微软雅黑</vt:lpstr>
      <vt:lpstr>汉仪旗黑</vt:lpstr>
      <vt:lpstr>宋体</vt:lpstr>
      <vt:lpstr>Arial Unicode MS</vt:lpstr>
      <vt:lpstr>等线</vt:lpstr>
      <vt:lpstr>汉仪中等线KW</vt:lpstr>
      <vt:lpstr>封面2</vt:lpstr>
      <vt:lpstr>目录</vt:lpstr>
      <vt:lpstr>学习目标</vt:lpstr>
      <vt:lpstr>章节页版式（一级+二级标题）</vt:lpstr>
      <vt:lpstr>章节页版式（一级标题）</vt:lpstr>
      <vt:lpstr>正文设计方案</vt:lpstr>
      <vt:lpstr>5_结束页设计方案</vt:lpstr>
      <vt:lpstr>1_学习目标</vt:lpstr>
      <vt:lpstr>8_学习目标</vt:lpstr>
      <vt:lpstr>9_学习目标</vt:lpstr>
      <vt:lpstr>10_学习目标</vt:lpstr>
      <vt:lpstr>12_学习目标</vt:lpstr>
      <vt:lpstr>13_学习目标</vt:lpstr>
      <vt:lpstr>14_学习目标</vt:lpstr>
      <vt:lpstr>15_学习目标</vt:lpstr>
      <vt:lpstr>1_正文设计方案</vt:lpstr>
      <vt:lpstr>2_正文设计方案</vt:lpstr>
      <vt:lpstr>3_正文设计方案</vt:lpstr>
      <vt:lpstr>4_正文设计方案</vt:lpstr>
      <vt:lpstr>5_正文设计方案</vt:lpstr>
      <vt:lpstr>6_正文设计方案</vt:lpstr>
      <vt:lpstr>7_正文设计方案</vt:lpstr>
      <vt:lpstr>8_正文设计方案</vt:lpstr>
      <vt:lpstr>9_正文设计方案</vt:lpstr>
      <vt:lpstr>10_正文设计方案</vt:lpstr>
      <vt:lpstr>11_正文设计方案</vt:lpstr>
      <vt:lpstr>12_正文设计方案</vt:lpstr>
      <vt:lpstr>2_学习目标</vt:lpstr>
      <vt:lpstr>13_正文设计方案</vt:lpstr>
      <vt:lpstr>14_正文设计方案</vt:lpstr>
      <vt:lpstr>15_正文设计方案</vt:lpstr>
      <vt:lpstr>1_章节页版式（一级标题）</vt:lpstr>
      <vt:lpstr>3_学习目标</vt:lpstr>
      <vt:lpstr>16_正文设计方案</vt:lpstr>
      <vt:lpstr>1_目录</vt:lpstr>
      <vt:lpstr>2_章节页版式（一级标题）</vt:lpstr>
      <vt:lpstr>4_学习目标</vt:lpstr>
      <vt:lpstr>17_正文设计方案</vt:lpstr>
      <vt:lpstr>5_学习目标</vt:lpstr>
      <vt:lpstr>6_学习目标</vt:lpstr>
      <vt:lpstr>7_学习目标</vt:lpstr>
      <vt:lpstr>18_正文设计方案</vt:lpstr>
      <vt:lpstr>19_正文设计方案</vt:lpstr>
      <vt:lpstr>Vibe Coding 3天营 · D1上午：不写代码，做出来 你没写一行代码</vt:lpstr>
      <vt:lpstr>想一想</vt:lpstr>
      <vt:lpstr>锚点</vt:lpstr>
      <vt:lpstr>写下你最烦的一件小事，它就是你的干粮</vt:lpstr>
      <vt:lpstr>悬念</vt:lpstr>
      <vt:lpstr>炸场：先看两个做好的东西</vt:lpstr>
      <vt:lpstr>成品①：一个能点能动的星空海报页</vt:lpstr>
      <vt:lpstr>成品②：一个能点能发的简历网页</vt:lpstr>
      <vt:lpstr>不是找人做的，不是花钱买的</vt:lpstr>
      <vt:lpstr>悬念</vt:lpstr>
      <vt:lpstr>锚点</vt:lpstr>
      <vt:lpstr>三天的路：敢 → 能 → 信</vt:lpstr>
      <vt:lpstr>锚点</vt:lpstr>
      <vt:lpstr>动手：一句话做出来，再一步步改</vt:lpstr>
      <vt:lpstr>第一版：就一句话——帮我做一个贪吃蛇游戏</vt:lpstr>
      <vt:lpstr>第一版有点普通：没分数，死了没提示</vt:lpstr>
      <vt:lpstr>迭代①：不重写，接着加一句</vt:lpstr>
      <vt:lpstr>迭代②：继续说人话——蛇变绿、速度更快</vt:lpstr>
      <vt:lpstr>记住</vt:lpstr>
      <vt:lpstr>轮到你了：加一个你自己的要求</vt:lpstr>
      <vt:lpstr>锚点</vt:lpstr>
      <vt:lpstr>悬念</vt:lpstr>
      <vt:lpstr>你刚才干的那件事，叫“提示词”</vt:lpstr>
      <vt:lpstr>一句话的公式：角色＋任务＋背景＋要求＋格式</vt:lpstr>
      <vt:lpstr>拿贪吃蛇套公式：任务一句话，要求越具体越准</vt:lpstr>
      <vt:lpstr>不会问：帮我写个卖苹果的文案 → 万能广告</vt:lpstr>
      <vt:lpstr>会问：角色+场景+价格+要求 → 直接能发</vt:lpstr>
      <vt:lpstr>请假也一样：加背景和要求，出来就能发</vt:lpstr>
      <vt:lpstr>万能模板：存下来，以后照抄</vt:lpstr>
      <vt:lpstr>记住</vt:lpstr>
      <vt:lpstr>接下来这几个词：不是背的，是一条链</vt:lpstr>
      <vt:lpstr>大模型：一个读过很多书、你说话它干活的实习生</vt:lpstr>
      <vt:lpstr>Token：大模型数数的单位</vt:lpstr>
      <vt:lpstr>上下文：它的记忆是装的，全靠每次重新说一遍</vt:lpstr>
      <vt:lpstr>提示词：你发给它的那句话</vt:lpstr>
      <vt:lpstr>我就打这一句话</vt:lpstr>
      <vt:lpstr>出来了：能点、能滚、能发给别人——就一句话</vt:lpstr>
      <vt:lpstr>越具体，越省事：那句话里藏着任务和要求</vt:lpstr>
      <vt:lpstr>工具：让大模型的手伸到外面</vt:lpstr>
      <vt:lpstr>智能体：你给任务，它自己拆步骤自己干</vt:lpstr>
      <vt:lpstr>Skill：把好用的说法存成技能包，下次一句话调用</vt:lpstr>
      <vt:lpstr>Vibe Coding：用大白话指挥电脑</vt:lpstr>
      <vt:lpstr>不是八个词，是一条链</vt:lpstr>
      <vt:lpstr>记住</vt:lpstr>
      <vt:lpstr>上午最后留个彩蛋：生图</vt:lpstr>
      <vt:lpstr>想一想</vt:lpstr>
      <vt:lpstr>一句话：一张星空海报，深蓝背景，银河横穿</vt:lpstr>
      <vt:lpstr>出来了——这就是刚才那张海报的做法</vt:lpstr>
      <vt:lpstr>生图模型：把一句话变成一张图</vt:lpstr>
      <vt:lpstr>不满意接着改：星星少一点、字大一点</vt:lpstr>
      <vt:lpstr>行动</vt:lpstr>
      <vt:lpstr>上午到这里，下午两点：做你自己的简历 下午两点，咱们做你自己的简历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8802</dc:creator>
  <cp:lastModifiedBy>周磊</cp:lastModifiedBy>
  <cp:revision>854</cp:revision>
  <dcterms:created xsi:type="dcterms:W3CDTF">2026-10-01T11:30:33Z</dcterms:created>
  <dcterms:modified xsi:type="dcterms:W3CDTF">2026-10-01T11:30:33Z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2052-6.9.0.8865</vt:lpwstr>
  </property>
  <property fmtid="{D5CDD505-2E9C-101B-9397-08002B2CF9AE}" pid="3" name="ICV">
    <vt:lpwstr>2FBA3DB7156D49D38FE5BF7338882AF3</vt:lpwstr>
  </property>
</Properties>
</file>