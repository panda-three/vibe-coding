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5.xml"/><Relationship Id="rId7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7.xml"/><Relationship Id="rId7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休息回来：手做能干，能不能专业？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专业不是秘密，是流程——一支团队，老老实实走五步。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专业团队的五步。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①第一步，AI产品设计。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②第二步，产品原型。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③第三步，系统设计。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④第四步，AI代码生成。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⑤第五步，完善优化。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这五步里，哪一步最花时间？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①答案：第一步，设计。不是写代码。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专业和手做的分水岭：先设计，再动手。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手做 vs 专业。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①手做：想到哪，做到哪——做一半发现不对，推翻重来。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②专业：先想清楚，再动手——设计定了，后面按图施工。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③差别：差在返工。设计省一天，后面省十天。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这五步，你们不陌生。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①你昨天逼的“五行”——就是第一步“产品设计”的缩小版。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②你前天复刻的骨架——就是第二步“原型”的缩小版。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专业不是另一个世界，是同一套流程的放大版。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你昨天逼的“五行”，就是第一步“产品设计”的缩小版——专业那套流程，你已经在用了。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光看名字没用——走一遍：轻客管家。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①看它每一步，干了什么。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“能背出五步顺序。”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①设计→原型→系统设计→代码→优化。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②锚点·第18分钟。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“只许记住这一句：先想清楚，再动手。”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来，我演示，你们只看。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①专业版，你们手机做不了——只看、只记。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②重点记：每一步，它解决了上一个做不到的事。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你手机做不了专业版，但你能看懂它——看懂，就是今天下午要给你的东西。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第一步·AI产品设计：想法→需求文档。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①干什么：把一句话想法，跟AI多轮对话，反复对齐，写成一份需求文档。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②案例：轻客管家“帮门店管客户”，聊成文档：给谁用、解决什么、分几个功能。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③这步解决什么：想清楚——昨天你逼五行，今天它逼整本文档。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演示：需求文档。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①看左边目录——不是天书，是写清楚。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②香句：昨天你逼五行，今天它逼整本文档——你是在看“五行”长大。</a:t>
            </a:r>
          </a:p>
        </p:txBody>
      </p:sp>
      <p:pic>
        <p:nvPicPr>
          <p:cNvPr id="1011" name="Picture 1010" descr="230占位_需求文档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第二步·产品原型：需求→可点的原型。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①干什么：用HTML＋CSS做出“点得动”的界面——不写后台，先看长什么样。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②案例：点一下，页面跳一下，假数据，但“感觉”对了。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③这步解决什么：看得见——需求是文字，原型是形状。低成本试错。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演示：原型——能点的图纸。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①点一下，页面跳一下——“感觉”对了。</a:t>
            </a:r>
          </a:p>
        </p:txBody>
      </p:sp>
      <p:pic>
        <p:nvPicPr>
          <p:cNvPr id="1007" name="Picture 1006" descr="230占位_原型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第三步·系统设计：技术选型、数据库、接口。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①干什么：先画地图——用什么技术、数据存哪、怎么连。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②案例：数据存哪张表，客户信息怎么关联。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③这步解决什么：别返工——先设计再动手。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第四步·AI代码生成：按计划，分模块开发。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①干什么：计划定好了，AI按模块干活。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②案例：先做客户管理模块，再做提醒模块。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③这步解决什么：干得动——拆开让AI干，不是一个人硬扛。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到第四步为止，哪一步最花时间？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①答案：第一步设计。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②先想清楚，再动手——不是口号，是省时间的算法。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第五步·完善优化：测试＋美化。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①干什么：真跑一遍，坏就修；再用Skills优化界面。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②案例：轻客管家上线后一直在优化——跟你那个400+网站一样，上线不是终点。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③这步解决什么：一直能用——迭代。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1"/>
              <a:t>五步看下来，最花时间的不是写代码，是第一步“想清楚”——先想清楚，再动手，不是口号，是省时间的算法。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跟我念，五步各一句话。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①设计——想清楚。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②原型——点得动。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③系统设计——画地图。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④代码——AI干。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⑤优化——迭代。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“能说出五步各自一句话。”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①锚点·第3:00分钟。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②在心里过一遍。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五步里有个词昨天见过——Skills。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①用Skills优化界面。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②Skills到底是什么？下一块。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“只许记住这一句：先想清楚，再动手。”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Skills的正解，就一句。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2155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①“Agent Skills 不是某个产品，是一种让AI拿到新能力的机制——把'一类任务需要的指令、脚本、资源'打包成一个文件夹。”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4364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②副：这句话有点长，我拆开。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拆开看：三个词。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①第一，它不是产品：是一种“机制”，一种让AI变强的方式。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②第二，它是一类任务：“转文档”是一类，“体检知识库”是一类。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③第三，它打包一个文件夹：指令、脚本、资源装进去，AI要用，拿出来。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你昨天打的包，就是“迷你Skills”。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①范围、步骤、材料——跟它一模一样。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你昨天打的包，就是“迷你Skills”——专业团队那套机制，你已经在用了。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一个人 vs 一支专业团队。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①一个人手工做系统——是拆、是做。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②一支团队做系统——也是拆、也是做，只是把“怎么拆怎么做”打包成了Skills。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③差别不在聪明，在“把流程留下来了”。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“流程留下来，就是你的资产；不留下，就是你的体力。”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“能说出Skills是什么。”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①一类任务，打包成文件夹。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②锚点·第3:13分钟。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最后一个问题：手做，能不能专业？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①答案，你自己已经有了。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“只许记住这一句：Skills＝一类任务，打包成文件夹。”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手做能干，能不能专业？——答案：能。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①不是“手做”不专业，是“想到哪做到哪”不专业。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②专业，不是工具、不是团队——是那一句：先想清楚，再动手。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手做能干，能不能专业？——能。不是“手做”不专业，是“想到哪做到哪”不专业。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回头看这两天。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①D1上——敢：你指挥它。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②D1下——能·起：你复刻出一个东西。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③D2上——能·成：你看见一个真东西从0到400+。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④D2下——信·起：你看懂了它——系统是拆出来的，专业是想出来的。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你已经不是“看热闹”的人了，你开始“看懂门道”了。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系统是拆出来的，专业是想出来的——你已经不是“看热闹”的人，你开始“看懂门道”了。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第一问：一支团队做产品，走哪五步？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①答案：设计、原型、系统设计、代码、优化。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第二问：Skills是什么？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①答案：一类任务，打包成文件夹——让AI拿到新能力的机制。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第三问：专业和手做，差在哪个词？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①答案：先想清楚。先设计，再动手。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今天两句话带走。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①下午前半场：先拆，再做。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②下午后半场：先想清楚，再动手。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③记住：你缺的不是技术——是流程。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明天，把AI的底翻给你们看。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①它为什么能干活？它为什么会胡说？它能信几分？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②副：明天见。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“三问全过。”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①锚点·第3:27分钟。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②答不出者同桌互助后能复述一句。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只许记住这一句：先想清楚，再动手。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