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490727"/>
          </a:xfrm>
        </p:spPr>
        <p:txBody>
          <a:bodyPr/>
          <a:lstStyle/>
          <a:p>
            <a:r>
              <a:rPr lang="zh-CN" altLang="en-US" sz="2400" b="1"/>
              <a:t>D2下午 · 系统是麻烦逼出来的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254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一个老师，用豆包，手做出作业系统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“专业不是玄学，是流程”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01 五个麻烦，五个功能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V1：学生能交作业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打开浏览器 → 输学号姓名 → 选文件 → 点提交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收上来自动归档：任务/学号/姓名/文件名，一个文件一个坑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第一版不贪大，先跑通最小闭环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V2：两个班分得清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两个班，作业分开、名单分开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从"收得上"到"管得清"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麻烦第二次出现，就该做个功能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V3：几十份点开太麻烦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作业收上来，怎么看？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点开一个看一个——几十份，看到深夜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最烦的一个麻烦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V3解法：答案先行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提前把标准答案传进系统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把"改"交给AI——自动对答案，出结果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不用逐份点开了——这件事整个消失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想自动化一件事，先拆成"答案"和"比对"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V4：做得快的有彩蛋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做得快的同学，发一个桌面宠物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做完作业，可以玩一玩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系统不只是收作业——谁快，奖励谁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V5：从工具变成产品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学生端：拖拽上传、学号记忆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老师端：实时看板、新提交高亮、提交率进度条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同一套功能，一行没改——观感从工具变成产品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五个麻烦 → 五个功能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V1 上传——先能交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V2 管班——两个班分得清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V3 批改——不用一份份点开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V4 桌宠——做得快的有彩蛋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V5 打磨——讲出来，体面</a:t>
            </a:r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它不是一次做对的，是被麻烦逼出来的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3" fill="hold">
                      <p:stCondLst>
                        <p:cond delay="indefinite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02 先拆，再做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C06四层拆解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第一层：上传——学生能交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第二层：管班——班级分得清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第三层：批改——答案先行，AI改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第四层：激励——做得快的有彩蛋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你把工作拆成几步，它就能干几步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26分钟：拆你的题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 写下你的题——这两天你手机里那个东西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 拆成3个模块——每个模块一句话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 标一下：哪个是核心，哪个是后加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拆不动？用户第一步干啥、第二步干啥、第三步干啥——那三步就是三个模块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专业和手做，差在哪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工具——差在工具，但工具不是关键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流程——手做想到哪做到哪，专业先设计再动手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分工——一个人干五样 vs 五个人各干一样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差在流程和分工，不差在聪明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两问抽查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 V3是哪个麻烦逼出来的？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 桌宠奖励给谁？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