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  <p:sldId id="2069" r:id="rId107"/>
    <p:sldId id="2070" r:id="rId108"/>
    <p:sldId id="2071" r:id="rId109"/>
    <p:sldId id="2072" r:id="rId110"/>
    <p:sldId id="2073" r:id="rId111"/>
    <p:sldId id="2074" r:id="rId112"/>
    <p:sldId id="2075" r:id="rId113"/>
    <p:sldId id="2076" r:id="rId114"/>
    <p:sldId id="2077" r:id="rId115"/>
    <p:sldId id="2078" r:id="rId116"/>
    <p:sldId id="2079" r:id="rId117"/>
    <p:sldId id="2080" r:id="rId118"/>
    <p:sldId id="2081" r:id="rId119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07" Type="http://schemas.openxmlformats.org/officeDocument/2006/relationships/slide" Target="slides/slide54.xml"/><Relationship Id="rId108" Type="http://schemas.openxmlformats.org/officeDocument/2006/relationships/slide" Target="slides/slide55.xml"/><Relationship Id="rId109" Type="http://schemas.openxmlformats.org/officeDocument/2006/relationships/slide" Target="slides/slide56.xml"/><Relationship Id="rId110" Type="http://schemas.openxmlformats.org/officeDocument/2006/relationships/slide" Target="slides/slide57.xml"/><Relationship Id="rId111" Type="http://schemas.openxmlformats.org/officeDocument/2006/relationships/slide" Target="slides/slide58.xml"/><Relationship Id="rId112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15" Type="http://schemas.openxmlformats.org/officeDocument/2006/relationships/slide" Target="slides/slide62.xml"/><Relationship Id="rId116" Type="http://schemas.openxmlformats.org/officeDocument/2006/relationships/slide" Target="slides/slide63.xml"/><Relationship Id="rId117" Type="http://schemas.openxmlformats.org/officeDocument/2006/relationships/slide" Target="slides/slide64.xml"/><Relationship Id="rId118" Type="http://schemas.openxmlformats.org/officeDocument/2006/relationships/slide" Target="slides/slide65.xml"/><Relationship Id="rId119" Type="http://schemas.openxmlformats.org/officeDocument/2006/relationships/slide" Target="slides/slide66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P51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P56 | 行动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P57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47.xml"/><Relationship Id="rId7" Type="http://schemas.openxmlformats.org/officeDocument/2006/relationships/image" Target="../media/image1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D2·上午场｜真事从一句话开始</a:t>
            </a:r>
            <a:br/>
            <a:r>
              <a:rPr lang="zh-CN" altLang="en-US" sz="2400" b="1"/>
              <a:t>0:00–1:30｜从朋友一句话到400+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今天上午，我给你们讲一个真事。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7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1"/>
              <a:t>你不是缺技术，也不是缺运气——今天上午，我把一个"400+"的真事，拆成一条你会走的路。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一分钱没花，做到400多个付费用户、200多个年会员。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从"一句话"到"400个付费用户"，中间要几步？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①答案：就那几步，一步都不多。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“先验证，再投入。”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想一个画面：别人聊起"谁靠AI做成了事"，你只能点头。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①上午结束，你会说——这条路，我也会走。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故事从哪开始？——从朋友一句话。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①不是从钱，不是从技术。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“只许记住这一句：先验证，再投入。”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故事开始：朋友一句"设计师出图太贵了"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就这一句没头没尾的抱怨——上午结束，你会知道，它值400多个付费用户。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我那朋友是设计师，天天出图。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①AI出图，一张几毛钱，一天几百张，一个月下来，成本不小。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②我当时什么反应？——"哦，贵就贵呗。"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③我没当回事。可那句话，它没走。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那句话没走——里面藏着三样东西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①第一，有人：设计师，一群人，不是一个人。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②第二，有痛：出图太贵，天天在掏钱。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③第三，高频：天天出图，天天痛——不是一年痛一次。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有人、有痛、高频。三样凑齐——这就是"真需求"。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60秒：写下你听过的一句抱怨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①想想：工作里、生活里，听过"太贵了""太慢了""太烦了"吗？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②写下来，一句就行。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写之前想一下：哪句抱怨你听得最多？——那句话，可能就是你的起点。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你刚才写下的，可能就是你未来的"400个付费用户"的起点。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“不是会写代码的人发现需求，是听见抱怨的人发现需求。”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一句话是毛坯，得把它逼成能干活的东西。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①"太贵了"——贵多少？给谁省？省了干嘛？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“只许记住这一句：先验证，再投入。”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一句话是起点，五行才是图纸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一句抱怨是毛坯，五行才是图纸——你手机里，马上会有一张你自己的图纸。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五行模板：就这五行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①第一行，给谁用（设计师）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②第二行，解决什么（出图太贵）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113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③第三行，现在怎么做的（自己找图、外包、硬扛）④第四行，贵在哪（一张几毛，一天几百张，一个月上千块）⑤第五行，他愿不愿意换（省一半成本，换不换？换。）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注意：前四行是"事实"，第五行是"判断"。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①事实拷问清楚了，判断才有底气。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演示：把一句话现场拷问一遍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①"帮我把'设计师出图太贵了'这句话，拷问成五行需求模板：给谁用/解决什么/现在怎么做的/贵在哪/愿不愿意换。"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关键在这：它填的，都是那三件事——有人、有痛、高频。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①先拷问，后动手——顺序不能反。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90秒：把你刚才写的那句抱怨，逼成五行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①基础版：照模板，一行一行填。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②进阶版：填完发豆包，让它帮你补第五行"愿不愿意换"。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③挑战版：拷问完，再问它一句——"这个需求，值得做吗？"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你没画一张图，你已经把一个需求"想清楚了"。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"我也能"的样子，就是这样——一句话，被你问成一张图纸。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“你手机里，有一条"五行需求"。”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①锚点·第48分钟。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图纸有了。接下来呢？——先搭一个最丑的、能用的。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①下一块：初版。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“只许记住这一句：先验证，再投入。”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初版＝能跑就赢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你不是缺本事，是缺"先跑起来"的胆子——这个胆子值多少钱，上午你就能看见。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我当时那个初版，丑。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①没有设计，没有品牌，就是一个能出图的东西。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②但我没等。我干了三件事。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初版三件事：让它能跑、让它能用、先给人用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①第一，能跑：AI出图，点一下，出来。就这。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②第二，能用：丑没关系，功能是真的——真能出图。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③第三，先给人用：我没自己藏着，直接给朋友：你先用。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“初版的敌人不是丑，是"没跑起来"。”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演示：这就是初版的底子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①能出图——点一张，出来了。丑，但能用。</a:t>
            </a:r>
          </a:p>
        </p:txBody>
      </p:sp>
      <p:pic>
        <p:nvPicPr>
          <p:cNvPr id="1007" name="Picture 1006" descr="ppt素材_03_贪吃蛇基础版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2261632"/>
            <a:ext cx="5303520" cy="298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关键在这：它没有等"好看"才上线。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①它先证明了一件最重要的事——有没有人要。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②有人要，再往上垒；没人要，省下后面的所有功夫。这就是"先验证"。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如果你做了一个"丑但能用"的东西，你敢不敢先拿给别人用？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①敢的，点头；不敢的，也点头——诚实一点。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②敢的人，先到。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这一问不是问胆子，是问一个选择——你要做"等完美的人"，还是"先到的人"？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初版三条规矩：能跑、能用、先给人用。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①跟我念一遍。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“你手机里那个"丑东西"，就是你的初版。”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①它已经跑起来了。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253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②锚点·第1:12分钟。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“初版不丢人，没跑起来才丢人。”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两周后，客户说了一句话——差点把我打回原形。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“只许记住这一句：先跑起来，再改。”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上午最后：三问。答不出的，同桌帮一把。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47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这三问答完，你会知道——今天上午你不是学了新东西，是发现自己本来就会。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第一问：真需求的三特征是什么？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①答案：有人、有痛、高频。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第二问：五行模板，是哪五行？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①答案：给谁用、解决什么、现在怎么做的、贵在哪、愿不愿意换。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②记不住？记住一句话：把它问清楚。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第三问：为什么敢"零成本起步"？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①答案：没等"准备好"才动手——先搭个能跑的，先验证有没有人要。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871728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今天上午，就三件事：听见一句话→逼成五行→搭个能跑的初版。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1178909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77707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①你看，难吗？——不难。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这三件事，没有一件需要"会写代码"。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①你干的活，是听、是问、是判断。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听、问、判断——这些你天天都在干。400+的第一步，就是这么来的。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悬念：客户用了两周，说：不够高大上。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“休息。”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只许记住这一句：先验证，再投入。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