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D2上午 · 从一句话到400+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先验证，再投入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一个真事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朋友一句话开始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→ 400+ 付费用户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→ 200+ 年会员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“先验证，再投入”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这四个字，是这个故事的地基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01 出发点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"设计师出图太贵了。"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就这一句没头没尾的抱怨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真需求三特征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有人——谁在说这句话？（设计师，一群人）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有痛——痛在哪？（出图太贵，天天掏钱）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高频——天天出图，天天痛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有人 + 有痛 + 高频 = 真需求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60秒：写一句抱怨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想想：工作里、生活里，你听过哪句抱怨？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"太贵了""太慢了""太烦了"——写下来，一句就行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想不起来？你有没有抱怨过别人？也一样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02 逼成五行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五行模板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给谁用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解决什么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现在怎么做的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贵在哪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他愿不愿意换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前四行是事实，第五行是判断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现场演示：逼成五行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我打这一句：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"帮我把'设计师出图太贵了'这句话，拷问成五行需求模板：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90秒：逼成你的五行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把你刚才写的那句抱怨，照模板一行一行填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进阶：填完发豆包，让它帮你补第五行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重点是"五行"这个框，进脑子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03 初版V1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能跑——点一下，出图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能用——丑没关系，功能是真的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先给人用——别自己藏着，直接给朋友先用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初版的敌人不是丑，是"没跑起来"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生图网站 = 网页 + 接口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网页好办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难在：怎么让网站会出图？——调别人的接口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喂文档法：三步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接口链接——地址给它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接口参数——要传什么：提示词、尺寸、数量、钥匙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返回结果——图片网址藏在哪个字段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先让它学会，再让它干活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现场演示：喂接口文档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我打这一句：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"这是XXX生图接口的文档（链接+参数+返回示例），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三问抽查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 真需求三特征是什么？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 五行模板是哪五行？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 喂文档法是哪三步？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上午三件事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听见一句话 → 逼成五行 → 搭个能跑的初版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没有一件需要会写代码——你干的是听、是问、是判断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