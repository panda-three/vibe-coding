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D2下午 · 系统是麻烦逼出来的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一个老师，用豆包，手做出作业系统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“专业不是玄学，是流程”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V1上传：学生能交作业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打开浏览器 → 输学号姓名 → 选文件 → 点提交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收上来自动归档：任务/学号/姓名/文件名，一个文件一个坑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第一版不贪大，先跑通最小闭环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V2管班：两个班分得清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两个班的作业，不一样——混在一起根本没法看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两个班，各管各的，作业分开、名单分开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从"收得上"到"管得清"——麻烦第二次出现，就该做个功能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V3触发：点开太麻烦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作业收上来了，怎么看？——点开一个看一个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几十份，一份一份点开，看到深夜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最烦的一个麻烦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V3解法：答案先行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第一，提前把答案传进系统——先有标准答案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第二，把"改"交给AI——自动对答案，出结果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不用点开了——逐份点开这件事，整个消失了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工作流倒过来想——不是"收上来再想办法改"，是"先把答案放进去让AI改"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“想自动化一件事，先拆成"答案"和"比对"”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把"比对"交给AI，那份麻烦就消失了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V4桌宠：做得快的彩蛋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有的同学做得快，做完了没事干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给做得快的同学，单独发一个桌面宠物——做完作业可以玩一玩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系统不只是收作业——谁快，奖励谁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V5打磨：从工具变成产品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学生端：拖拽上传、学号记忆——第二次打开名字都不用再输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老师端：实时看板、新提交高亮、提交率进度条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同一套功能一行没改，观感从"工具"变成"产品"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五个麻烦 → 五个功能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V1 上传——先能交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V2 管班——两个班分得清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V3 AI批改——不用一份份点开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V4 桌宠——做得快的有彩蛋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V5 打磨——讲出来，体面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它不是一次做对的，是一轮一轮被麻烦逼出来的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C06四层拆解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第一层：上传——学生能交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第二层：管班——班级分得清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第三层：批改——答案先行，AI改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第四层：激励——做得快的有彩蛋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老师拆了四步，AI就干四步活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“你把工作拆成几步，它就能干几步”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26分钟：拆你的题成3模块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 写下你的题——这两天你手机里那个东西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 拆成3个模块——每个模块一句话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 标一下：哪个是核心，哪个是后加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拆不动？用户第一步干什么、第二步干什么、第三步干什么——那三步就是三个模块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专业和手做，差在哪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第一，工具——差在工具，但工具不是关键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第二，流程——手做想到哪做到哪，专业先设计再动手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第三，分工——一个人干五样 vs 五个人各干一样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差在流程和分工，不差在聪明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“先拆，再做”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