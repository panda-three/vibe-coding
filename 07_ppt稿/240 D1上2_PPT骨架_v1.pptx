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行动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8.xml"/><Relationship Id="rId7" Type="http://schemas.openxmlformats.org/officeDocument/2006/relationships/image" Target="../media/image1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下午3:30，你手机里会有一个自己的东西</a:t>
            </a:r>
            <a:br/>
            <a:r>
              <a:rPr lang="zh-CN" altLang="en-US" sz="2400" b="1"/>
              <a:t>D1·下午场 2:00–3:30｜把料变成网页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99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800" b="1"/>
              <a:t>“不是来学工具的——下午3:30，你手机里会有一个你自己的东西”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717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上午那句话，现在兑现。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这是我的第一版——第一次用AI做简历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你们看：字挤成一团、格式是乱的、还有错别字。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实话实说，我当时看了一眼，都想把它删了。</a:t>
            </a:r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同样是我、同样的AI——第一次我没给料，就长这样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给足料之后是什么样，下午你们会亲眼看到。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你们下午做出来的第一版，大概率也糙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这不是你们笨，也不是AI不行。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糙，是第一版的正常样子——不是失败。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晚上十点，手机亮着，材料还没写完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评优申报，“获奖情况”那一栏，憋不出字。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今天下午，我让你换一种干法。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那问题出在哪？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下一段告诉你们。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先记住一句：糙，是正常的。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“糙，是正常的；下午3:30，你手机里会有一个。”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猜一下：我第一版为什么那么糙？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有人说工具不行，有人说我不行。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都不是。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是数据问题。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数据 → 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我以前给女儿讲睡前故事，是“干讲”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讲着讲着就没词了，又累，效果还一般。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后来我换了个干法：把情节、角色、对比喂给AI——“一只小兔子，不想睡觉，最后发现星星是它自己挂上去的”。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 3分钟，给我一个完整的故事，还带转折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现在我家睡前故事，3分钟搞定——女儿还更黏我这个爸爸。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工具没变吗？变了——从我的嘴，换成AI。但真正变的，是我给的料。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“AI不是没本事，是没材料。”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同样让AI写你，两种给法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左：第一种：“我做了十年老师。”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右：第二种：“我带过三届毕业班，2024届升学率92%；开发过一套作文批改模板，被全校10位老师使用。”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差别不在AI，在你给它的料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同一个人——差的不是人，是料。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所以下午最重要的第一步，不是学工具——是把你的料，给足。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“AI不是没本事，是没材料；你的料，是你最香的东西。”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现在，动手——把你的料，备齐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把你做过的所有事，毫无保留地写下来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①打开手机备忘录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②带过几届学生、写过多少材料、组织过几次活动、卖过什么、被夸过什么——全部写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③别筛，别觉得“不值一提”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你觉得普通的，可能正是AI眼里的亮点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你带过几届学生、写过多少篇材料、组织过几次活动、卖过什么东西、被夸过什么——全部写。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第一步不用会工具——先写三件最普通的事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①写你每天干的那件事。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②带数字。数字是料里最值钱的部分。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写成 MD 文件的样子——很简单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①# 我是谁 一句话介绍：___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②## 做过的事 - 事情1：带数字，比如“带过三届毕业班，升学率92%” - 事情2：带数字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③## 联系方式 电话/微信：___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现在开始，8分钟，写你的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①写完自己读一遍：有没有数字？没有就补一个。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②数字是料里最值钱的部分。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“你手机里，现在有一份你的料。”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①锚点·第2:40分钟。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②下一步，把它变成网页。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“你觉得普通的，可能是AI眼里的亮点。”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下一步：把料，变成网页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我不停——把完整过程，一口气做给你们看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①你们先看，看完自己动手。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②这三步，就是你下午的全部：料→生成→追问。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第一步：把料发给豆包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①打开豆包，把准备好的 MD 全文粘贴发送。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②它读完了。看它怎么说。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第二步：生成网页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①“用这份资料，帮我做一个一页的自我介绍网页，干净、大方、适合职场。”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看——出来了。能点、能滚。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干净、大方、适合职场的自我介绍网页</a:t>
            </a:r>
          </a:p>
        </p:txBody>
      </p:sp>
      <p:pic>
        <p:nvPicPr>
          <p:cNvPr id="1007" name="Picture 1006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第三步：改一轮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①“字太小了，放大一点。”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②“把三个做过的事，每行一个，加序号。”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记住：料→生成→追问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①我不重写，我就追问。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②三步，全流程就是这样。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871728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上午你们说“AI好神”——刚才这10分钟，是我替你们先走了一遍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1178909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77707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①马上，轮到你们自己。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现在，轮到你们——发豆包→生成网页→改一轮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①把你那份 MD 发给豆包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②生成网页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③改一轮（用追问公式）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④有问题举手，我来。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改一轮，用上午的追问公式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①针对哪里不满意，改成什么方向。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②第一步不完美没关系——糙的第一版，比完美的空白强。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“糙的第一版，比完美的空白强。”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“你手机里，现在有一个你的网页初稿。”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①不完美——但是你的。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②锚点·第3:05分钟。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我不抽屏幕，我抽问题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①3个问题，答不出来的没关系——同桌帮一下，或者我再说一遍。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②这三问，就是检验下午三根柱子到没到手。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问题一：提示词万能公式，是哪五步？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①答案：角色、任务、背景、要求、格式。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问题二：AI做出来的东西糙，是什么问题？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①答案：数据问题——不是工具，是料没给够。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问题三：第一版不满意，应该重写，还是追问？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①答案：追问——接着改，不重来。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“这三问，就是今天下午的三根柱子：派活、给料、迭代。”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上午你们是观众，看别人做；现在角色已经换了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①你们手里有网页、心里有口诀——从“看别人炫的观众”，到“会指挥AI的人”。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今天一天，回头看，你们做了三样东西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早上看成品 → 上午改贪吃蛇 → 下午做网页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①早上——看了星空海报、简历网页（别人做的成品）。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②上午——玩了贪吃蛇，亲手改过它（你指挥的）。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③下午——做了自己的料，把它变成网页（你指挥的）。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全程，你没写一行代码。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①回扣上午那句话。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“原来，我也能指挥它。”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你不再是“看别人炫的观众”——你是“会指挥AI的人”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①早上你们看见成品，心里想的是“AI好神”。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②现在你们自己做完，心里应该换一句话了。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怎么做，才能从“能看”，做到“好看、好用、像回事”？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①答案不在工具——工具你已经会了。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②在数据，在方法。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“明天，我们专门做这件事”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104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①把网页发给一个你觉得重要的人——这是你今天的勋章。发出去，就是“我也能”的最低证据。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380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②想一件明天想让它帮你做的事，写进便签。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原来，我也能指挥它。明天，让它做得更好看。</a:t>
            </a:r>
            <a:br/>
            <a:r>
              <a:rPr lang="zh-CN" altLang="en-US" sz="2400" b="1"/>
              <a:t>D1·下午场｜明天见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