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  <p:sldId id="2060" r:id="rId98"/>
    <p:sldId id="2061" r:id="rId99"/>
    <p:sldId id="2062" r:id="rId100"/>
    <p:sldId id="2063" r:id="rId101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98" Type="http://schemas.openxmlformats.org/officeDocument/2006/relationships/slide" Target="slides/slide45.xml"/><Relationship Id="rId99" Type="http://schemas.openxmlformats.org/officeDocument/2006/relationships/slide" Target="slides/slide46.xml"/><Relationship Id="rId100" Type="http://schemas.openxmlformats.org/officeDocument/2006/relationships/slide" Target="slides/slide47.xml"/><Relationship Id="rId101" Type="http://schemas.openxmlformats.org/officeDocument/2006/relationships/slide" Target="slides/slide48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指令卡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P37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P38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P39 | 封底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数据——不是工具问题，是数据问题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①今天，这句话从"知道"变"会做"。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37261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②先记住：数据不是资料，是私有资产。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从"AI写的像所有人"到"AI写的像你"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数据分三类：标准、范例、反馈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①标准：什么叫"好"？你心里那把尺。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②范例：标准是尺，范例是样板——你收藏过的、你佩服的、发出来点赞高的。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92227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③反馈：你改过的地方——删了一句、换了一个词、加了一个例子。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没有标准，AI给你什么都算数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①你永远说不出"改哪"。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②反馈最值钱：AI写出来，你删了一句、换了一个词、加了一个例子——这些修改，就是最值钱的数据。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8270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③一句话收：标准定好坏，范例定风格，反馈定手感。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那是平均答案——是所有人的平均值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①你的数据，才是你。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②你的学生案例、你的家长沟通、你改过的每一版稿——这些东西，别人没有。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404368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③喂给AI，它就从"谁都像"变成"像你"。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数据是私有资产——你攒的不是文件，是别人偷不走的你的风格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60秒，写三行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①标准：我觉得什么叫好？（1条）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②范例：我手头最佩服的1篇/1个例子？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③反馈：上次做这事，被改最多的地方？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“你手里应该有三行字了”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①标准、范例、反馈——三个词，说得出吗？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②锚点·第24分钟：每人能说出三类数据。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“数据不是资料，是私有资产。”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看效果——喂数据前 vs 喂数据后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①给你们演示：家长会发言稿，或学校公众号稿。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37261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②接下来十分钟，你们会亲眼看到：同一个AI、同一个问题，喂数据前和喂数据后，差出一个你。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初版：帮我写一篇家长会发言稿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①"各位家长大家好，感谢大家在百忙之中抽出时间……"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②这就是平均答案。谁都能写，你发出去，家长看完就忘。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喂数据：我的稿件库（三篇自己的稿子）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①不是范文，是我自己的稿子：家长会发言/班级小结/活动通知。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②每篇拆成五件套：标题、开头、结构、金句、禁忌。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③再告诉它禁忌：不告状、不命令、不报忧不报喜。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重来：参照这三篇稿的风格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①"参照这三篇稿的风格，写一篇家长会发言稿，注意禁忌。"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②还是那些事，但味儿对了——像你写的，不像百度文库写的。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③关键在这：提示词我只多了一句"参照这三篇"，变化全来自数据。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加数据，比换提示词管用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①这就是你手机里三行字的威力。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方法三步：五件套→文件夹→参照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【指令卡】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①把好稿拆成五件套。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②存进一个文件夹。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③写的时候丢给AI参照。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④注意一个坑：禁忌一定要写——你不写，AI不知道你不想听什么。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60秒：加一句你自己的禁忌，发给豆包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①把刚才那句"帮我写篇家长会发言稿"，加上你自己的一个禁忌。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②不用拆稿，就加一句禁忌就行。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加一句"禁忌"，它写出来就不一样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再来一个例子：C题库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①我教C语言，做题库。你们可能觉得：题库嘛，就是题目。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72186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②我告诉你们，题目只是最不值钱的那部分。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做一套题，真正攒下来的是什么？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①第一，考纲——这是标准。哪个知识点必考、考到什么难度，AI出题要对着它。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8158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②第二，学生错题——这是反馈。错得最多的那几道，才是你课堂该讲的地方。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32715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③第三，讲解稿——这是版本化。第一版讲得绕，第三版找到了更好的讲法。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数据是边干边攒的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①你今天改的一版稿、你删的一句话、你记的一个错——全是数据，攒着就是复利。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3949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②同一道题，你第一版讲得绕、第三版讲得通——这两个版本放在一起，就是别人偷不走的你。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工具会变，数据不会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①豆包过两个月更新了，GPT出了新的，你D1学的那个按钮可能换了地方。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5394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②但你的教案库、你的错题本、你的稿件库，换工具也能用。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445643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③工具是借来的，数据是你自己的。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“加数据，比换提示词管用”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①锚点·第28分钟：每人亲眼看到"喂数据前后差多少"。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06324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②数据有了，怎么处理它、怎么不踩坑？最后一小段，四步说清。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“工具会变，数据不会。”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数据攒了，怎么处理？四个动作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①脱敏、结构化、标签化、版本化。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37261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②这四个动作，就是让数据从"一堆字"变成"你的资产"的路。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第一步脱敏＋第二步结构化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①脱敏：名字、电话、班级、成绩，去掉或换成"孩子A"。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②原因：给AI的东西，先过一遍"能不能给别人看"。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③结构化：别丢一篇PDF就给AI。转成文字、拆成段落、标好标题。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④例子：C语言真题，PDF转MD，AI才读得动。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第三步标签化＋第四步版本化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①标签化：给每条数据贴标签——这是范例/这是反馈/这是标准。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②标签越多，你要用的时候AI找得越快。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③版本化：改一版存一版：v1、v2、v3。别覆盖。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④你第一版为什么差，第三版为什么好——对比着看，就是最好的教材。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99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800" b="1"/>
              <a:t>“脱敏保安全，结构化保读得懂，标签化保找得到，版本化保看得见进步”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6+1地图：预判识别收集处理使用反馈＋治理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【存屏】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①预判：先想"这事以后AI用得上吗"。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②识别：认出哪些算数据（改稿记录、错题、好例子）。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③收集：攒起来，别丢。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301370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④处理：刚才那四步。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45439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⑤使用：喂给AI干活。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3895089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⑥反馈：用完之后，把"哪里不对"再收回来。</a:t>
            </a:r>
          </a:p>
        </p:txBody>
      </p:sp>
      <p:sp>
        <p:nvSpPr>
          <p:cNvPr id="63497" name="TextBox 63496"/>
          <p:cNvSpPr txBox="1"/>
          <p:nvPr/>
        </p:nvSpPr>
        <p:spPr>
          <a:xfrm>
            <a:off x="914400" y="433578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⑦治理：隐私、权限，谁也不能碰。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7" fill="hold">
                      <p:stCondLst>
                        <p:cond delay="indefinite"/>
                      </p:stCondLst>
                      <p:childTnLst>
                        <p:par>
                          <p:cTn id="102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3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凡是你改过的东西，都留个v2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①今天下午开始，你改过的每一样东西都留个v2——这个动作，比记十个口诀都值钱。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“脱敏，或者版本化——至少说出一个”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①锚点·第13分钟：每人能说出处理四步中的一个，知道"不喂隐私"。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35712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②好，上午的内容，讲完了。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“凡是你改过的东西，都留个v2。”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上午最后15分钟，收个尾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①上午三样东西：框架、入口、燃料。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37261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②框架＝双三角；入口＝场景；燃料＝数据。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同桌互相说：双三角是哪六个角？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①哪三个是人类的？哪三个是AI的？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②我请一排：右边这排，从第一位开始，每人说一个角。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看见没有？六角，你们能说出来了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①上午开始前，你们还不知道有六个角呢。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②这就是"我也能"的证据。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收卡：四个都有了吗？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①低头看你的便签：给谁、在什么时候、解决什么任务、什么不能错。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②缺一个的，现在补上。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这一张卡，就是你下午的原料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①下午我们会用它，学怎么判断AI的话、怎么当甲方。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最后三问，心里答，不用说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①第一，上午哪一句话最戳你？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②第二，你回去第一件会喂数据的事，是什么？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63093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③第三，你觉得"你"和"AI"的分工，清楚了吗？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454787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④如果都答得上来，上午你赚了。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87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先有场景，再谈数据；先有人类三角，再谈AI三角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590800"/>
            <a:ext cx="5760720" cy="132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①你手机里那张卡、那三行字，就是下午当甲方的入场券——带上它们，下午见。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92049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②下午两点，我们讲最硬核的：怎么判断AI的话、怎么让它听你的。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554227"/>
          </a:xfrm>
        </p:spPr>
        <p:txBody>
          <a:bodyPr/>
          <a:lstStyle/>
          <a:p>
            <a:r>
              <a:rPr lang="zh-CN" altLang="en-US" sz="2800" b="1"/>
              <a:t>先有场景，再谈数据。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889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D3·上午场 11:05–12:30｜去吃饭，下午见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