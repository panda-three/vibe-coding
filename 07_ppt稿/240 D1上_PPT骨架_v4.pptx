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  <p:sldId id="2068" r:id="rId106"/>
    <p:sldId id="2069" r:id="rId107"/>
    <p:sldId id="2070" r:id="rId108"/>
    <p:sldId id="2071" r:id="rId109"/>
    <p:sldId id="2072" r:id="rId110"/>
    <p:sldId id="2073" r:id="rId111"/>
    <p:sldId id="2074" r:id="rId112"/>
    <p:sldId id="2075" r:id="rId113"/>
    <p:sldId id="2076" r:id="rId114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02" Type="http://schemas.openxmlformats.org/officeDocument/2006/relationships/slide" Target="slides/slide49.xml"/><Relationship Id="rId103" Type="http://schemas.openxmlformats.org/officeDocument/2006/relationships/slide" Target="slides/slide50.xml"/><Relationship Id="rId104" Type="http://schemas.openxmlformats.org/officeDocument/2006/relationships/slide" Target="slides/slide51.xml"/><Relationship Id="rId105" Type="http://schemas.openxmlformats.org/officeDocument/2006/relationships/slide" Target="slides/slide52.xml"/><Relationship Id="rId106" Type="http://schemas.openxmlformats.org/officeDocument/2006/relationships/slide" Target="slides/slide53.xml"/><Relationship Id="rId107" Type="http://schemas.openxmlformats.org/officeDocument/2006/relationships/slide" Target="slides/slide54.xml"/><Relationship Id="rId108" Type="http://schemas.openxmlformats.org/officeDocument/2006/relationships/slide" Target="slides/slide55.xml"/><Relationship Id="rId109" Type="http://schemas.openxmlformats.org/officeDocument/2006/relationships/slide" Target="slides/slide56.xml"/><Relationship Id="rId110" Type="http://schemas.openxmlformats.org/officeDocument/2006/relationships/slide" Target="slides/slide57.xml"/><Relationship Id="rId111" Type="http://schemas.openxmlformats.org/officeDocument/2006/relationships/slide" Target="slides/slide58.xml"/><Relationship Id="rId112" Type="http://schemas.openxmlformats.org/officeDocument/2006/relationships/slide" Target="slides/slide59.xml"/><Relationship Id="rId113" Type="http://schemas.openxmlformats.org/officeDocument/2006/relationships/slide" Target="slides/slide60.xml"/><Relationship Id="rId114" Type="http://schemas.openxmlformats.org/officeDocument/2006/relationships/slide" Target="slides/slide61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结果证据页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悬念页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结果证据页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反差页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章节页/模型页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结果诊断页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对比/迭代页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对比/迭代页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金句页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命名页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公式页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套用页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案例对比页（左）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案例对比页（右）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案例对比页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存屏页/任务卡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金句页＋桥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结果证据页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拆解页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链条总图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金句＋锚点页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回扣页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结果证据页/回扣页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P49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P50 | 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P51 | 锚点＋行动页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P52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6.xml"/><Relationship Id="rId7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5.xml"/><Relationship Id="rId7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46.xml"/><Relationship Id="rId7" Type="http://schemas.openxmlformats.org/officeDocument/2006/relationships/image" Target="../media/image1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57.xml"/><Relationship Id="rId7" Type="http://schemas.openxmlformats.org/officeDocument/2006/relationships/image" Target="../media/image12.jpg"/><Relationship Id="rId8" Type="http://schemas.openxmlformats.org/officeDocument/2006/relationships/image" Target="../media/image1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59.xml"/><Relationship Id="rId7" Type="http://schemas.openxmlformats.org/officeDocument/2006/relationships/image" Target="../media/image17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200" b="1"/>
              <a:t>Vibe Coding 3天营 · D1上午：不写代码，做出来</a:t>
            </a:r>
            <a:br/>
            <a:r>
              <a:rPr lang="zh-CN" altLang="en-US" sz="3200" b="1"/>
              <a:t>你没写一行代码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 algn="ctr">
            <a:r>
              <a:rPr lang="zh-CN" altLang="en-US" sz="2000" b="1"/>
              <a:t>猜：从开口到能给别人看，要多久？</a:t>
            </a:r>
          </a:p>
          <a:p algn="ctr">
            <a:r>
              <a:rPr lang="zh-CN" altLang="en-US" sz="2400" b="0"/>
              <a:t>30秒</a:t>
            </a:r>
          </a:p>
          <a:p algn="ctr">
            <a:r>
              <a:rPr lang="zh-CN" altLang="en-US" sz="2400" b="0"/>
              <a:t>3分钟</a:t>
            </a:r>
          </a:p>
          <a:p algn="ctr">
            <a:r>
              <a:rPr lang="zh-CN" altLang="en-US" sz="2400" b="0"/>
              <a:t>3小时</a:t>
            </a:r>
          </a:p>
          <a:p algn="ctr">
            <a:r>
              <a:rPr lang="zh-CN" altLang="en-US" sz="2400" b="0"/>
              <a:t>3天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等会儿，对着答案看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“你没写一行代码”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这一句，是三天所有事情的起点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（全课第一颗钉子，只放一行）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写下你最烦的一件小事，它就是你的干粮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① 打开手机便签</a:t>
            </a:r>
          </a:p>
          <a:p>
            <a:r>
              <a:rPr lang="zh-CN" altLang="en-US" sz="1400" b="0"/>
              <a:t>② 想一件工作里最烦、最重复的小事——越琐碎越好</a:t>
            </a:r>
          </a:p>
          <a:p>
            <a:r>
              <a:rPr lang="zh-CN" altLang="en-US" sz="1400" b="0"/>
              <a:t>③ 写一个词：评语 / 海报 / 通知</a:t>
            </a:r>
          </a:p>
          <a:p>
            <a:r>
              <a:rPr lang="zh-CN" altLang="en-US" sz="1400" b="0"/>
              <a:t>倒计时 60 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教师 → 写通知 / 改教案标题 ｜ 宣传 → 编文案 / 给活动P图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 algn="ctr">
            <a:r>
              <a:rPr lang="zh-CN" altLang="en-US" sz="2000" b="1"/>
              <a:t>你的一个词，凭什么能变成一个东西？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下一段，先看两样东西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炸场：先看两个做好的东西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0"/>
              <a:t>上午，先看我做</a:t>
            </a:r>
          </a:p>
          <a:p algn="ctr">
            <a:r>
              <a:rPr lang="zh-CN" altLang="en-US" sz="1800" b="0"/>
              <a:t>下午，轮到你们做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成品①：一个能点能动的星空海报页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深蓝背景 · 银河横穿 · 右下角一行字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不是图片，是网页——能点、能动</a:t>
            </a:r>
          </a:p>
        </p:txBody>
      </p:sp>
      <p:pic>
        <p:nvPicPr>
          <p:cNvPr id="22" name="Picture 21" descr="ppt素材_01_星空海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成品②：一个能点能发的简历网页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能点 · 能滚 · 能发给别人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点一下 → 项目 ｜ 再点 → 联系方式</a:t>
            </a:r>
          </a:p>
        </p:txBody>
      </p:sp>
      <p:pic>
        <p:nvPicPr>
          <p:cNvPr id="22" name="Picture 21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不是找人做的，不是花钱买的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【反差页】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✗ 找人做</a:t>
            </a:r>
          </a:p>
          <a:p>
            <a:r>
              <a:rPr lang="zh-CN" altLang="en-US" sz="1400" b="0"/>
              <a:t>✗ 花钱买</a:t>
            </a:r>
          </a:p>
          <a:p>
            <a:r>
              <a:rPr lang="zh-CN" altLang="en-US" sz="1400" b="0"/>
              <a:t>✗ 学三个月</a:t>
            </a:r>
          </a:p>
          <a:p>
            <a:r>
              <a:rPr lang="zh-CN" altLang="en-US" sz="1400" b="0"/>
              <a:t>✓ 一个人 ＋ 一个工具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 algn="ctr">
            <a:r>
              <a:rPr lang="zh-CN" altLang="en-US" sz="2000" b="1"/>
              <a:t>它们怎么来的？答案先放一放</a:t>
            </a:r>
          </a:p>
          <a:p algn="ctr">
            <a:r>
              <a:rPr lang="zh-CN" altLang="en-US" sz="2400" b="0"/>
              <a:t>做法有多简单？等学完几个词就吓一跳</a:t>
            </a:r>
          </a:p>
          <a:p algn="ctr">
            <a:r>
              <a:rPr lang="zh-CN" altLang="en-US" sz="2400" b="0"/>
              <a:t>不过在学词之前——先动手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“你也能做成这样”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不是三个月以后，不是三天以后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今天下午之前，你手机里就能有一个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三天的路：敢 → 能 → 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0"/>
              <a:t>① 敢 — 今天：先敢看、敢试</a:t>
            </a:r>
          </a:p>
          <a:p algn="ctr">
            <a:r>
              <a:rPr lang="zh-CN" altLang="en-US" sz="1800" b="0"/>
              <a:t>② 能 — 明天：亲手做出一个东西</a:t>
            </a:r>
          </a:p>
          <a:p algn="ctr">
            <a:r>
              <a:rPr lang="zh-CN" altLang="en-US" sz="1800" b="0"/>
              <a:t>③ 信 — 后天：看懂它、一直用它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“敢”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刚才那两样东西——你敢了没有？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动手：一句话做出来，再一步步改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0"/>
              <a:t>全员实操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第一版：就一句话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帮我做一个贪吃蛇游戏。</a:t>
            </a:r>
          </a:p>
          <a:p>
            <a:r>
              <a:rPr lang="zh-CN" altLang="en-US" sz="1400" b="0"/>
              <a:t>第 1 句 · 可复制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看，出来了。能玩吗？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第一版有点普通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【结果诊断页】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没分数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死了没提示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找到问题，才能迭代</a:t>
            </a:r>
          </a:p>
        </p:txBody>
      </p:sp>
      <p:pic>
        <p:nvPicPr>
          <p:cNvPr id="22" name="Picture 21" descr="ppt素材_03_贪吃蛇基础版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迭代①：不重写，接着加一句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【对比/迭代页】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原句：帮我做一个贪吃蛇游戏。</a:t>
            </a:r>
          </a:p>
          <a:p>
            <a:r>
              <a:rPr lang="zh-CN" altLang="en-US" sz="1400" b="0"/>
              <a:t>新增：加上分数显示，死了显示得分。</a:t>
            </a:r>
          </a:p>
          <a:p>
            <a:r>
              <a:rPr lang="zh-CN" altLang="en-US" sz="1400" b="0"/>
              <a:t>结果：分数有了，死了能看见得分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迭代＝不是重写，是接着改</a:t>
            </a:r>
          </a:p>
        </p:txBody>
      </p:sp>
      <p:pic>
        <p:nvPicPr>
          <p:cNvPr id="63491" name="Picture 63490" descr="ppt素材_04_贪吃蛇有分数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525753"/>
            <a:ext cx="4023360" cy="22636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迭代②：继续说人话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【对比/迭代页】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新增：蛇做成绿色，速度再快一点。</a:t>
            </a:r>
          </a:p>
          <a:p>
            <a:r>
              <a:rPr lang="zh-CN" altLang="en-US" sz="1400" b="0"/>
              <a:t>结果：它听我的话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全程没碰代码——一直在说人话</a:t>
            </a:r>
          </a:p>
        </p:txBody>
      </p:sp>
      <p:pic>
        <p:nvPicPr>
          <p:cNvPr id="63491" name="Picture 63490" descr="ppt素材_05_贪吃蛇绿蛇快速度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525753"/>
            <a:ext cx="4023360" cy="22636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“提示词不是一次写对的，是越改越好的”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轮到你了：加一个你自己的要求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① 打开手机豆包</a:t>
            </a:r>
          </a:p>
          <a:p>
            <a:r>
              <a:rPr lang="zh-CN" altLang="en-US" sz="1400" b="0"/>
              <a:t>② 复制这句话：帮我做一个贪吃蛇游戏。回车</a:t>
            </a:r>
          </a:p>
          <a:p>
            <a:r>
              <a:rPr lang="zh-CN" altLang="en-US" sz="1400" b="0"/>
              <a:t>③ 加一个要求：颜色 / 分数 / 速度 / 难度</a:t>
            </a:r>
          </a:p>
          <a:p>
            <a:r>
              <a:rPr lang="zh-CN" altLang="en-US" sz="1400" b="0"/>
              <a:t>加完的，玩一下，看它变没变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这句话我发群里，照抄即可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“你手机里，已经有一个你改过的贪吃蛇”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你刚才，指挥AI改了一个东西——这，就是迭代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 algn="ctr">
            <a:r>
              <a:rPr lang="zh-CN" altLang="en-US" sz="2000" b="1"/>
              <a:t>你刚才干的这件事，有一个名字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下一段，拆给你看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你刚才干的那件事，叫"提示词"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【命名页】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提示词 ＝ 你对AI说的那句话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一句话的公式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【公式页】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角色 ＋ 任务 ＋ 背景 ＋ 要求 ＋ 格式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那句话里，藏着一个公式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拿贪吃蛇套公式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【套用页】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帮我做贪吃蛇 → 任务</a:t>
            </a:r>
          </a:p>
          <a:p>
            <a:r>
              <a:rPr lang="zh-CN" altLang="en-US" sz="1400" b="0"/>
              <a:t>加上分数、改成绿色 → 要求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要求越具体，它改得越准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不会问：一句万能广告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【案例对比页（左）】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指令：帮我写个卖苹果的文案。</a:t>
            </a:r>
          </a:p>
          <a:p>
            <a:r>
              <a:rPr lang="zh-CN" altLang="en-US" sz="1400" b="0"/>
              <a:t>结果：新鲜苹果上市，脆甜多汁，营养丰富，欢迎选购！</a:t>
            </a:r>
          </a:p>
          <a:p>
            <a:r>
              <a:rPr lang="zh-CN" altLang="en-US" sz="1400" b="0"/>
              <a:t>✗ 像万能广告——谁都能用，谁都不想要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会问：把活派清楚，直接能发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【案例对比页（右）】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你是一名社区团购水果店老板</a:t>
            </a:r>
          </a:p>
          <a:p>
            <a:r>
              <a:rPr lang="zh-CN" altLang="en-US" sz="1400" b="0"/>
              <a:t>帮我写3条卖烟台红富士苹果的朋友圈</a:t>
            </a:r>
          </a:p>
          <a:p>
            <a:r>
              <a:rPr lang="zh-CN" altLang="en-US" sz="1400" b="0"/>
              <a:t>卖给小区邻居，5斤29.9，今晚8点截单，明天到货</a:t>
            </a:r>
          </a:p>
          <a:p>
            <a:r>
              <a:rPr lang="zh-CN" altLang="en-US" sz="1400" b="0"/>
              <a:t>要求：像邻居推荐，口语化，每条80字以内</a:t>
            </a:r>
          </a:p>
          <a:p>
            <a:r>
              <a:rPr lang="zh-CN" altLang="en-US" sz="1400" b="0"/>
              <a:t>结果：邻居们，红富士到了！…要几斤？</a:t>
            </a:r>
          </a:p>
          <a:p>
            <a:r>
              <a:rPr lang="zh-CN" altLang="en-US" sz="1400" b="0"/>
              <a:t>✓ 直接能发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不是AI变聪明了，是你把活派清楚了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请假也一样：加背景和要求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只写：帮我写请假条 → 公文体</a:t>
            </a:r>
          </a:p>
          <a:p>
            <a:r>
              <a:rPr lang="zh-CN" altLang="en-US" sz="1400" b="0"/>
              <a:t>加上：是给部门经理的微信，明天下午孩子打疫苗，工作已交接给小李，100字以内，别用"望批准" → 直接能发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差距就在你有没有把背景和要求说清楚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万能模板：存下来，以后照抄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【存屏页/任务卡】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你是一个【角色】。我要【任务】。</a:t>
            </a:r>
          </a:p>
          <a:p>
            <a:r>
              <a:rPr lang="zh-CN" altLang="en-US" sz="1400" b="0"/>
              <a:t>背景：【给谁看 / 什么场景】。</a:t>
            </a:r>
          </a:p>
          <a:p>
            <a:r>
              <a:rPr lang="zh-CN" altLang="en-US" sz="1400" b="0"/>
              <a:t>要求：【语气 / 字数 / 重点】。</a:t>
            </a:r>
          </a:p>
          <a:p>
            <a:r>
              <a:rPr lang="zh-CN" altLang="en-US" sz="1400" b="0"/>
              <a:t>输出成【格式】。</a:t>
            </a:r>
          </a:p>
          <a:p>
            <a:r>
              <a:rPr lang="zh-CN" altLang="en-US" sz="1400" b="0"/>
              <a:t>信息不够，先问我。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现在就存下来——拍照 / 收藏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“提示词不是咒语，是派活说明书”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你说得越清楚，它干得越漂亮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你可能还不信——一句话真能做出网页？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接下来这几个词：不是背的，是一条链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0"/>
              <a:t>每一个，都是因为上一个环节做不到，才有了下一个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大模型：读过很多书，你说话它干活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刚才的贪吃蛇、那个网页，都是它干的</a:t>
            </a:r>
          </a:p>
          <a:p>
            <a:r>
              <a:rPr lang="zh-CN" altLang="en-US" sz="1400" b="0"/>
              <a:t>它有两个毛病，我们一个个治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Token：大模型数数的单位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毛病一：它只认数字，不认字</a:t>
            </a:r>
          </a:p>
          <a:p>
            <a:r>
              <a:rPr lang="zh-CN" altLang="en-US" sz="1400" b="0"/>
              <a:t>你说"你好"，它得先翻译成数字才算得动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记住：Token是大模型数数的单位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上下文：记忆是装的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毛病二：它没有记忆</a:t>
            </a:r>
          </a:p>
          <a:p>
            <a:r>
              <a:rPr lang="zh-CN" altLang="en-US" sz="1400" b="0"/>
              <a:t>每次发消息，后台把前面所有的话打包发过去——这个包，就是上下文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它记性好，是装的——全靠你重新说一遍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提示词：你发给它的那句话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那怎么派活？你发给它的那句话</a:t>
            </a:r>
          </a:p>
          <a:p>
            <a:r>
              <a:rPr lang="zh-CN" altLang="en-US" sz="1400" b="0"/>
              <a:t>贪吃蛇，你已经用过了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我就打这一句话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帮我做一个介绍我自己的网页，一页，开头是我的名字和一句话介绍，往下是三个我做过的事，最后是我的联系方式。</a:t>
            </a:r>
          </a:p>
          <a:p>
            <a:r>
              <a:rPr lang="zh-CN" altLang="en-US" sz="1400" b="0"/>
              <a:t>① 这一句话　② 回车　③ 30秒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可复制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出来了：能点、能滚、能发给别人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就这一句话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答案在这：30秒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你没写一行代码（回扣 P03）</a:t>
            </a:r>
          </a:p>
        </p:txBody>
      </p:sp>
      <p:pic>
        <p:nvPicPr>
          <p:cNvPr id="22" name="Picture 21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越具体，越省事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【拆解页】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任务（蓝）：帮我做网页</a:t>
            </a:r>
          </a:p>
          <a:p>
            <a:r>
              <a:rPr lang="zh-CN" altLang="en-US" sz="1400" b="0"/>
              <a:t>要求（绿）：名字、一句话介绍、三个事、联系方式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你说清楚，它就干得好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工具：让大模型的手伸到外面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它只会说，不会动手</a:t>
            </a:r>
          </a:p>
          <a:p>
            <a:r>
              <a:rPr lang="zh-CN" altLang="en-US" sz="1400" b="0"/>
              <a:t>查天气、上网、读图片、读文件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你手机豆包能读图、联网——就是工具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智能体：给任务，自己拆步骤自己干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查天气 → 下雨 → 找伞店 → 看路线</a:t>
            </a:r>
          </a:p>
          <a:p>
            <a:r>
              <a:rPr lang="zh-CN" altLang="en-US" sz="1400" b="0"/>
              <a:t>你给任务，它自己拆步骤、自己调工具、干完才交差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Skill：把好用的说法存成技能包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好用的说法，每次都要重新打一遍</a:t>
            </a:r>
          </a:p>
          <a:p>
            <a:r>
              <a:rPr lang="zh-CN" altLang="en-US" sz="1400" b="0"/>
              <a:t>把常用的话存成说明文档，下次一句话调用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今天下午，你们就会用到一个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Vibe Coding：用大白话指挥电脑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今天上午你干的每一件事，都是它</a:t>
            </a:r>
          </a:p>
          <a:p>
            <a:r>
              <a:rPr lang="zh-CN" altLang="en-US" sz="1400" b="0"/>
              <a:t>贪吃蛇，网页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不是八个词，是一条链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【链条总图】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大模型 → Token → 上下文 → 提示词 → 工具 → 智能体 → 技能包 → Vibe Coding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每个都是因为上一个做不到，才有了下一个。今天不用背。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“你不是在学编程，你是在学指挥”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说出一条，就算过："因为大模型摸不到外面，所以有了工具"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上午最后留个彩蛋：生图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0"/>
              <a:t>还记得刚才那张星空海报页吗？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 algn="ctr">
            <a:r>
              <a:rPr lang="zh-CN" altLang="en-US" sz="2000" b="1"/>
              <a:t>它的做法跟网页一模一样</a:t>
            </a:r>
          </a:p>
          <a:p algn="ctr">
            <a:r>
              <a:rPr lang="zh-CN" altLang="en-US" sz="2400" b="0"/>
              <a:t>我描述，它出图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＝ 套路复用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一句话，一张星空海报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一张星空海报，深蓝背景，银河横穿，右下角一行小字：今晚八点，操场见。</a:t>
            </a:r>
          </a:p>
          <a:p>
            <a:r>
              <a:rPr lang="zh-CN" altLang="en-US" sz="1400" b="0"/>
              <a:t>回车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可复制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出来了——这就是刚才那张海报的做法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【结果证据页/回扣页】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你说"怎么来的"——就这么来的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左：刚才的成品①　＝　右：这次生成的</a:t>
            </a:r>
          </a:p>
        </p:txBody>
      </p:sp>
      <p:pic>
        <p:nvPicPr>
          <p:cNvPr id="22" name="Picture 21" descr="ppt素材_01_星空海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  <p:pic>
        <p:nvPicPr>
          <p:cNvPr id="23" name="Picture 22" descr="ppt素材_06_星空海报改后版_v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3192471"/>
            <a:ext cx="3099816" cy="17440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生图模型：把一句话变成一张图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文生图</a:t>
            </a:r>
          </a:p>
          <a:p>
            <a:r>
              <a:rPr lang="zh-CN" altLang="en-US" sz="1400" b="0"/>
              <a:t>套路复用：说清楚 → 生成 → 接着改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跟贪吃蛇一模一样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不满意接着改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【迭代页】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星星太多？加一句：星星少一点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字太小？加一句：字大一点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越具体，越省事</a:t>
            </a:r>
          </a:p>
        </p:txBody>
      </p:sp>
      <p:pic>
        <p:nvPicPr>
          <p:cNvPr id="22" name="Picture 21" descr="ppt素材_06_星空海报改后版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“明天下午，做一张你自己的海报”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就用你便签里那个词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生图跟做网页，是一个套路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行动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200" b="1"/>
              <a:t>上午到这里，下午两点</a:t>
            </a:r>
            <a:br/>
            <a:r>
              <a:rPr lang="zh-CN" altLang="en-US" sz="3200" b="1"/>
              <a:t>做你自己的简历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