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6.xml"/><Relationship Id="rId7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9.xml"/><Relationship Id="rId7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554227"/>
          </a:xfrm>
        </p:spPr>
        <p:txBody>
          <a:bodyPr/>
          <a:lstStyle/>
          <a:p>
            <a:r>
              <a:rPr lang="zh-CN" altLang="en-US" sz="2800" b="1"/>
              <a:t>上午11点，手机里一张场景卡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889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D3·上午场 09:00–11:05｜主题：人和 AI 怎么分工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差距到底在哪？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它凭什么能拉开差距？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我怎么才能一直赢、一直用得下去？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你心里，AI 是哪一种？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魔法棒：一点，啥都有了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玩具：好玩，但跟正事没关系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帮手：能干活，但你得会派活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选哪样，决定你这三年怎么用 AI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AI 不是魔法棒，是你的队友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你不用看懂它，你得会用它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 分 vs 40 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90 分的人：把 AI 当帮手，知道怎么派活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40 分的人：把 AI 当玩具，偶尔当魔法棒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差的不是工具，是脑子里怎么想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你是哪种人？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A：我说一句，它就能干，我还能改它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B：它给了，我不敢用，或者我改不动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A 和 B 的差别，不在手快，在谁心里有框架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同样写封信：第一句 vs 第二句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第一句："帮我写封信。"——客气、工整，谁都不想要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第二句：说清给谁、要什么效果、什么语气、什么结尾——这才是派活</a:t>
            </a:r>
          </a:p>
        </p:txBody>
      </p:sp>
      <p:pic>
        <p:nvPicPr>
          <p:cNvPr id="1011" name="Picture 1010" descr="200占位_一封信对比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764791"/>
            <a:ext cx="5303520" cy="397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“缺的不是问法，是框架。”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双三角：人一个三角，AI 一个三角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人类三角定方向，AI 三角提产能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人类三角① 审美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审美＝一眼能看出：这东西好，还是不好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"判断结果好坏"，就是审美，归人，不归 AI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审美能练，但不是 AI 替你练的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人类三角② 体系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体系＝把乱糟糟的事，拆成几步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写教案：目标、重难点、环节、作业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说"按四段来"，AI 立刻像个人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人类三角③ 创造力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创造力＝提出新组合、新假设，不是写诗画画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这三个角，是人身上最值钱的，AI 替不了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AI 三角：场景、数据、基本功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场景：找到哪个环节值得让 AI 干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数据：喂标准、好例子、你的反馈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基本功：会提问、会调用工具、会迭代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判断结果好坏，归人的审美，不在 AI 基本功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人类三角不能交，AI 三角尽管交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AI 三角忙死，也救不了方向错的活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互相增强：这圈转得动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人给 AI 喂场景、数据、反馈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 给人腾时间、给底稿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人再做更重要的判断和决定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案例：学期末的一封信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一个案例，把六个角全串起来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几十个学生，信写到半夜——AI 该上场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场景：期末，给每个学生一封"被看见"的信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审美：先找十封好信，知道什么叫好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喂数据，才是基本功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数据：成绩、谈话记录、你印象里 ta 做过的事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喂的是你对孩子的了解，不是网上的范文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体系：一封信＝看见×命名×锚定×展开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看见：你注意到 ta 哪个细节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命名：给 ta 一个标签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锚定：让 ta 记住自己哪一点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展开：下一步做什么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创造力：纠结与自洽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纠结：写他好怕他飘，写他问题怕他伤——AI 没有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自洽："我写他的优点，也写他的一个坎"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完整信段：坐我旁边，若即若离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"坐我旁边，不用刻意找话，我备课，你也忙自己的。"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"你不用每步都优秀，我也不是。"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"让我若即若离地陪着你，慢慢走，别急。"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不是群发范文，是孩子拿回家、家长会红眼的东西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六角里，哪三个是人类的？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答案：审美、体系、创造力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AI 的：场景、数据、基本功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21818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少一个角，它就掉回"群发范文"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“人类定方向，AI 提产能。”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场景——AI 才值钱的前提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场景对了，AI 才值钱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场景公式：任务×对象×约束×输出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任务：做什么事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对象：给谁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约束：什么不能错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输出：要什么结果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套一个：把通知改写成家长看得懂的三句话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任务：改写通知。对象：家长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约束：不能有歧义、不能漏时间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输出：三句话＋一个行动提醒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场景从哪来？三源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抱怨：你最烦的那件事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重复：你每周都要做的事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痛点：你一做就卡的事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找到了还要筛：四筛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高频：是不是经常干？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高痛：是不是一干就烦、一干就久？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容错：做坏了后果严重吗？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数据可得：手头有没有好例子？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四个都过值得做，只过两个先放着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细分：写通知太粗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按谁分：给家长、给学生、给老师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按时分：开学、期末、放假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细到一句能说清：谁、什么时候、要什么、什么不能错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真场景① 新生入校，跟家长视频通话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这个动作 AI 替不了——得真人聊，家长才安心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但聊完信息一大堆，他记不住</a:t>
            </a:r>
          </a:p>
        </p:txBody>
      </p:sp>
      <p:pic>
        <p:nvPicPr>
          <p:cNvPr id="1011" name="Picture 1010" descr="200占位_新生入校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764791"/>
            <a:ext cx="5303520" cy="3977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《第一份档案》四段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孩子情况：体育迷男孩，爱打篮球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家长担心：怕坐不住、怕耽误打球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老师观察：反应快、有领导力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第一周关注点：先让他有事干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每段沟通丢给 AI 总结，整理出这份档案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五六位家长，当场红了眼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有家长说："您比我们还要懂孩子……"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这个场景细在哪？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不是"跟家长沟通"，是"入校那 3 天，给每个家长一份只关于 ta 孩子的档案"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场景从痛点里长出来，不是从工具功能里长出来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真场景② 国庆通知：改写前 vs 改写后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改写前：又长、又硬、一堆书面语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改写后：三句话大白话＋一个必办提醒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方法论出处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TCP-R：任务—标准—约束—反馈，先说清要什么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十指模型：先写标准，再让 AI 干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ABACC：按对象调整语气和内容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翻车点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称呼错：把"家长"写成"各位老师"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隐私：别把别的孩子信息写进去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叠加：通知别一稿套所有事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3 分钟，写一张"一句话场景卡"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打开手机便签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想一件最想交给 AI 的事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写成一句话：给谁、什么时候、什么任务、什么不能错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写不出来抄模板：帮我在＿，把＿做成＿，对象是＿，不能错的是＿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“这张卡，是下午的入场券”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你不是交作业，是给下午的自己递了张名片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“场景对了，AI 才值钱。”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