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94" Type="http://schemas.openxmlformats.org/officeDocument/2006/relationships/slide" Target="slides/slide5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03 专业团队走五步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五步全貌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AI产品设计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产品原型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⑤ 完善优化</a:t>
            </a:r>
          </a:p>
        </p:txBody>
      </p:sp>
      <p:sp>
        <p:nvSpPr>
          <p:cNvPr id="63496" name="TextBox 63495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哪一步最花时间？——第一步，设计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23" fill="hold">
                      <p:stCondLst>
                        <p:cond delay="indefinite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“先想清楚，再动手”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手做：想到哪，做到哪，做一半推翻重来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专业：先设计再动手，设计定了后面按图施工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设计省一天，后面省十天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你已经在用了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你昨天逼的"五行" = 第一步产品设计的缩小版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你前天复刻的骨架 = 第二步原型的缩小版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专业不是另一个世界，是同一套流程的放大版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04 轻客管家：五步过一遍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第一步：AI产品设计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干什么：一句话想法 → 跟AI多轮对话 → 写成需求文档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解决什么：想清楚——给谁用、解决什么、分几个功能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昨天你逼五行，今天它逼整本文档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第二步：产品原型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干什么：HTML+CSS做出"点得动"的界面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解决什么：看得见——需求是文字，原型是形状，低成本试错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第三步+第四步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系统设计——技术选型/数据库/接口，先画地图别返工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④ AI代码生成——按计划分模块开发，一块一块来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解决"别返工"+"干得动"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第五步：完善优化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干什么：真跑一遍，坏就修；再用Skills优化界面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解决什么：一直能用——迭代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上线不是终点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五步各一句话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设计——想清楚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原型——点得动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系统设计——画地图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代码——AI干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3327399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优化——迭代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05 Skills 正解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Skills = 一类任务，打包成文件夹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让AI拿到新能力的机制：指令+脚本+资源，装进一个文件夹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三个词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 不是产品——不是某个软件，是一种机制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 是一类任务——不是一个任务，是一类（"转文档"是一类）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 打包一个文件夹——AI要用，拿出来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你昨天打的包，就是迷你Skills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“流程留下来就是资产”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一个人手工做——拆、做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专业团队做——也是拆、做，只是把"怎么拆怎么做"打包成Skills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差别不在聪明，在把流程留下来了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三问抽查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① 一支团队走哪五步？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② Skills是什么？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21818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③ 专业和手做，差在哪个词？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“两句话带走”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784" y="233680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先拆，再做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745740"/>
            <a:ext cx="576072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>
                <a:solidFill>
                  <a:srgbClr val="666666"/>
                </a:solidFill>
              </a:rPr>
              <a:t>先想清楚，再动手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9784" y="562356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1600" b="0">
                <a:solidFill>
                  <a:srgbClr val="888888"/>
                </a:solidFill>
              </a:rPr>
              <a:t>你缺的不是技术——是流程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