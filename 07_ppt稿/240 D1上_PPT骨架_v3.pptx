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56" r:id="rId63"/>
    <p:sldId id="257" r:id="rId64"/>
    <p:sldId id="258" r:id="rId65"/>
    <p:sldId id="259" r:id="rId66"/>
    <p:sldId id="260" r:id="rId67"/>
    <p:sldId id="261" r:id="rId68"/>
    <p:sldId id="262" r:id="rId69"/>
    <p:sldId id="263" r:id="rId70"/>
    <p:sldId id="264" r:id="rId71"/>
    <p:sldId id="265" r:id="rId62"/>
    <p:sldId id="266" r:id="rId73"/>
    <p:sldId id="267" r:id="rId74"/>
    <p:sldId id="268" r:id="rId75"/>
    <p:sldId id="269" r:id="rId76"/>
    <p:sldId id="270" r:id="rId77"/>
    <p:sldId id="271" r:id="rId78"/>
    <p:sldId id="272" r:id="rId79"/>
    <p:sldId id="273" r:id="rId80"/>
    <p:sldId id="274" r:id="rId81"/>
    <p:sldId id="275" r:id="rId82"/>
    <p:sldId id="276" r:id="rId83"/>
    <p:sldId id="277" r:id="rId84"/>
    <p:sldId id="278" r:id="rId85"/>
    <p:sldId id="279" r:id="rId86"/>
    <p:sldId id="280" r:id="rId87"/>
    <p:sldId id="281" r:id="rId88"/>
    <p:sldId id="282" r:id="rId89"/>
    <p:sldId id="283" r:id="rId90"/>
    <p:sldId id="284" r:id="rId91"/>
    <p:sldId id="285" r:id="rId92"/>
    <p:sldId id="286" r:id="rId93"/>
    <p:sldId id="287" r:id="rId59"/>
    <p:sldId id="288" r:id="rId95"/>
    <p:sldId id="289" r:id="rId96"/>
    <p:sldId id="290" r:id="rId97"/>
    <p:sldId id="291" r:id="rId98"/>
    <p:sldId id="292" r:id="rId99"/>
    <p:sldId id="293" r:id="rId100"/>
    <p:sldId id="294" r:id="rId101"/>
    <p:sldId id="295" r:id="rId102"/>
    <p:sldId id="296" r:id="rId103"/>
    <p:sldId id="297" r:id="rId104"/>
    <p:sldId id="298" r:id="rId105"/>
    <p:sldId id="299" r:id="rId106"/>
    <p:sldId id="300" r:id="rId107"/>
    <p:sldId id="301" r:id="rId108"/>
    <p:sldId id="302" r:id="rId109"/>
    <p:sldId id="303" r:id="rId110"/>
    <p:sldId id="304" r:id="rId111"/>
    <p:sldId id="305" r:id="rId112"/>
    <p:sldId id="306" r:id="rId113"/>
    <p:sldId id="307" r:id="rId114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32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0.xml"/><Relationship Id="rId63" Type="http://schemas.openxmlformats.org/officeDocument/2006/relationships/slide" Target="slides/slide1.xml"/><Relationship Id="rId64" Type="http://schemas.openxmlformats.org/officeDocument/2006/relationships/slide" Target="slides/slide2.xml"/><Relationship Id="rId65" Type="http://schemas.openxmlformats.org/officeDocument/2006/relationships/slide" Target="slides/slide3.xml"/><Relationship Id="rId66" Type="http://schemas.openxmlformats.org/officeDocument/2006/relationships/slide" Target="slides/slide4.xml"/><Relationship Id="rId67" Type="http://schemas.openxmlformats.org/officeDocument/2006/relationships/slide" Target="slides/slide5.xml"/><Relationship Id="rId68" Type="http://schemas.openxmlformats.org/officeDocument/2006/relationships/slide" Target="slides/slide6.xml"/><Relationship Id="rId69" Type="http://schemas.openxmlformats.org/officeDocument/2006/relationships/slide" Target="slides/slide7.xml"/><Relationship Id="rId70" Type="http://schemas.openxmlformats.org/officeDocument/2006/relationships/slide" Target="slides/slide8.xml"/><Relationship Id="rId71" Type="http://schemas.openxmlformats.org/officeDocument/2006/relationships/slide" Target="slides/slide9.xml"/><Relationship Id="rId72" Type="http://schemas.openxmlformats.org/officeDocument/2006/relationships/slide" Target="slides/slide6.xml"/><Relationship Id="rId73" Type="http://schemas.openxmlformats.org/officeDocument/2006/relationships/slide" Target="slides/slide11.xml"/><Relationship Id="rId74" Type="http://schemas.openxmlformats.org/officeDocument/2006/relationships/slide" Target="slides/slide12.xml"/><Relationship Id="rId75" Type="http://schemas.openxmlformats.org/officeDocument/2006/relationships/slide" Target="slides/slide13.xml"/><Relationship Id="rId76" Type="http://schemas.openxmlformats.org/officeDocument/2006/relationships/slide" Target="slides/slide14.xml"/><Relationship Id="rId77" Type="http://schemas.openxmlformats.org/officeDocument/2006/relationships/slide" Target="slides/slide15.xml"/><Relationship Id="rId78" Type="http://schemas.openxmlformats.org/officeDocument/2006/relationships/slide" Target="slides/slide16.xml"/><Relationship Id="rId79" Type="http://schemas.openxmlformats.org/officeDocument/2006/relationships/slide" Target="slides/slide17.xml"/><Relationship Id="rId80" Type="http://schemas.openxmlformats.org/officeDocument/2006/relationships/slide" Target="slides/slide18.xml"/><Relationship Id="rId81" Type="http://schemas.openxmlformats.org/officeDocument/2006/relationships/slide" Target="slides/slide19.xml"/><Relationship Id="rId82" Type="http://schemas.openxmlformats.org/officeDocument/2006/relationships/slide" Target="slides/slide20.xml"/><Relationship Id="rId83" Type="http://schemas.openxmlformats.org/officeDocument/2006/relationships/slide" Target="slides/slide21.xml"/><Relationship Id="rId84" Type="http://schemas.openxmlformats.org/officeDocument/2006/relationships/slide" Target="slides/slide22.xml"/><Relationship Id="rId85" Type="http://schemas.openxmlformats.org/officeDocument/2006/relationships/slide" Target="slides/slide23.xml"/><Relationship Id="rId86" Type="http://schemas.openxmlformats.org/officeDocument/2006/relationships/slide" Target="slides/slide24.xml"/><Relationship Id="rId87" Type="http://schemas.openxmlformats.org/officeDocument/2006/relationships/slide" Target="slides/slide25.xml"/><Relationship Id="rId88" Type="http://schemas.openxmlformats.org/officeDocument/2006/relationships/slide" Target="slides/slide26.xml"/><Relationship Id="rId89" Type="http://schemas.openxmlformats.org/officeDocument/2006/relationships/slide" Target="slides/slide27.xml"/><Relationship Id="rId90" Type="http://schemas.openxmlformats.org/officeDocument/2006/relationships/slide" Target="slides/slide28.xml"/><Relationship Id="rId91" Type="http://schemas.openxmlformats.org/officeDocument/2006/relationships/slide" Target="slides/slide29.xml"/><Relationship Id="rId92" Type="http://schemas.openxmlformats.org/officeDocument/2006/relationships/slide" Target="slides/slide30.xml"/><Relationship Id="rId93" Type="http://schemas.openxmlformats.org/officeDocument/2006/relationships/slide" Target="slides/slide31.xml"/><Relationship Id="rId94" Type="http://schemas.openxmlformats.org/officeDocument/2006/relationships/slide" Target="slides/slide5.xml"/><Relationship Id="rId95" Type="http://schemas.openxmlformats.org/officeDocument/2006/relationships/slide" Target="slides/slide33.xml"/><Relationship Id="rId96" Type="http://schemas.openxmlformats.org/officeDocument/2006/relationships/slide" Target="slides/slide34.xml"/><Relationship Id="rId97" Type="http://schemas.openxmlformats.org/officeDocument/2006/relationships/slide" Target="slides/slide35.xml"/><Relationship Id="rId98" Type="http://schemas.openxmlformats.org/officeDocument/2006/relationships/slide" Target="slides/slide36.xml"/><Relationship Id="rId99" Type="http://schemas.openxmlformats.org/officeDocument/2006/relationships/slide" Target="slides/slide37.xml"/><Relationship Id="rId100" Type="http://schemas.openxmlformats.org/officeDocument/2006/relationships/slide" Target="slides/slide38.xml"/><Relationship Id="rId101" Type="http://schemas.openxmlformats.org/officeDocument/2006/relationships/slide" Target="slides/slide39.xml"/><Relationship Id="rId102" Type="http://schemas.openxmlformats.org/officeDocument/2006/relationships/slide" Target="slides/slide40.xml"/><Relationship Id="rId103" Type="http://schemas.openxmlformats.org/officeDocument/2006/relationships/slide" Target="slides/slide41.xml"/><Relationship Id="rId104" Type="http://schemas.openxmlformats.org/officeDocument/2006/relationships/slide" Target="slides/slide42.xml"/><Relationship Id="rId105" Type="http://schemas.openxmlformats.org/officeDocument/2006/relationships/slide" Target="slides/slide43.xml"/><Relationship Id="rId106" Type="http://schemas.openxmlformats.org/officeDocument/2006/relationships/slide" Target="slides/slide44.xml"/><Relationship Id="rId107" Type="http://schemas.openxmlformats.org/officeDocument/2006/relationships/slide" Target="slides/slide45.xml"/><Relationship Id="rId108" Type="http://schemas.openxmlformats.org/officeDocument/2006/relationships/slide" Target="slides/slide46.xml"/><Relationship Id="rId109" Type="http://schemas.openxmlformats.org/officeDocument/2006/relationships/slide" Target="slides/slide47.xml"/><Relationship Id="rId110" Type="http://schemas.openxmlformats.org/officeDocument/2006/relationships/slide" Target="slides/slide48.xml"/><Relationship Id="rId111" Type="http://schemas.openxmlformats.org/officeDocument/2006/relationships/slide" Target="slides/slide49.xml"/><Relationship Id="rId112" Type="http://schemas.openxmlformats.org/officeDocument/2006/relationships/slide" Target="slides/slide50.xml"/><Relationship Id="rId113" Type="http://schemas.openxmlformats.org/officeDocument/2006/relationships/slide" Target="slides/slide51.xml"/><Relationship Id="rId114" Type="http://schemas.openxmlformats.org/officeDocument/2006/relationships/slide" Target="slides/slide52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结果证据页 | 源段:B2-12/13/14/15/16 | 时长:150s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源段:B1-02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悬念页 | 源段:B1-01/03/04/05/06 | 时长:120s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锚点页 | 源段:B1-07/08/09/10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任务卡 | 源段:B1-11/12/13/14/15/16/17/18/19/20/21 | 时长:240s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桥页 | 源段:B1-22/23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章节页 | 源段:B2-01/02/03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结果证据页 | 源段:B2-04/05/06/07/08/09/10/11 | 时长:150s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反差页 | 源段:B2-17/18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桥页 | 源段:B2-19/20/24/25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锚点页 | 源段:B2-21/22/23/26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章节页/模型页 | 源段:B3-01/02/03/04/05 | 时长:120s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锚点页 | 源段:B3-06/07/08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章节页 | 源段:B4-01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演示指令卡 | 源段:B4-02/03/04/05/06/07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结果诊断页 | 源段:B4-08/09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对比/迭代页 | 源段:B4-10/11/12/13/14/15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对比/迭代页 | 源段:B4-17/18/19/20/21/22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金句页 | 源段:B4-16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任务卡 | 源段:B4-23/24/25/26/27/28/29/30/31 | 时长:300s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锚点页 | 源段:B4-32/33/34/35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桥页 | 源段:B4-36/37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命名页 | 源段:B5-01 | 时长:45s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公式页 | 源段:B5-02/03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套用页 | 源段:B5-04/05/06 | 时长:45s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案例对比页（左） | 源段:B5-07/08/09/10/11/12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案例对比页（右） | 源段:B5-13/14/15/16/17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案例对比页 | 源段:B5-18/19/20/21/22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存屏页/任务卡 | 源段:B5-23/24/25/26 | 时长:120s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金句页＋桥 | 源段:B5-27/28/29/30/31 | 时长:45s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章节页 | 源段:B6-01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P32 | 名词页① | 源段:B6-02/03/04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P33 | 名词页② | 源段:B6-05/06/07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P34 | 名词页③ | 源段:B6-08/09/10/11/12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P35 | 名词页④ | 源段:B6-13/14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P36 | 演示指令卡 | 源段:B6-15/16/17/18/19/20/30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P37 | 结果证据页 | 源段:B6-21/22/23/24/25 | 时长:180s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P38 | 拆解页 | 源段:B6-26/27/28/29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P39 | 名词页⑤ | 源段:B6-31/32/33/34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P40 | 名词页⑥ | 源段:B6-35/36/37/38/39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P41 | 名词页⑦ | 源段:B6-40/41/42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P42 | 名词页⑧ | 源段:B6-43/44/45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P43 | 链条总图 | 源段:B6-47/48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P44 | 金句＋锚点页 | 源段:B6-46/49/50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P45 | 章节页 | 源段:B7-01/02/03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P46 | 回扣页 | 源段:B7-04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P47 | 演示指令卡 | 源段:B7-05/06/07/08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P48 | 结果证据页/回扣页 | 源段:B7-09/10/11/12 | 时长:120s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P49 | 名词页 | 源段:B7-13/14/21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P50 | 迭代页 | 源段:B7-15/16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P51 | 锚点＋行动页 | 源段:B7-17/18/19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P52 | 封底 | 源段:B7-20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16.xml"/><Relationship Id="rId7" Type="http://schemas.openxmlformats.org/officeDocument/2006/relationships/image" Target="../media/image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3.xml"/><Relationship Id="rId7" Type="http://schemas.openxmlformats.org/officeDocument/2006/relationships/image" Target="../media/image1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25.xml"/><Relationship Id="rId7" Type="http://schemas.openxmlformats.org/officeDocument/2006/relationships/image" Target="../media/image1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4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46.xml"/><Relationship Id="rId7" Type="http://schemas.openxmlformats.org/officeDocument/2006/relationships/image" Target="../media/image13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5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57.xml"/><Relationship Id="rId7" Type="http://schemas.openxmlformats.org/officeDocument/2006/relationships/image" Target="../media/image12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7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3600" b="1"/>
              <a:t>Vibe Coding 3天营 · D1上午</a:t>
            </a:r>
            <a:br/>
            <a:r>
              <a:rPr lang="zh-CN" altLang="en-US" sz="3600" b="1"/>
              <a:t>你没写一行代码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/>
              <a:t>猜：从开口到能给别人看，要多久？</a:t>
            </a:r>
          </a:p>
          <a:p>
            <a:r>
              <a:rPr lang="zh-CN" altLang="en-US"/>
              <a:t>30秒／3分钟／3小时／3天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“你没写一行代码”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写下你最烦的一件小事，它就是你的干粮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一个词：评语/海报/通知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/>
              <a:t>你的一个词，凭什么能变成一个东西？</a:t>
            </a:r>
          </a:p>
          <a:p>
            <a:r>
              <a:rPr lang="zh-CN" altLang="en-US"/>
              <a:t>悬念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b="0"/>
              <a:t>炸场：先看两个做好的东西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成品①：一个能点能动的星空海报页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【待放图：不是图片，是网页】</a:t>
            </a:r>
          </a:p>
        </p:txBody>
      </p:sp>
      <p:pic>
        <p:nvPicPr>
          <p:cNvPr id="22" name="Picture 21" descr="ppt素材_01_星空海报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成品②：一个能点能发的简历网页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【待放图：能点、能滚、能发给别人】</a:t>
            </a:r>
          </a:p>
        </p:txBody>
      </p:sp>
      <p:pic>
        <p:nvPicPr>
          <p:cNvPr id="22" name="Picture 21" descr="ppt素材_02_简历网页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不是找人做的，不是花钱买的——是一个人，用一个工具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【反差页】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破除"这得花多少钱"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/>
              <a:t>它们怎么来的？答案先放一放</a:t>
            </a:r>
          </a:p>
          <a:p>
            <a:r>
              <a:rPr lang="zh-CN" altLang="en-US"/>
              <a:t>悬念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“你也能做成这样：今天下午之前，手机里就有一个”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b="0"/>
              <a:t>三天的路：敢 → 能 → 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“今天上午，只走第一步：敢”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b="0"/>
              <a:t>动手：一句话做出来，再一步步改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第一版：就一句话——帮我做一个贪吃蛇游戏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【演示指令卡】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起步指令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第一版有点普通：没分数，死了没提示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【结果诊断页】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【待放图：找到问题才能迭代】</a:t>
            </a:r>
          </a:p>
        </p:txBody>
      </p:sp>
      <p:pic>
        <p:nvPicPr>
          <p:cNvPr id="22" name="Picture 21" descr="ppt素材_03_贪吃蛇基础版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迭代①：不重写，接着加一句——加分数、加死亡提示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【对比/迭代页】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迭代＝追加，不是重写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pic>
        <p:nvPicPr>
          <p:cNvPr id="63491" name="Picture 63490" descr="ppt素材_04_贪吃蛇有分数_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迭代②：继续说人话——蛇变绿、速度更快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【对比/迭代页】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全程没碰代码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pic>
        <p:nvPicPr>
          <p:cNvPr id="63491" name="Picture 63490" descr="ppt素材_05_贪吃蛇绿蛇快速度_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“提示词不是一次写对的，是越改越好的”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轮到你了：加一个你自己的要求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颜色/分数/速度/难度任选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“你手机里，已经有一个你改过的贪吃蛇”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/>
              <a:t>你刚才干的这件事，有一个名字</a:t>
            </a:r>
          </a:p>
          <a:p>
            <a:r>
              <a:rPr lang="zh-CN" altLang="en-US"/>
              <a:t>承接块五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你刚才干的那件事，叫"提示词"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【命名页】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命名时刻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一句话的公式：角色＋任务＋背景＋要求＋格式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【公式页】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万能公式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拿贪吃蛇套公式：任务一句话，要求越具体越准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【套用页】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公式复用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不会问：帮我写个卖苹果的文案 → 万能广告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【案例对比页（左）】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谁都能用＝谁都不想要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会问：角色+场景+价格+要求 → 直接能发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【案例对比页（右）】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把活派清楚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请假也一样：加背景和要求，出来就能发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【案例对比页】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模式复用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万能模板：存下来，以后照抄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【存屏页/任务卡】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五要素模板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“提示词不是咒语，是派活说明书”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b="0"/>
              <a:t>接下来这几个词：不是背的，是一条链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大模型：一个读过很多书、你说话它干活的实习生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【名词页①】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会说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Token：大模型数数的单位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只认数字不认字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上下文：它的记忆是装的，全靠每次重新说一遍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【名词页③】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临时记忆体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提示词：你发给它的那句话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【名词页④】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派活说明书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我就打这一句话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【演示指令卡】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揭密时刻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出来了：能点、能滚、能发给别人——就一句话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【待放图：揭晓答案】</a:t>
            </a:r>
          </a:p>
        </p:txBody>
      </p:sp>
      <p:pic>
        <p:nvPicPr>
          <p:cNvPr id="22" name="Picture 21" descr="ppt素材_02_简历网页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越具体，越省事：那句话里藏着任务和要求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【拆解页】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公式回扣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工具：让大模型的手伸到外面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【名词页⑤】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从"会说"到"会做"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智能体：你给任务，它自己拆步骤自己干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【名词页⑥】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自主干活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Skill：把好用的说法存成技能包，下次一句话调用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【名词页⑦】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可复用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Vibe Coding：用大白话指挥电脑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【名词页⑧】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理念收口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不是八个词，是一条链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【链条总图】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大模型 → Token → 上下文 → 提示词 → 工具 → 智能体 → 技能包 → Vibe Coding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每个都是因为上一个做不到，才有了下一个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“你不是在学编程，你是在学指挥”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b="0"/>
              <a:t>上午最后留个彩蛋：生图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/>
              <a:t>它的做法跟网页一模一样：我描述，它出图</a:t>
            </a:r>
          </a:p>
          <a:p>
            <a:r>
              <a:rPr lang="zh-CN" altLang="en-US"/>
              <a:t>套路复用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一句话：一张星空海报，深蓝背景，银河横穿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【演示指令卡】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生图指令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出来了——这就是刚才那张海报的做法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【结果证据页/回扣页】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【待放图：悬念回收】</a:t>
            </a:r>
          </a:p>
        </p:txBody>
      </p:sp>
      <p:pic>
        <p:nvPicPr>
          <p:cNvPr id="22" name="Picture 21" descr="ppt素材_01_星空海报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  <p:pic>
        <p:nvPicPr>
          <p:cNvPr id="23" name="Picture 22" descr="ppt素材_01_星空海报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4" y="3192471"/>
            <a:ext cx="3099816" cy="174407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生图模型：把一句话变成一张图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文生图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不满意接着改：星星少一点、字大一点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【迭代页】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同款迭代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pic>
        <p:nvPicPr>
          <p:cNvPr id="63491" name="Picture 63490" descr="ppt素材_06_星空海报改后版_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“明天下午，做一张你自己的海报”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行动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3600" b="1"/>
              <a:t>上午到这里，下午两点</a:t>
            </a:r>
            <a:br/>
            <a:r>
              <a:rPr lang="zh-CN" altLang="en-US" sz="3600" b="1"/>
              <a:t>做你自己的简历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