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6" r:id="rId36"/>
    <p:sldMasterId id="2147484028" r:id="rId37"/>
    <p:sldMasterId id="2147484030" r:id="rId38"/>
    <p:sldMasterId id="2147484032" r:id="rId39"/>
    <p:sldMasterId id="2147484051" r:id="rId40"/>
    <p:sldMasterId id="2147484053" r:id="rId41"/>
    <p:sldMasterId id="2147484055" r:id="rId42"/>
    <p:sldMasterId id="2147484057" r:id="rId43"/>
    <p:sldMasterId id="2147484078" r:id="rId44"/>
  </p:sldMasterIdLst>
  <p:notesMasterIdLst>
    <p:notesMasterId r:id="rId46"/>
  </p:notesMasterIdLst>
  <p:handoutMasterIdLst>
    <p:handoutMasterId r:id="rId168"/>
  </p:handoutMasterIdLst>
  <p:sldIdLst>
    <p:sldId id="2025" r:id="rId63"/>
    <p:sldId id="2026" r:id="rId64"/>
    <p:sldId id="2027" r:id="rId65"/>
    <p:sldId id="2028" r:id="rId66"/>
    <p:sldId id="2029" r:id="rId67"/>
    <p:sldId id="2030" r:id="rId68"/>
    <p:sldId id="2031" r:id="rId69"/>
    <p:sldId id="2032" r:id="rId70"/>
    <p:sldId id="2033" r:id="rId71"/>
    <p:sldId id="2034" r:id="rId62"/>
    <p:sldId id="2035" r:id="rId73"/>
    <p:sldId id="2036" r:id="rId74"/>
    <p:sldId id="2037" r:id="rId75"/>
    <p:sldId id="2038" r:id="rId76"/>
    <p:sldId id="2039" r:id="rId77"/>
    <p:sldId id="2040" r:id="rId78"/>
    <p:sldId id="2041" r:id="rId79"/>
    <p:sldId id="2042" r:id="rId80"/>
    <p:sldId id="2043" r:id="rId81"/>
    <p:sldId id="2044" r:id="rId82"/>
    <p:sldId id="2045" r:id="rId83"/>
    <p:sldId id="2046" r:id="rId84"/>
    <p:sldId id="2047" r:id="rId85"/>
    <p:sldId id="2048" r:id="rId86"/>
    <p:sldId id="2049" r:id="rId87"/>
    <p:sldId id="2050" r:id="rId88"/>
    <p:sldId id="2051" r:id="rId89"/>
    <p:sldId id="2052" r:id="rId90"/>
    <p:sldId id="2053" r:id="rId91"/>
    <p:sldId id="2054" r:id="rId92"/>
    <p:sldId id="2055" r:id="rId93"/>
    <p:sldId id="2056" r:id="rId59"/>
    <p:sldId id="2057" r:id="rId95"/>
    <p:sldId id="2058" r:id="rId96"/>
    <p:sldId id="2059" r:id="rId97"/>
  </p:sldIdLst>
  <p:sldSz cx="12192000" cy="6858000"/>
  <p:notesSz cx="6858000" cy="9144000"/>
  <p:custDataLst>
    <p:tags r:id="rId1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" Target="slides/slide1.xml"/><Relationship Id="rId46" Type="http://schemas.openxmlformats.org/officeDocument/2006/relationships/notesMaster" Target="notesMasters/notesMaster1.xml"/><Relationship Id="rId47" Type="http://schemas.openxmlformats.org/officeDocument/2006/relationships/slide" Target="slides/slide2.xml"/><Relationship Id="rId48" Type="http://schemas.openxmlformats.org/officeDocument/2006/relationships/slide" Target="slides/slide3.xml"/><Relationship Id="rId59" Type="http://schemas.openxmlformats.org/officeDocument/2006/relationships/slide" Target="slides/slide41.xml"/><Relationship Id="rId60" Type="http://schemas.openxmlformats.org/officeDocument/2006/relationships/slide" Target="slides/slide4.xml"/><Relationship Id="rId61" Type="http://schemas.openxmlformats.org/officeDocument/2006/relationships/slide" Target="slides/slide7.xml"/><Relationship Id="rId62" Type="http://schemas.openxmlformats.org/officeDocument/2006/relationships/slide" Target="slides/slide19.xml"/><Relationship Id="rId63" Type="http://schemas.openxmlformats.org/officeDocument/2006/relationships/slide" Target="slides/slide10.xml"/><Relationship Id="rId64" Type="http://schemas.openxmlformats.org/officeDocument/2006/relationships/slide" Target="slides/slide11.xml"/><Relationship Id="rId65" Type="http://schemas.openxmlformats.org/officeDocument/2006/relationships/slide" Target="slides/slide12.xml"/><Relationship Id="rId66" Type="http://schemas.openxmlformats.org/officeDocument/2006/relationships/slide" Target="slides/slide13.xml"/><Relationship Id="rId67" Type="http://schemas.openxmlformats.org/officeDocument/2006/relationships/slide" Target="slides/slide14.xml"/><Relationship Id="rId68" Type="http://schemas.openxmlformats.org/officeDocument/2006/relationships/slide" Target="slides/slide15.xml"/><Relationship Id="rId69" Type="http://schemas.openxmlformats.org/officeDocument/2006/relationships/slide" Target="slides/slide16.xml"/><Relationship Id="rId70" Type="http://schemas.openxmlformats.org/officeDocument/2006/relationships/slide" Target="slides/slide17.xml"/><Relationship Id="rId71" Type="http://schemas.openxmlformats.org/officeDocument/2006/relationships/slide" Target="slides/slide18.xml"/><Relationship Id="rId72" Type="http://schemas.openxmlformats.org/officeDocument/2006/relationships/slide" Target="slides/slide6.xml"/><Relationship Id="rId73" Type="http://schemas.openxmlformats.org/officeDocument/2006/relationships/slide" Target="slides/slide20.xml"/><Relationship Id="rId74" Type="http://schemas.openxmlformats.org/officeDocument/2006/relationships/slide" Target="slides/slide21.xml"/><Relationship Id="rId75" Type="http://schemas.openxmlformats.org/officeDocument/2006/relationships/slide" Target="slides/slide22.xml"/><Relationship Id="rId76" Type="http://schemas.openxmlformats.org/officeDocument/2006/relationships/slide" Target="slides/slide23.xml"/><Relationship Id="rId77" Type="http://schemas.openxmlformats.org/officeDocument/2006/relationships/slide" Target="slides/slide24.xml"/><Relationship Id="rId78" Type="http://schemas.openxmlformats.org/officeDocument/2006/relationships/slide" Target="slides/slide25.xml"/><Relationship Id="rId79" Type="http://schemas.openxmlformats.org/officeDocument/2006/relationships/slide" Target="slides/slide26.xml"/><Relationship Id="rId80" Type="http://schemas.openxmlformats.org/officeDocument/2006/relationships/slide" Target="slides/slide27.xml"/><Relationship Id="rId81" Type="http://schemas.openxmlformats.org/officeDocument/2006/relationships/slide" Target="slides/slide28.xml"/><Relationship Id="rId82" Type="http://schemas.openxmlformats.org/officeDocument/2006/relationships/slide" Target="slides/slide29.xml"/><Relationship Id="rId83" Type="http://schemas.openxmlformats.org/officeDocument/2006/relationships/slide" Target="slides/slide30.xml"/><Relationship Id="rId84" Type="http://schemas.openxmlformats.org/officeDocument/2006/relationships/slide" Target="slides/slide31.xml"/><Relationship Id="rId85" Type="http://schemas.openxmlformats.org/officeDocument/2006/relationships/slide" Target="slides/slide32.xml"/><Relationship Id="rId86" Type="http://schemas.openxmlformats.org/officeDocument/2006/relationships/slide" Target="slides/slide33.xml"/><Relationship Id="rId87" Type="http://schemas.openxmlformats.org/officeDocument/2006/relationships/slide" Target="slides/slide34.xml"/><Relationship Id="rId88" Type="http://schemas.openxmlformats.org/officeDocument/2006/relationships/slide" Target="slides/slide35.xml"/><Relationship Id="rId89" Type="http://schemas.openxmlformats.org/officeDocument/2006/relationships/slide" Target="slides/slide36.xml"/><Relationship Id="rId90" Type="http://schemas.openxmlformats.org/officeDocument/2006/relationships/slide" Target="slides/slide37.xml"/><Relationship Id="rId91" Type="http://schemas.openxmlformats.org/officeDocument/2006/relationships/slide" Target="slides/slide38.xml"/><Relationship Id="rId92" Type="http://schemas.openxmlformats.org/officeDocument/2006/relationships/slide" Target="slides/slide39.xml"/><Relationship Id="rId93" Type="http://schemas.openxmlformats.org/officeDocument/2006/relationships/slide" Target="slides/slide40.xml"/><Relationship Id="rId94" Type="http://schemas.openxmlformats.org/officeDocument/2006/relationships/slide" Target="slides/slide5.xml"/><Relationship Id="rId95" Type="http://schemas.openxmlformats.org/officeDocument/2006/relationships/slide" Target="slides/slide42.xml"/><Relationship Id="rId96" Type="http://schemas.openxmlformats.org/officeDocument/2006/relationships/slide" Target="slides/slide43.xml"/><Relationship Id="rId97" Type="http://schemas.openxmlformats.org/officeDocument/2006/relationships/slide" Target="slides/slide44.xml"/><Relationship Id="rId167" Type="http://schemas.openxmlformats.org/officeDocument/2006/relationships/slide" Target="slides/slide9.xml"/><Relationship Id="rId168" Type="http://schemas.openxmlformats.org/officeDocument/2006/relationships/handoutMaster" Target="handoutMasters/handoutMaster1.xml"/><Relationship Id="rId169" Type="http://schemas.openxmlformats.org/officeDocument/2006/relationships/presProps" Target="presProps.xml"/><Relationship Id="rId170" Type="http://schemas.openxmlformats.org/officeDocument/2006/relationships/viewProps" Target="viewProps.xml"/><Relationship Id="rId171" Type="http://schemas.openxmlformats.org/officeDocument/2006/relationships/tableStyles" Target="tableStyles.xml"/><Relationship Id="rId172" Type="http://schemas.openxmlformats.org/officeDocument/2006/relationships/commentAuthors" Target="commentAuthors.xml"/><Relationship Id="rId173" Type="http://schemas.openxmlformats.org/officeDocument/2006/relationships/customXmlProps" Target="../customXml/itemProps12.xml"/><Relationship Id="rId174" Type="http://schemas.openxmlformats.org/officeDocument/2006/relationships/customXml" Target="../customXml/item1.xml"/><Relationship Id="rId175" Type="http://schemas.openxmlformats.org/officeDocument/2006/relationships/tags" Target="tags/tag13.xml"/><Relationship Id="rId176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【封面页】课程第一页。改两处：主标题 = 课程名；副标题 = 一句话说清这门课的价值。</a:t>
            </a:r>
          </a:p>
          <a:p>
            <a:r>
              <a:t>版式：封面版式2。全模板字体为阿里巴巴普惠体，直接打字即可，不要换字体。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【大字页】用于章节过渡或一句话强调整。左侧六边形里改编号（01/02/03…），右侧写本章标题；标题较长时字号会自动适配。</a:t>
            </a:r>
          </a:p>
          <a:p>
            <a:r>
              <a:t>版式库里还有「章节页版式（一级+二级标题）」可加副标题。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06D26-EB15-4881-94CD-B86EEBA9904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P08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【结束页】课程最后一页，品牌落版自动带入，无需改字。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【目录页】课程地图。把 8 个【章节名称】换成你的章节；条目可增删（自动带菱形符号），建议不超过 8 条，多了就合并。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【内容页】讲解主力页。结构自上而下：一级标题（章名）→ 小节标题（编号+要点名）→ 正文要点（判断句+解释）→ 示例引用。</a:t>
            </a:r>
          </a:p>
          <a:p>
            <a:r>
              <a:t>关键词标红：选中文字改成红色即可（本模板的红是强调色）。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【结构页】展示要素关系 / 分类 / 流程。本页示例是"1 个主题 + 4 个要素"的圆形结构：双击圆改字，拖拽移动，可增删。</a:t>
            </a:r>
          </a:p>
          <a:p>
            <a:r>
              <a:t>需要流程图、时间轴时直接在此页上画箭头和方框。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【金句页】停顿与强调：放本课最想让学生记住的一句话、名人名言或课堂里冒出来的学生金句。</a:t>
            </a:r>
          </a:p>
          <a:p>
            <a:r>
              <a:t>写法：不超过 25 字，破折号后写出处。节奏建议：一节课用 1-2 次，放在章节收尾或情绪点。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t>【互动页】课堂提问/互动。左侧"思考"标识是版式自带，不用改；右侧写问题。</a:t>
            </a:r>
          </a:p>
          <a:p>
            <a:r>
              <a:t>用法建议：一页只问一个问题，问题要具体、带场景，让学生先猜先想再讲。</a:t>
            </a:r>
          </a:p>
          <a:p>
            <a:r>
              <a:t>同族版式（版式库可右键套用）：练习、练习+练习标题、今日作业、昨日复习。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CBFC36-0E5A-4B40-A248-F88E4D0F9B8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P02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P06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P07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【图文页】案例截图 / 产品图 / 学生作品展示。左侧【标签】+【图片说明】，右侧两个灰底是图片占位框：右键 → 更改图片（或删掉重插）。</a:t>
            </a:r>
          </a:p>
          <a:p>
            <a:r>
              <a:t>两图位置可按图片横竖版自行调整，保持对齐顶部即可。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P10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P11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P13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P14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P15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P16 | 存屏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P17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P18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P20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P21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P22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P23 | 对比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P24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P28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P30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P31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P32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P33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P34 | 任务卡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P35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2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/Relationships>
</file>

<file path=ppt/slideLayouts/_rels/slideLayout3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4.xml"/><Relationship Id="rId19" Type="http://schemas.openxmlformats.org/officeDocument/2006/relationships/image" Target="../media/image6.png"/><Relationship Id="rId20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7.png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2.xml"/><Relationship Id="rId19" Type="http://schemas.openxmlformats.org/officeDocument/2006/relationships/image" Target="../media/image6.png"/><Relationship Id="rId20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image" Target="../media/image6.png"/><Relationship Id="rId20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6.xml"/><Relationship Id="rId17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8.xml"/><Relationship Id="rId19" Type="http://schemas.openxmlformats.org/officeDocument/2006/relationships/image" Target="../media/image6.png"/><Relationship Id="rId20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slideLayout" Target="../slideLayouts/slideLayout90.xml"/><Relationship Id="rId3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8" Type="http://schemas.openxmlformats.org/officeDocument/2006/relationships/slideLayout" Target="../slideLayouts/slideLayout96.xml"/><Relationship Id="rId9" Type="http://schemas.openxmlformats.org/officeDocument/2006/relationships/slideLayout" Target="../slideLayouts/slideLayout97.xml"/><Relationship Id="rId10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12" Type="http://schemas.openxmlformats.org/officeDocument/2006/relationships/slideLayout" Target="../slideLayouts/slideLayout100.xml"/><Relationship Id="rId13" Type="http://schemas.openxmlformats.org/officeDocument/2006/relationships/slideLayout" Target="../slideLayouts/slideLayout101.xml"/><Relationship Id="rId14" Type="http://schemas.openxmlformats.org/officeDocument/2006/relationships/slideLayout" Target="../slideLayouts/slideLayout102.xml"/><Relationship Id="rId15" Type="http://schemas.openxmlformats.org/officeDocument/2006/relationships/slideLayout" Target="../slideLayouts/slideLayout103.xml"/><Relationship Id="rId16" Type="http://schemas.openxmlformats.org/officeDocument/2006/relationships/slideLayout" Target="../slideLayouts/slideLayout104.xml"/><Relationship Id="rId17" Type="http://schemas.openxmlformats.org/officeDocument/2006/relationships/slideLayout" Target="../slideLayouts/slideLayout105.xml"/><Relationship Id="rId18" Type="http://schemas.openxmlformats.org/officeDocument/2006/relationships/slideLayout" Target="../slideLayouts/slideLayout106.xml"/><Relationship Id="rId19" Type="http://schemas.openxmlformats.org/officeDocument/2006/relationships/image" Target="../media/image6.png"/><Relationship Id="rId20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14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1.xml"/><Relationship Id="rId16" Type="http://schemas.openxmlformats.org/officeDocument/2006/relationships/slideLayout" Target="../slideLayouts/slideLayout122.xml"/><Relationship Id="rId17" Type="http://schemas.openxmlformats.org/officeDocument/2006/relationships/slideLayout" Target="../slideLayouts/slideLayout123.xml"/><Relationship Id="rId18" Type="http://schemas.openxmlformats.org/officeDocument/2006/relationships/slideLayout" Target="../slideLayouts/slideLayout124.xml"/><Relationship Id="rId19" Type="http://schemas.openxmlformats.org/officeDocument/2006/relationships/image" Target="../media/image6.png"/><Relationship Id="rId20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26.xml"/><Relationship Id="rId3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5" Type="http://schemas.openxmlformats.org/officeDocument/2006/relationships/slideLayout" Target="../slideLayouts/slideLayout129.xml"/><Relationship Id="rId6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132.xml"/><Relationship Id="rId9" Type="http://schemas.openxmlformats.org/officeDocument/2006/relationships/slideLayout" Target="../slideLayouts/slideLayout133.xml"/><Relationship Id="rId10" Type="http://schemas.openxmlformats.org/officeDocument/2006/relationships/slideLayout" Target="../slideLayouts/slideLayout134.xml"/><Relationship Id="rId11" Type="http://schemas.openxmlformats.org/officeDocument/2006/relationships/slideLayout" Target="../slideLayouts/slideLayout135.xml"/><Relationship Id="rId12" Type="http://schemas.openxmlformats.org/officeDocument/2006/relationships/slideLayout" Target="../slideLayouts/slideLayout136.xml"/><Relationship Id="rId13" Type="http://schemas.openxmlformats.org/officeDocument/2006/relationships/slideLayout" Target="../slideLayouts/slideLayout137.xml"/><Relationship Id="rId14" Type="http://schemas.openxmlformats.org/officeDocument/2006/relationships/slideLayout" Target="../slideLayouts/slideLayout138.xml"/><Relationship Id="rId15" Type="http://schemas.openxmlformats.org/officeDocument/2006/relationships/slideLayout" Target="../slideLayouts/slideLayout139.xml"/><Relationship Id="rId16" Type="http://schemas.openxmlformats.org/officeDocument/2006/relationships/slideLayout" Target="../slideLayouts/slideLayout140.xml"/><Relationship Id="rId17" Type="http://schemas.openxmlformats.org/officeDocument/2006/relationships/slideLayout" Target="../slideLayouts/slideLayout141.xml"/><Relationship Id="rId18" Type="http://schemas.openxmlformats.org/officeDocument/2006/relationships/slideLayout" Target="../slideLayouts/slideLayout142.xml"/><Relationship Id="rId19" Type="http://schemas.openxmlformats.org/officeDocument/2006/relationships/image" Target="../media/image6.png"/><Relationship Id="rId20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4.xml"/><Relationship Id="rId3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48.xml"/><Relationship Id="rId7" Type="http://schemas.openxmlformats.org/officeDocument/2006/relationships/slideLayout" Target="../slideLayouts/slideLayout149.xml"/><Relationship Id="rId8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3.xml"/><Relationship Id="rId12" Type="http://schemas.openxmlformats.org/officeDocument/2006/relationships/slideLayout" Target="../slideLayouts/slideLayout154.xml"/><Relationship Id="rId13" Type="http://schemas.openxmlformats.org/officeDocument/2006/relationships/slideLayout" Target="../slideLayouts/slideLayout155.xml"/><Relationship Id="rId14" Type="http://schemas.openxmlformats.org/officeDocument/2006/relationships/slideLayout" Target="../slideLayouts/slideLayout156.xml"/><Relationship Id="rId15" Type="http://schemas.openxmlformats.org/officeDocument/2006/relationships/slideLayout" Target="../slideLayouts/slideLayout157.xml"/><Relationship Id="rId16" Type="http://schemas.openxmlformats.org/officeDocument/2006/relationships/slideLayout" Target="../slideLayouts/slideLayout158.xml"/><Relationship Id="rId17" Type="http://schemas.openxmlformats.org/officeDocument/2006/relationships/slideLayout" Target="../slideLayouts/slideLayout159.xml"/><Relationship Id="rId18" Type="http://schemas.openxmlformats.org/officeDocument/2006/relationships/slideLayout" Target="../slideLayouts/slideLayout160.xml"/><Relationship Id="rId19" Type="http://schemas.openxmlformats.org/officeDocument/2006/relationships/image" Target="../media/image6.png"/><Relationship Id="rId20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2.xml"/><Relationship Id="rId3" Type="http://schemas.openxmlformats.org/officeDocument/2006/relationships/slideLayout" Target="../slideLayouts/slideLayout163.xml"/><Relationship Id="rId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66.xml"/><Relationship Id="rId7" Type="http://schemas.openxmlformats.org/officeDocument/2006/relationships/slideLayout" Target="../slideLayouts/slideLayout167.xml"/><Relationship Id="rId8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69.xml"/><Relationship Id="rId10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4.xml"/><Relationship Id="rId15" Type="http://schemas.openxmlformats.org/officeDocument/2006/relationships/slideLayout" Target="../slideLayouts/slideLayout175.xml"/><Relationship Id="rId16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78.xml"/><Relationship Id="rId19" Type="http://schemas.openxmlformats.org/officeDocument/2006/relationships/image" Target="../media/image6.png"/><Relationship Id="rId20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9.xml"/><Relationship Id="rId2" Type="http://schemas.openxmlformats.org/officeDocument/2006/relationships/slideLayout" Target="../slideLayouts/slideLayout180.xml"/><Relationship Id="rId3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83.xml"/><Relationship Id="rId6" Type="http://schemas.openxmlformats.org/officeDocument/2006/relationships/slideLayout" Target="../slideLayouts/slideLayout184.xml"/><Relationship Id="rId7" Type="http://schemas.openxmlformats.org/officeDocument/2006/relationships/slideLayout" Target="../slideLayouts/slideLayout185.xml"/><Relationship Id="rId8" Type="http://schemas.openxmlformats.org/officeDocument/2006/relationships/slideLayout" Target="../slideLayouts/slideLayout186.xml"/><Relationship Id="rId9" Type="http://schemas.openxmlformats.org/officeDocument/2006/relationships/slideLayout" Target="../slideLayouts/slideLayout187.xml"/><Relationship Id="rId10" Type="http://schemas.openxmlformats.org/officeDocument/2006/relationships/slideLayout" Target="../slideLayouts/slideLayout188.xml"/><Relationship Id="rId11" Type="http://schemas.openxmlformats.org/officeDocument/2006/relationships/slideLayout" Target="../slideLayouts/slideLayout189.xml"/><Relationship Id="rId12" Type="http://schemas.openxmlformats.org/officeDocument/2006/relationships/slideLayout" Target="../slideLayouts/slideLayout190.xml"/><Relationship Id="rId13" Type="http://schemas.openxmlformats.org/officeDocument/2006/relationships/slideLayout" Target="../slideLayouts/slideLayout191.xml"/><Relationship Id="rId14" Type="http://schemas.openxmlformats.org/officeDocument/2006/relationships/slideLayout" Target="../slideLayouts/slideLayout192.xml"/><Relationship Id="rId15" Type="http://schemas.openxmlformats.org/officeDocument/2006/relationships/slideLayout" Target="../slideLayouts/slideLayout193.xml"/><Relationship Id="rId16" Type="http://schemas.openxmlformats.org/officeDocument/2006/relationships/slideLayout" Target="../slideLayouts/slideLayout194.xml"/><Relationship Id="rId17" Type="http://schemas.openxmlformats.org/officeDocument/2006/relationships/slideLayout" Target="../slideLayouts/slideLayout195.xml"/><Relationship Id="rId18" Type="http://schemas.openxmlformats.org/officeDocument/2006/relationships/slideLayout" Target="../slideLayouts/slideLayout196.xml"/><Relationship Id="rId19" Type="http://schemas.openxmlformats.org/officeDocument/2006/relationships/image" Target="../media/image6.png"/><Relationship Id="rId20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7.xml"/><Relationship Id="rId2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201.xml"/><Relationship Id="rId6" Type="http://schemas.openxmlformats.org/officeDocument/2006/relationships/slideLayout" Target="../slideLayouts/slideLayout202.xml"/><Relationship Id="rId7" Type="http://schemas.openxmlformats.org/officeDocument/2006/relationships/slideLayout" Target="../slideLayouts/slideLayout203.xml"/><Relationship Id="rId8" Type="http://schemas.openxmlformats.org/officeDocument/2006/relationships/slideLayout" Target="../slideLayouts/slideLayout204.xml"/><Relationship Id="rId9" Type="http://schemas.openxmlformats.org/officeDocument/2006/relationships/slideLayout" Target="../slideLayouts/slideLayout205.xml"/><Relationship Id="rId10" Type="http://schemas.openxmlformats.org/officeDocument/2006/relationships/slideLayout" Target="../slideLayouts/slideLayout206.xml"/><Relationship Id="rId11" Type="http://schemas.openxmlformats.org/officeDocument/2006/relationships/slideLayout" Target="../slideLayouts/slideLayout207.xml"/><Relationship Id="rId12" Type="http://schemas.openxmlformats.org/officeDocument/2006/relationships/slideLayout" Target="../slideLayouts/slideLayout208.xml"/><Relationship Id="rId13" Type="http://schemas.openxmlformats.org/officeDocument/2006/relationships/slideLayout" Target="../slideLayouts/slideLayout209.xml"/><Relationship Id="rId14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12.xml"/><Relationship Id="rId17" Type="http://schemas.openxmlformats.org/officeDocument/2006/relationships/slideLayout" Target="../slideLayouts/slideLayout213.xml"/><Relationship Id="rId18" Type="http://schemas.openxmlformats.org/officeDocument/2006/relationships/slideLayout" Target="../slideLayouts/slideLayout214.xml"/><Relationship Id="rId19" Type="http://schemas.openxmlformats.org/officeDocument/2006/relationships/image" Target="../media/image6.png"/><Relationship Id="rId20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5.xml"/><Relationship Id="rId2" Type="http://schemas.openxmlformats.org/officeDocument/2006/relationships/slideLayout" Target="../slideLayouts/slideLayout216.xml"/><Relationship Id="rId3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9.xml"/><Relationship Id="rId6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21.xml"/><Relationship Id="rId8" Type="http://schemas.openxmlformats.org/officeDocument/2006/relationships/slideLayout" Target="../slideLayouts/slideLayout222.xml"/><Relationship Id="rId9" Type="http://schemas.openxmlformats.org/officeDocument/2006/relationships/slideLayout" Target="../slideLayouts/slideLayout223.xml"/><Relationship Id="rId10" Type="http://schemas.openxmlformats.org/officeDocument/2006/relationships/slideLayout" Target="../slideLayouts/slideLayout224.xml"/><Relationship Id="rId11" Type="http://schemas.openxmlformats.org/officeDocument/2006/relationships/slideLayout" Target="../slideLayouts/slideLayout225.xml"/><Relationship Id="rId12" Type="http://schemas.openxmlformats.org/officeDocument/2006/relationships/slideLayout" Target="../slideLayouts/slideLayout226.xml"/><Relationship Id="rId13" Type="http://schemas.openxmlformats.org/officeDocument/2006/relationships/slideLayout" Target="../slideLayouts/slideLayout227.xml"/><Relationship Id="rId14" Type="http://schemas.openxmlformats.org/officeDocument/2006/relationships/slideLayout" Target="../slideLayouts/slideLayout228.xml"/><Relationship Id="rId15" Type="http://schemas.openxmlformats.org/officeDocument/2006/relationships/slideLayout" Target="../slideLayouts/slideLayout229.xml"/><Relationship Id="rId16" Type="http://schemas.openxmlformats.org/officeDocument/2006/relationships/slideLayout" Target="../slideLayouts/slideLayout230.xml"/><Relationship Id="rId17" Type="http://schemas.openxmlformats.org/officeDocument/2006/relationships/slideLayout" Target="../slideLayouts/slideLayout231.xml"/><Relationship Id="rId18" Type="http://schemas.openxmlformats.org/officeDocument/2006/relationships/slideLayout" Target="../slideLayouts/slideLayout232.xml"/><Relationship Id="rId19" Type="http://schemas.openxmlformats.org/officeDocument/2006/relationships/image" Target="../media/image6.png"/><Relationship Id="rId20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35.xml"/><Relationship Id="rId4" Type="http://schemas.openxmlformats.org/officeDocument/2006/relationships/slideLayout" Target="../slideLayouts/slideLayout236.xml"/><Relationship Id="rId5" Type="http://schemas.openxmlformats.org/officeDocument/2006/relationships/slideLayout" Target="../slideLayouts/slideLayout237.xml"/><Relationship Id="rId6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39.xml"/><Relationship Id="rId8" Type="http://schemas.openxmlformats.org/officeDocument/2006/relationships/slideLayout" Target="../slideLayouts/slideLayout240.xml"/><Relationship Id="rId9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42.xml"/><Relationship Id="rId11" Type="http://schemas.openxmlformats.org/officeDocument/2006/relationships/slideLayout" Target="../slideLayouts/slideLayout243.xml"/><Relationship Id="rId12" Type="http://schemas.openxmlformats.org/officeDocument/2006/relationships/slideLayout" Target="../slideLayouts/slideLayout244.xml"/><Relationship Id="rId13" Type="http://schemas.openxmlformats.org/officeDocument/2006/relationships/slideLayout" Target="../slideLayouts/slideLayout245.xml"/><Relationship Id="rId14" Type="http://schemas.openxmlformats.org/officeDocument/2006/relationships/slideLayout" Target="../slideLayouts/slideLayout246.xml"/><Relationship Id="rId15" Type="http://schemas.openxmlformats.org/officeDocument/2006/relationships/slideLayout" Target="../slideLayouts/slideLayout247.xml"/><Relationship Id="rId16" Type="http://schemas.openxmlformats.org/officeDocument/2006/relationships/slideLayout" Target="../slideLayouts/slideLayout248.xml"/><Relationship Id="rId17" Type="http://schemas.openxmlformats.org/officeDocument/2006/relationships/slideLayout" Target="../slideLayouts/slideLayout249.xml"/><Relationship Id="rId18" Type="http://schemas.openxmlformats.org/officeDocument/2006/relationships/slideLayout" Target="../slideLayouts/slideLayout250.xml"/><Relationship Id="rId19" Type="http://schemas.openxmlformats.org/officeDocument/2006/relationships/image" Target="../media/image6.png"/><Relationship Id="rId20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2.xml"/><Relationship Id="rId2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255.xml"/><Relationship Id="rId5" Type="http://schemas.openxmlformats.org/officeDocument/2006/relationships/slideLayout" Target="../slideLayouts/slideLayout256.xml"/><Relationship Id="rId6" Type="http://schemas.openxmlformats.org/officeDocument/2006/relationships/slideLayout" Target="../slideLayouts/slideLayout257.xml"/><Relationship Id="rId7" Type="http://schemas.openxmlformats.org/officeDocument/2006/relationships/slideLayout" Target="../slideLayouts/slideLayout258.xml"/><Relationship Id="rId8" Type="http://schemas.openxmlformats.org/officeDocument/2006/relationships/slideLayout" Target="../slideLayouts/slideLayout259.xml"/><Relationship Id="rId9" Type="http://schemas.openxmlformats.org/officeDocument/2006/relationships/slideLayout" Target="../slideLayouts/slideLayout260.xml"/><Relationship Id="rId10" Type="http://schemas.openxmlformats.org/officeDocument/2006/relationships/slideLayout" Target="../slideLayouts/slideLayout261.xml"/><Relationship Id="rId11" Type="http://schemas.openxmlformats.org/officeDocument/2006/relationships/slideLayout" Target="../slideLayouts/slideLayout262.xml"/><Relationship Id="rId12" Type="http://schemas.openxmlformats.org/officeDocument/2006/relationships/slideLayout" Target="../slideLayouts/slideLayout263.xml"/><Relationship Id="rId13" Type="http://schemas.openxmlformats.org/officeDocument/2006/relationships/slideLayout" Target="../slideLayouts/slideLayout264.xml"/><Relationship Id="rId14" Type="http://schemas.openxmlformats.org/officeDocument/2006/relationships/slideLayout" Target="../slideLayouts/slideLayout265.xml"/><Relationship Id="rId15" Type="http://schemas.openxmlformats.org/officeDocument/2006/relationships/slideLayout" Target="../slideLayouts/slideLayout266.xml"/><Relationship Id="rId16" Type="http://schemas.openxmlformats.org/officeDocument/2006/relationships/slideLayout" Target="../slideLayouts/slideLayout267.xml"/><Relationship Id="rId17" Type="http://schemas.openxmlformats.org/officeDocument/2006/relationships/slideLayout" Target="../slideLayouts/slideLayout268.xml"/><Relationship Id="rId18" Type="http://schemas.openxmlformats.org/officeDocument/2006/relationships/slideLayout" Target="../slideLayouts/slideLayout269.xml"/><Relationship Id="rId19" Type="http://schemas.openxmlformats.org/officeDocument/2006/relationships/slideLayout" Target="../slideLayouts/slideLayout270.xml"/><Relationship Id="rId20" Type="http://schemas.openxmlformats.org/officeDocument/2006/relationships/slideLayout" Target="../slideLayouts/slideLayout271.xml"/><Relationship Id="rId21" Type="http://schemas.openxmlformats.org/officeDocument/2006/relationships/image" Target="../media/image6.png"/><Relationship Id="rId22" Type="http://schemas.openxmlformats.org/officeDocument/2006/relationships/theme" Target="../theme/theme29.xml"/></Relationships>
</file>

<file path=ppt/slideMasters/_rels/slideMaster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slideLayout" Target="../slideLayouts/slideLayout273.xml"/><Relationship Id="rId3" Type="http://schemas.openxmlformats.org/officeDocument/2006/relationships/slideLayout" Target="../slideLayouts/slideLayout274.xml"/><Relationship Id="rId4" Type="http://schemas.openxmlformats.org/officeDocument/2006/relationships/slideLayout" Target="../slideLayouts/slideLayout275.xml"/><Relationship Id="rId5" Type="http://schemas.openxmlformats.org/officeDocument/2006/relationships/slideLayout" Target="../slideLayouts/slideLayout276.xml"/><Relationship Id="rId6" Type="http://schemas.openxmlformats.org/officeDocument/2006/relationships/slideLayout" Target="../slideLayouts/slideLayout277.xml"/><Relationship Id="rId7" Type="http://schemas.openxmlformats.org/officeDocument/2006/relationships/slideLayout" Target="../slideLayouts/slideLayout278.xml"/><Relationship Id="rId8" Type="http://schemas.openxmlformats.org/officeDocument/2006/relationships/slideLayout" Target="../slideLayouts/slideLayout279.xml"/><Relationship Id="rId9" Type="http://schemas.openxmlformats.org/officeDocument/2006/relationships/slideLayout" Target="../slideLayouts/slideLayout280.xml"/><Relationship Id="rId10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82.xml"/><Relationship Id="rId12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84.xml"/><Relationship Id="rId14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86.xml"/><Relationship Id="rId16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88.xml"/><Relationship Id="rId18" Type="http://schemas.openxmlformats.org/officeDocument/2006/relationships/slideLayout" Target="../slideLayouts/slideLayout289.xml"/><Relationship Id="rId19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91.xml"/><Relationship Id="rId21" Type="http://schemas.openxmlformats.org/officeDocument/2006/relationships/image" Target="../media/image6.png"/><Relationship Id="rId22" Type="http://schemas.openxmlformats.org/officeDocument/2006/relationships/theme" Target="../theme/theme30.xml"/></Relationships>
</file>

<file path=ppt/slideMasters/_rels/slideMaster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2.xml"/><Relationship Id="rId2" Type="http://schemas.openxmlformats.org/officeDocument/2006/relationships/slideLayout" Target="../slideLayouts/slideLayout293.xml"/><Relationship Id="rId3" Type="http://schemas.openxmlformats.org/officeDocument/2006/relationships/slideLayout" Target="../slideLayouts/slideLayout294.xml"/><Relationship Id="rId4" Type="http://schemas.openxmlformats.org/officeDocument/2006/relationships/slideLayout" Target="../slideLayouts/slideLayout295.xml"/><Relationship Id="rId5" Type="http://schemas.openxmlformats.org/officeDocument/2006/relationships/slideLayout" Target="../slideLayouts/slideLayout296.xml"/><Relationship Id="rId6" Type="http://schemas.openxmlformats.org/officeDocument/2006/relationships/slideLayout" Target="../slideLayouts/slideLayout297.xml"/><Relationship Id="rId7" Type="http://schemas.openxmlformats.org/officeDocument/2006/relationships/slideLayout" Target="../slideLayouts/slideLayout298.xml"/><Relationship Id="rId8" Type="http://schemas.openxmlformats.org/officeDocument/2006/relationships/slideLayout" Target="../slideLayouts/slideLayout299.xml"/><Relationship Id="rId9" Type="http://schemas.openxmlformats.org/officeDocument/2006/relationships/slideLayout" Target="../slideLayouts/slideLayout300.xml"/><Relationship Id="rId10" Type="http://schemas.openxmlformats.org/officeDocument/2006/relationships/slideLayout" Target="../slideLayouts/slideLayout301.xml"/><Relationship Id="rId11" Type="http://schemas.openxmlformats.org/officeDocument/2006/relationships/slideLayout" Target="../slideLayouts/slideLayout302.xml"/><Relationship Id="rId12" Type="http://schemas.openxmlformats.org/officeDocument/2006/relationships/slideLayout" Target="../slideLayouts/slideLayout303.xml"/><Relationship Id="rId13" Type="http://schemas.openxmlformats.org/officeDocument/2006/relationships/slideLayout" Target="../slideLayouts/slideLayout304.xml"/><Relationship Id="rId14" Type="http://schemas.openxmlformats.org/officeDocument/2006/relationships/slideLayout" Target="../slideLayouts/slideLayout305.xml"/><Relationship Id="rId15" Type="http://schemas.openxmlformats.org/officeDocument/2006/relationships/slideLayout" Target="../slideLayouts/slideLayout306.xml"/><Relationship Id="rId16" Type="http://schemas.openxmlformats.org/officeDocument/2006/relationships/slideLayout" Target="../slideLayouts/slideLayout307.xml"/><Relationship Id="rId17" Type="http://schemas.openxmlformats.org/officeDocument/2006/relationships/slideLayout" Target="../slideLayouts/slideLayout308.xml"/><Relationship Id="rId18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0.xml"/><Relationship Id="rId20" Type="http://schemas.openxmlformats.org/officeDocument/2006/relationships/slideLayout" Target="../slideLayouts/slideLayout311.xml"/><Relationship Id="rId21" Type="http://schemas.openxmlformats.org/officeDocument/2006/relationships/image" Target="../media/image6.png"/><Relationship Id="rId22" Type="http://schemas.openxmlformats.org/officeDocument/2006/relationships/theme" Target="../theme/theme31.xml"/></Relationships>
</file>

<file path=ppt/slideMasters/_rels/slideMaster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2.xml"/><Relationship Id="rId2" Type="http://schemas.openxmlformats.org/officeDocument/2006/relationships/slideLayout" Target="../slideLayouts/slideLayout313.xml"/><Relationship Id="rId3" Type="http://schemas.openxmlformats.org/officeDocument/2006/relationships/slideLayout" Target="../slideLayouts/slideLayout314.xml"/><Relationship Id="rId4" Type="http://schemas.openxmlformats.org/officeDocument/2006/relationships/slideLayout" Target="../slideLayouts/slideLayout315.xml"/><Relationship Id="rId5" Type="http://schemas.openxmlformats.org/officeDocument/2006/relationships/slideLayout" Target="../slideLayouts/slideLayout316.xml"/><Relationship Id="rId6" Type="http://schemas.openxmlformats.org/officeDocument/2006/relationships/slideLayout" Target="../slideLayouts/slideLayout317.xml"/><Relationship Id="rId7" Type="http://schemas.openxmlformats.org/officeDocument/2006/relationships/slideLayout" Target="../slideLayouts/slideLayout318.xml"/><Relationship Id="rId8" Type="http://schemas.openxmlformats.org/officeDocument/2006/relationships/slideLayout" Target="../slideLayouts/slideLayout319.xml"/><Relationship Id="rId9" Type="http://schemas.openxmlformats.org/officeDocument/2006/relationships/slideLayout" Target="../slideLayouts/slideLayout320.xml"/><Relationship Id="rId10" Type="http://schemas.openxmlformats.org/officeDocument/2006/relationships/slideLayout" Target="../slideLayouts/slideLayout321.xml"/><Relationship Id="rId11" Type="http://schemas.openxmlformats.org/officeDocument/2006/relationships/slideLayout" Target="../slideLayouts/slideLayout322.xml"/><Relationship Id="rId12" Type="http://schemas.openxmlformats.org/officeDocument/2006/relationships/slideLayout" Target="../slideLayouts/slideLayout323.xml"/><Relationship Id="rId13" Type="http://schemas.openxmlformats.org/officeDocument/2006/relationships/theme" Target="../theme/theme32.xml"/></Relationships>
</file>

<file path=ppt/slideMasters/_rels/slideMaster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4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5.xml"/><Relationship Id="rId2" Type="http://schemas.openxmlformats.org/officeDocument/2006/relationships/slideLayout" Target="../slideLayouts/slideLayout326.xml"/><Relationship Id="rId3" Type="http://schemas.openxmlformats.org/officeDocument/2006/relationships/slideLayout" Target="../slideLayouts/slideLayout327.xml"/><Relationship Id="rId4" Type="http://schemas.openxmlformats.org/officeDocument/2006/relationships/slideLayout" Target="../slideLayouts/slideLayout328.xml"/><Relationship Id="rId5" Type="http://schemas.openxmlformats.org/officeDocument/2006/relationships/slideLayout" Target="../slideLayouts/slideLayout329.xml"/><Relationship Id="rId6" Type="http://schemas.openxmlformats.org/officeDocument/2006/relationships/slideLayout" Target="../slideLayouts/slideLayout330.xml"/><Relationship Id="rId7" Type="http://schemas.openxmlformats.org/officeDocument/2006/relationships/slideLayout" Target="../slideLayouts/slideLayout331.xml"/><Relationship Id="rId8" Type="http://schemas.openxmlformats.org/officeDocument/2006/relationships/slideLayout" Target="../slideLayouts/slideLayout332.xml"/><Relationship Id="rId9" Type="http://schemas.openxmlformats.org/officeDocument/2006/relationships/slideLayout" Target="../slideLayouts/slideLayout333.xml"/><Relationship Id="rId10" Type="http://schemas.openxmlformats.org/officeDocument/2006/relationships/slideLayout" Target="../slideLayouts/slideLayout334.xml"/><Relationship Id="rId11" Type="http://schemas.openxmlformats.org/officeDocument/2006/relationships/slideLayout" Target="../slideLayouts/slideLayout335.xml"/><Relationship Id="rId12" Type="http://schemas.openxmlformats.org/officeDocument/2006/relationships/slideLayout" Target="../slideLayouts/slideLayout336.xml"/><Relationship Id="rId13" Type="http://schemas.openxmlformats.org/officeDocument/2006/relationships/slideLayout" Target="../slideLayouts/slideLayout337.xml"/><Relationship Id="rId14" Type="http://schemas.openxmlformats.org/officeDocument/2006/relationships/slideLayout" Target="../slideLayouts/slideLayout338.xml"/><Relationship Id="rId15" Type="http://schemas.openxmlformats.org/officeDocument/2006/relationships/slideLayout" Target="../slideLayouts/slideLayout339.xml"/><Relationship Id="rId16" Type="http://schemas.openxmlformats.org/officeDocument/2006/relationships/slideLayout" Target="../slideLayouts/slideLayout340.xml"/><Relationship Id="rId17" Type="http://schemas.openxmlformats.org/officeDocument/2006/relationships/slideLayout" Target="../slideLayouts/slideLayout341.xml"/><Relationship Id="rId18" Type="http://schemas.openxmlformats.org/officeDocument/2006/relationships/slideLayout" Target="../slideLayouts/slideLayout342.xml"/><Relationship Id="rId19" Type="http://schemas.openxmlformats.org/officeDocument/2006/relationships/slideLayout" Target="../slideLayouts/slideLayout343.xml"/><Relationship Id="rId20" Type="http://schemas.openxmlformats.org/officeDocument/2006/relationships/slideLayout" Target="../slideLayouts/slideLayout344.xml"/><Relationship Id="rId21" Type="http://schemas.openxmlformats.org/officeDocument/2006/relationships/image" Target="../media/image6.png"/><Relationship Id="rId22" Type="http://schemas.openxmlformats.org/officeDocument/2006/relationships/theme" Target="../theme/theme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5.xml"/><Relationship Id="rId2" Type="http://schemas.openxmlformats.org/officeDocument/2006/relationships/theme" Target="../theme/theme35.xml"/></Relationships>
</file>

<file path=ppt/slideMasters/_rels/slideMaster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6.xml"/><Relationship Id="rId2" Type="http://schemas.openxmlformats.org/officeDocument/2006/relationships/theme" Target="../theme/theme36.xml"/></Relationships>
</file>

<file path=ppt/slideMasters/_rels/slideMaster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7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7.xml"/></Relationships>
</file>

<file path=ppt/slideMasters/_rels/slideMaster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8.xml"/><Relationship Id="rId2" Type="http://schemas.openxmlformats.org/officeDocument/2006/relationships/slideLayout" Target="../slideLayouts/slideLayout349.xml"/><Relationship Id="rId3" Type="http://schemas.openxmlformats.org/officeDocument/2006/relationships/slideLayout" Target="../slideLayouts/slideLayout350.xml"/><Relationship Id="rId4" Type="http://schemas.openxmlformats.org/officeDocument/2006/relationships/slideLayout" Target="../slideLayouts/slideLayout351.xml"/><Relationship Id="rId5" Type="http://schemas.openxmlformats.org/officeDocument/2006/relationships/slideLayout" Target="../slideLayouts/slideLayout352.xml"/><Relationship Id="rId6" Type="http://schemas.openxmlformats.org/officeDocument/2006/relationships/slideLayout" Target="../slideLayouts/slideLayout353.xml"/><Relationship Id="rId7" Type="http://schemas.openxmlformats.org/officeDocument/2006/relationships/slideLayout" Target="../slideLayouts/slideLayout354.xml"/><Relationship Id="rId8" Type="http://schemas.openxmlformats.org/officeDocument/2006/relationships/slideLayout" Target="../slideLayouts/slideLayout355.xml"/><Relationship Id="rId9" Type="http://schemas.openxmlformats.org/officeDocument/2006/relationships/slideLayout" Target="../slideLayouts/slideLayout356.xml"/><Relationship Id="rId10" Type="http://schemas.openxmlformats.org/officeDocument/2006/relationships/slideLayout" Target="../slideLayouts/slideLayout357.xml"/><Relationship Id="rId11" Type="http://schemas.openxmlformats.org/officeDocument/2006/relationships/slideLayout" Target="../slideLayouts/slideLayout358.xml"/><Relationship Id="rId12" Type="http://schemas.openxmlformats.org/officeDocument/2006/relationships/slideLayout" Target="../slideLayouts/slideLayout359.xml"/><Relationship Id="rId13" Type="http://schemas.openxmlformats.org/officeDocument/2006/relationships/slideLayout" Target="../slideLayouts/slideLayout360.xml"/><Relationship Id="rId14" Type="http://schemas.openxmlformats.org/officeDocument/2006/relationships/slideLayout" Target="../slideLayouts/slideLayout361.xml"/><Relationship Id="rId15" Type="http://schemas.openxmlformats.org/officeDocument/2006/relationships/slideLayout" Target="../slideLayouts/slideLayout362.xml"/><Relationship Id="rId16" Type="http://schemas.openxmlformats.org/officeDocument/2006/relationships/slideLayout" Target="../slideLayouts/slideLayout363.xml"/><Relationship Id="rId17" Type="http://schemas.openxmlformats.org/officeDocument/2006/relationships/slideLayout" Target="../slideLayouts/slideLayout364.xml"/><Relationship Id="rId18" Type="http://schemas.openxmlformats.org/officeDocument/2006/relationships/slideLayout" Target="../slideLayouts/slideLayout365.xml"/><Relationship Id="rId19" Type="http://schemas.openxmlformats.org/officeDocument/2006/relationships/image" Target="../media/image6.png"/><Relationship Id="rId20" Type="http://schemas.openxmlformats.org/officeDocument/2006/relationships/theme" Target="../theme/theme38.xml"/></Relationships>
</file>

<file path=ppt/slideMasters/_rels/slideMaster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6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theme" Target="../theme/theme39.xml"/></Relationships>
</file>

<file path=ppt/slideMasters/_rels/slideMaster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7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0.xml"/></Relationships>
</file>

<file path=ppt/slideMasters/_rels/slideMaster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8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theme" Target="../theme/theme41.xml"/></Relationships>
</file>

<file path=ppt/slideMasters/_rels/slideMaster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9.xml"/><Relationship Id="rId2" Type="http://schemas.openxmlformats.org/officeDocument/2006/relationships/slideLayout" Target="../slideLayouts/slideLayout370.xml"/><Relationship Id="rId3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73.xml"/><Relationship Id="rId6" Type="http://schemas.openxmlformats.org/officeDocument/2006/relationships/slideLayout" Target="../slideLayouts/slideLayout374.xml"/><Relationship Id="rId7" Type="http://schemas.openxmlformats.org/officeDocument/2006/relationships/slideLayout" Target="../slideLayouts/slideLayout375.xml"/><Relationship Id="rId8" Type="http://schemas.openxmlformats.org/officeDocument/2006/relationships/slideLayout" Target="../slideLayouts/slideLayout376.xml"/><Relationship Id="rId9" Type="http://schemas.openxmlformats.org/officeDocument/2006/relationships/slideLayout" Target="../slideLayouts/slideLayout377.xml"/><Relationship Id="rId10" Type="http://schemas.openxmlformats.org/officeDocument/2006/relationships/slideLayout" Target="../slideLayouts/slideLayout378.xml"/><Relationship Id="rId11" Type="http://schemas.openxmlformats.org/officeDocument/2006/relationships/slideLayout" Target="../slideLayouts/slideLayout379.xml"/><Relationship Id="rId12" Type="http://schemas.openxmlformats.org/officeDocument/2006/relationships/slideLayout" Target="../slideLayouts/slideLayout380.xml"/><Relationship Id="rId13" Type="http://schemas.openxmlformats.org/officeDocument/2006/relationships/slideLayout" Target="../slideLayouts/slideLayout381.xml"/><Relationship Id="rId14" Type="http://schemas.openxmlformats.org/officeDocument/2006/relationships/slideLayout" Target="../slideLayouts/slideLayout382.xml"/><Relationship Id="rId15" Type="http://schemas.openxmlformats.org/officeDocument/2006/relationships/slideLayout" Target="../slideLayouts/slideLayout383.xml"/><Relationship Id="rId16" Type="http://schemas.openxmlformats.org/officeDocument/2006/relationships/slideLayout" Target="../slideLayouts/slideLayout384.xml"/><Relationship Id="rId17" Type="http://schemas.openxmlformats.org/officeDocument/2006/relationships/slideLayout" Target="../slideLayouts/slideLayout385.xml"/><Relationship Id="rId18" Type="http://schemas.openxmlformats.org/officeDocument/2006/relationships/slideLayout" Target="../slideLayouts/slideLayout386.xml"/><Relationship Id="rId19" Type="http://schemas.openxmlformats.org/officeDocument/2006/relationships/slideLayout" Target="../slideLayouts/slideLayout387.xml"/><Relationship Id="rId20" Type="http://schemas.openxmlformats.org/officeDocument/2006/relationships/slideLayout" Target="../slideLayouts/slideLayout388.xml"/><Relationship Id="rId21" Type="http://schemas.openxmlformats.org/officeDocument/2006/relationships/image" Target="../media/image6.png"/><Relationship Id="rId22" Type="http://schemas.openxmlformats.org/officeDocument/2006/relationships/theme" Target="../theme/theme42.xml"/></Relationships>
</file>

<file path=ppt/slideMasters/_rels/slideMaster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90.xml"/><Relationship Id="rId3" Type="http://schemas.openxmlformats.org/officeDocument/2006/relationships/slideLayout" Target="../slideLayouts/slideLayout391.xml"/><Relationship Id="rId4" Type="http://schemas.openxmlformats.org/officeDocument/2006/relationships/slideLayout" Target="../slideLayouts/slideLayout392.xml"/><Relationship Id="rId5" Type="http://schemas.openxmlformats.org/officeDocument/2006/relationships/slideLayout" Target="../slideLayouts/slideLayout393.xml"/><Relationship Id="rId6" Type="http://schemas.openxmlformats.org/officeDocument/2006/relationships/slideLayout" Target="../slideLayouts/slideLayout394.xml"/><Relationship Id="rId7" Type="http://schemas.openxmlformats.org/officeDocument/2006/relationships/slideLayout" Target="../slideLayouts/slideLayout395.xml"/><Relationship Id="rId8" Type="http://schemas.openxmlformats.org/officeDocument/2006/relationships/slideLayout" Target="../slideLayouts/slideLayout396.xml"/><Relationship Id="rId9" Type="http://schemas.openxmlformats.org/officeDocument/2006/relationships/slideLayout" Target="../slideLayouts/slideLayout397.xml"/><Relationship Id="rId10" Type="http://schemas.openxmlformats.org/officeDocument/2006/relationships/slideLayout" Target="../slideLayouts/slideLayout398.xml"/><Relationship Id="rId11" Type="http://schemas.openxmlformats.org/officeDocument/2006/relationships/slideLayout" Target="../slideLayouts/slideLayout399.xml"/><Relationship Id="rId12" Type="http://schemas.openxmlformats.org/officeDocument/2006/relationships/slideLayout" Target="../slideLayouts/slideLayout400.xml"/><Relationship Id="rId13" Type="http://schemas.openxmlformats.org/officeDocument/2006/relationships/slideLayout" Target="../slideLayouts/slideLayout401.xml"/><Relationship Id="rId14" Type="http://schemas.openxmlformats.org/officeDocument/2006/relationships/slideLayout" Target="../slideLayouts/slideLayout402.xml"/><Relationship Id="rId15" Type="http://schemas.openxmlformats.org/officeDocument/2006/relationships/slideLayout" Target="../slideLayouts/slideLayout403.xml"/><Relationship Id="rId16" Type="http://schemas.openxmlformats.org/officeDocument/2006/relationships/slideLayout" Target="../slideLayouts/slideLayout404.xml"/><Relationship Id="rId17" Type="http://schemas.openxmlformats.org/officeDocument/2006/relationships/slideLayout" Target="../slideLayouts/slideLayout405.xml"/><Relationship Id="rId18" Type="http://schemas.openxmlformats.org/officeDocument/2006/relationships/slideLayout" Target="../slideLayouts/slideLayout406.xml"/><Relationship Id="rId19" Type="http://schemas.openxmlformats.org/officeDocument/2006/relationships/slideLayout" Target="../slideLayouts/slideLayout407.xml"/><Relationship Id="rId20" Type="http://schemas.openxmlformats.org/officeDocument/2006/relationships/slideLayout" Target="../slideLayouts/slideLayout408.xml"/><Relationship Id="rId21" Type="http://schemas.openxmlformats.org/officeDocument/2006/relationships/image" Target="../media/image6.png"/><Relationship Id="rId22" Type="http://schemas.openxmlformats.org/officeDocument/2006/relationships/theme" Target="../theme/theme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  <p:sldLayoutId id="2147484044" r:id="rId12"/>
    <p:sldLayoutId id="2147484045" r:id="rId13"/>
    <p:sldLayoutId id="2147484046" r:id="rId14"/>
    <p:sldLayoutId id="2147484047" r:id="rId15"/>
    <p:sldLayoutId id="2147484048" r:id="rId16"/>
    <p:sldLayoutId id="2147484049" r:id="rId17"/>
    <p:sldLayoutId id="214748405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  <p:sldLayoutId id="2147484069" r:id="rId12"/>
    <p:sldLayoutId id="2147484070" r:id="rId13"/>
    <p:sldLayoutId id="2147484071" r:id="rId14"/>
    <p:sldLayoutId id="2147484072" r:id="rId15"/>
    <p:sldLayoutId id="2147484073" r:id="rId16"/>
    <p:sldLayoutId id="2147484074" r:id="rId17"/>
    <p:sldLayoutId id="2147484075" r:id="rId18"/>
    <p:sldLayoutId id="2147484076" r:id="rId19"/>
    <p:sldLayoutId id="214748407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9" r:id="rId1"/>
    <p:sldLayoutId id="2147484080" r:id="rId2"/>
    <p:sldLayoutId id="2147484081" r:id="rId3"/>
    <p:sldLayoutId id="2147484082" r:id="rId4"/>
    <p:sldLayoutId id="2147484083" r:id="rId5"/>
    <p:sldLayoutId id="2147484084" r:id="rId6"/>
    <p:sldLayoutId id="2147484085" r:id="rId7"/>
    <p:sldLayoutId id="2147484086" r:id="rId8"/>
    <p:sldLayoutId id="2147484087" r:id="rId9"/>
    <p:sldLayoutId id="2147484088" r:id="rId10"/>
    <p:sldLayoutId id="2147484089" r:id="rId11"/>
    <p:sldLayoutId id="2147484090" r:id="rId12"/>
    <p:sldLayoutId id="2147484091" r:id="rId13"/>
    <p:sldLayoutId id="2147484092" r:id="rId14"/>
    <p:sldLayoutId id="2147484093" r:id="rId15"/>
    <p:sldLayoutId id="2147484094" r:id="rId16"/>
    <p:sldLayoutId id="2147484095" r:id="rId17"/>
    <p:sldLayoutId id="2147484096" r:id="rId18"/>
    <p:sldLayoutId id="2147484097" r:id="rId19"/>
    <p:sldLayoutId id="214748409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7.xml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16.xml"/><Relationship Id="rId7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3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0.png"/><Relationship Id="rId5" Type="http://schemas.openxmlformats.org/officeDocument/2006/relationships/image" Target="../media/image101.png"/><Relationship Id="rId6" Type="http://schemas.openxmlformats.org/officeDocument/2006/relationships/notesSlide" Target="../notesSlides/notesSlide37.xml"/><Relationship Id="rId7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【课程主标题】</a:t>
            </a:r>
            <a:b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kumimoji="1" lang="zh-CN" altLang="en-US" sz="3600" b="1" dirty="0">
                <a:latin typeface="阿里巴巴普惠体" panose="00020600040101010101" pitchFamily="18" charset="-122"/>
                <a:cs typeface="阿里巴巴普惠体" panose="00020600040101010101" pitchFamily="18" charset="-122"/>
              </a:rPr>
              <a:t>【副标题：一句话说清这门课的价值】</a:t>
            </a:r>
            <a:endParaRPr kumimoji="1" lang="zh-CN" altLang="en-US" sz="3600" b="1" dirty="0">
              <a:latin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4713605" y="1255395"/>
            <a:ext cx="5630545" cy="3829050"/>
          </a:xfrm>
        </p:spPr>
        <p:txBody>
          <a:bodyPr/>
          <a:lstStyle/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【第一部分：章节名称】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【第二部分：章节名称】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【第三部分：章节名称】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【第四部分：章节名称】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algn="l"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【第五部分：章节名称】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  <a:sym typeface="+mn-ea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【第六部分：章节名称】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【第七部分：章节名称】</a:t>
            </a:r>
            <a:endParaRPr lang="zh-CN" altLang="en-US" dirty="0">
              <a:solidFill>
                <a:srgbClr val="262626"/>
              </a:solidFill>
              <a:latin typeface="阿里巴巴普惠体" panose="00020600040101010101" pitchFamily="18" charset="-122"/>
            </a:endParaRPr>
          </a:p>
          <a:p>
            <a:pPr eaLnBrk="0" hangingPunct="0">
              <a:lnSpc>
                <a:spcPct val="150000"/>
              </a:lnSpc>
              <a:buClr>
                <a:srgbClr val="262626"/>
              </a:buClr>
            </a:pPr>
            <a:r>
              <a:rPr lang="zh-CN" altLang="en-US" dirty="0">
                <a:solidFill>
                  <a:srgbClr val="262626"/>
                </a:solidFill>
                <a:latin typeface="阿里巴巴普惠体" panose="00020600040101010101" pitchFamily="18" charset="-122"/>
                <a:sym typeface="+mn-ea"/>
              </a:rPr>
              <a:t>【第八部分：章节名称】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【本章标题：一句话概括本章】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>
            <a:r>
              <a:rPr lang="zh-CN" altLang="en-US" dirty="0"/>
              <a:t>【互动问题：抛出一个具体、带场景的问题，让学生先猜先想，再进入讲解】</a:t>
            </a:r>
            <a:r>
              <a:rPr lang="zh-CN" altLang="en-US" b="1" dirty="0">
                <a:solidFill>
                  <a:srgbClr val="0067E1"/>
                </a:solidFill>
              </a:rPr>
              <a:t/>
            </a:r>
            <a:r>
              <a:rPr lang="zh-CN" altLang="en-US" dirty="0"/>
              <a:t/>
            </a:r>
            <a:r>
              <a:rPr lang="zh-CN" altLang="en-US" dirty="0"/>
              <a:t/>
            </a:r>
            <a:endParaRPr lang="zh-CN" altLang="en-US" dirty="0"/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 dirty="0"/>
              <a:t>思考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en-US" altLang="zh-CN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1.【小节标题：本页要点名】</a:t>
            </a: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b="1" dirty="0"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0" lang="zh-CN" altLang="en-US" sz="1400" kern="1200" cap="none" spc="0" normalizeH="0" baseline="0" noProof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【正文要点：一句话给出判断；下一行展开解释，关键词标红强调】</a:t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L="285750" marR="0" indent="-28575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【示例：“摆一个真实案例或一句引用”】</a:t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zh-CN" altLang="en-US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r>
              <a:rPr lang="en-US" altLang="zh-CN" sz="1400" dirty="0">
                <a:solidFill>
                  <a:srgbClr val="FF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kumimoji="0" lang="zh-CN" altLang="en-US" sz="1400" kern="1200" cap="none" spc="0" normalizeH="0" baseline="0" noProof="1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  <a:p>
            <a:pPr marR="0" defTabSz="914400" eaLnBrk="0" fontAlgn="auto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【一级标题：章节名】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sym typeface="+mn-ea"/>
            </a:endParaRP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  <a:buNone/>
            </a:pPr>
            <a:r>
              <a:rPr lang="zh-CN" altLang="en-US" b="1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【标签】</a:t>
            </a:r>
            <a:endParaRPr lang="zh-CN" altLang="en-US" b="1" dirty="0">
              <a:solidFill>
                <a:schemeClr val="accent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FF0000"/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【图片说明】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/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pic>
        <p:nvPicPr>
          <p:cNvPr id="22" name="Picture 21" descr="ph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042" y="1719782"/>
            <a:ext cx="5300050" cy="4706632"/>
          </a:xfrm>
          <a:prstGeom prst="rect">
            <a:avLst/>
          </a:prstGeom>
        </p:spPr>
      </p:pic>
      <p:pic>
        <p:nvPicPr>
          <p:cNvPr id="23" name="Picture 22" descr="ph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598" y="1719782"/>
            <a:ext cx="3097700" cy="46871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0880" y="225774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【一级标题：章节名】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1453727" y="2782782"/>
            <a:ext cx="1344084" cy="1344084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【要素一】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43125" y="2804795"/>
            <a:ext cx="1344084" cy="1346200"/>
          </a:xfrm>
          <a:prstGeom prst="ellipse">
            <a:avLst/>
          </a:prstGeom>
          <a:solidFill>
            <a:srgbClr val="93CD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【要素二】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521921" y="2782782"/>
            <a:ext cx="1344084" cy="1344084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【要素四】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6832523" y="2831465"/>
            <a:ext cx="1344084" cy="1344084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  <a:sym typeface="+mn-ea"/>
              </a:rPr>
              <a:t>【要素三】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  <a:sym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650" y="1422023"/>
            <a:ext cx="3514725" cy="45878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  <a:buFont typeface="阿里巴巴普惠体" panose="00020600040101010101" pitchFamily="18" charset="-122"/>
            </a:pPr>
            <a:r>
              <a:rPr lang="zh-CN" altLang="en-US" b="1" dirty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【结构主题：这组要素共同说明什么】</a:t>
            </a:r>
            <a:endParaRPr lang="zh-CN" altLang="en-US" b="1" dirty="0">
              <a:solidFill>
                <a:srgbClr val="FF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>
              <a:buNone/>
            </a:pPr>
            <a:r>
              <a:rPr sz="3000" b="1">
                <a:latin typeface="阿里巴巴普惠体"/>
                <a:ea typeface="阿里巴巴普惠体"/>
              </a:rPr>
              <a:t>“【写一句最想让学生记住的话，不超过 25 字】”</a:t>
            </a:r>
          </a:p>
          <a:p>
            <a:pPr algn="ctr">
              <a:buNone/>
            </a:pPr>
            <a:r>
              <a:rPr sz="1600" b="0">
                <a:latin typeface="阿里巴巴普惠体"/>
                <a:ea typeface="阿里巴巴普惠体"/>
              </a:rPr>
              <a:t>——【出处 / 人物 / 本课环节】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latin typeface="阿里巴巴普惠体"/>
                <a:ea typeface="阿里巴巴普惠体"/>
              </a:rPr>
              <a:t>金句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490727"/>
          </a:xfrm>
        </p:spPr>
        <p:txBody>
          <a:bodyPr/>
          <a:lstStyle/>
          <a:p>
            <a:r>
              <a:rPr lang="zh-CN" altLang="en-US" sz="2400" b="1"/>
              <a:t>下午场：AI 说的话，你敢信多少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28216" y="2925444"/>
            <a:ext cx="9299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000" b="0"/>
              <a:t>D3·下午前半场 13:30–15:30｜判断力·人机分工·口喷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这两天，有没有被 AI 骗过？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今天下午，讲一个比提问更值钱的东西：判断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判断力＝审美的落地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你不是缺提问技巧——你是想在 AI 一本正经地胡说时，一眼看出哪句能信、哪句要查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418080"/>
            <a:ext cx="10241280" cy="72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判断力，就是"审美"这一角的落地——判断 AI 产出的好坏，恰恰是"不能交给 AI"的那部分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3144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先记住：判断，比提问更值钱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套话：删掉它，意思不变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 说的话，分三类：套话、可用、必须核查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套话＝"感谢大家百忙之中""让我们携手并进"——没错，但没信息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判断标准：删掉它，意思变不变？不变，就是套话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套话，直接删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可用留着，必须核查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可用：说得对、能用、改改就能用——这段我自己写得出吗？写不出，留着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必须核查：涉及事实、数据、人名、时间、知识点——AI 可能一本正经地编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判断标准：这句话错了，后果严重吗？严重，必须查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套话删掉，可用留着，事实必查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AI 出题，你敢直接用吗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输入：你是 C 语言老师，出 1 道 for 循环选择题，带参考答案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AI 给的答案：B</a:t>
            </a:r>
          </a:p>
        </p:txBody>
      </p:sp>
      <p:pic>
        <p:nvPicPr>
          <p:cNvPr id="1011" name="Picture 1010" descr="210占位_AI出题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97380"/>
            <a:ext cx="5303520" cy="37124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这道题，你选哪个？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8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题目：以下关于 for 循环的说法，正确的是（　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071876"/>
            <a:ext cx="5760720" cy="8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A. 只能用于已知次数的循环／B. 三个表达式都不能省略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3933952"/>
            <a:ext cx="5760720" cy="8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C. for(;;) 是无限循环／D. 不能嵌套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4796028"/>
            <a:ext cx="5760720" cy="8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正确答案 C——B 错在：三个表达式都可以省略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判断四问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一问：知识点对不对？——可能偷换概念、抄错公式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二问：难度对不对？——对应考纲吗？超纲吗？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三问：表述有没有歧义？——学生会不会读歪？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四问：答案对不对？——参考答案也可能是错的，必须验算</a:t>
            </a:r>
          </a:p>
        </p:txBody>
      </p:sp>
      <p:sp>
        <p:nvSpPr>
          <p:cNvPr id="63495" name="TextBox 63494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给学生用的东西，四问过一遍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9" fill="hold">
                      <p:stCondLst>
                        <p:cond delay="indefinite"/>
                      </p:stCondLst>
                      <p:childTnLst>
                        <p:par>
                          <p:cTn id="102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22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编译不会骗你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它不知道"对不对"，只知道"像不像"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它没有"事实"这个概念，只有"接得顺不顺"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这两天被骗过的那几下，不是 AI 坏，是它太会"像"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今天起，这个亏，你不再吃第二次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验收驱动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验收驱动：先定义"什么算完成"，再让 AI 动手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人负责：问题、用户、验收标准、取舍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运行负责：裁判——能跑、可用、可交付，才算完成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AI 说的不等于对的，落款是你的名字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三分类，说得出吗？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套话、可用、必须核查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 是助手，但签字的是你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“判断，比提问更值钱”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三色标注：一封信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晚上十点，孩子期末评语还没写——AI 替你写了一封，可你敢直接发吗？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72186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今天下午，你手里要有一份自己标好的答案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规则就三个词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绿色＝套话，删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黄色＝可用，留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红色＝必须核查，查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表扬信全文上屏——自己标，不用交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过三句：绿、黄、红？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"希望你在新学期继续保持优异表现。"——套话，删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9784" y="312674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"运动会上的那个转身，全班都喊你名字。"——真细节，留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9784" y="404368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600" b="0"/>
              <a:t>"语文成绩稳定在 95 分以上。"——红：它编的，查成绩单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哪句不像我，哪句就值得重写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 写得再像，有一类话它写不像：你的"私下话"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"你上次偷偷把同桌的笔捡起来，我看见了。"——这种话，AI 编不出来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同桌对判：为什么这么标？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A：这句我标了绿，因为……B 顶回去：我觉得该标黄，因为……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你们吵的那一下，不是谁错——是你们俩的标准还没对齐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把理由说出口，比"觉得对"值钱得多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多案例判断：快速三色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第一段：家长群通知——三十秒，心里标三色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第二段：AI 出的数学题——它的答案，你标什么色？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三色标注，就是你判断力的第一张成绩单——不交，自己留着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AI 是初稿，你是终稿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617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“AI 是初稿，你是终稿”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人机分工：谁该干什么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很多人用 AI 用得累，不是 AI 不行，是分工错了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人负责 vs AI 负责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一句话：人定方向、做取舍，AI 出草稿、跑执行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人负责四件事：问题、用户、验收标准、取舍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 负责五件事：草稿、代码、结构、文案、重构建议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人类定方向，AI 提产能——跟上午的双三角是一回事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两条铁律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先对齐需求，再开工——信息没对齐就开工，注定返工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不指望一次做对，指望来回迭代——从想法到能用，需要 N 多轮对话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别问"AI 能不能一次做对"，要问"我跟它来回了没有"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发散与收敛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 做发散：穷举、生成、出十个方案——它的强项，它不累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人做收敛：选哪个、删哪句、定调性——你的事，你负责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为什么收敛在人手里？因为选要有标准——这就是审美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想干什么、什么叫好、错了谁负责——攥在你手里，你是说了算的人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“人定方向、做取舍，AI 出草稿、跑执行”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口喷草稿法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口喷不是偷懒，是先把人类思维倒出来，让 AI 做结构化工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472186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200" b="0"/>
              <a:t>最像"老板布置任务"的动作：你只管说，它负责接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现场演示：口喷"家长会三件事"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704685" y="1260874"/>
            <a:ext cx="4750422" cy="4589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口喷"家长会三件事"——你帮我理成一个大纲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462776"/>
            <a:ext cx="10332720" cy="29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/>
              <a:t>它结构化，我定调性</a:t>
            </a:r>
          </a:p>
        </p:txBody>
      </p:sp>
      <p:pic>
        <p:nvPicPr>
          <p:cNvPr id="1011" name="Picture 1010" descr="210占位_口喷家长会_v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25496" y="1897380"/>
            <a:ext cx="5303520" cy="37124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口喷原文：家长会三件事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第一，这学期整体情况——别报喜不报忧，但也别吓人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第二，表扬一批孩子——怕名单念太长，家长走神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第三，给家长一个具体动作——每天陪孩子读十分钟书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人改："客观反馈"→"该夸夸，该说说"——它结构化，我定调性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为什么口喷比打字好？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说得比打得快——打字要组织半天，说话张嘴就来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说得比打字"真"——说话是原生态，原生态里有你的真想法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AI 最擅长收拾烂摊子——你越乱，它越有活干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口喷，是把脑子里的矿，倒出来给 AI 炼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轮到你们：说给 AI 听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打开豆包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把上午那张场景卡，用嘴说出来，让它整理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7302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要求就一个：别想好再说，边说边想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没做完的别急——晚上回去自己再来一遍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10 选 1：凭什么？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指令：班级要搞一次活动，给我出 10 个方案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秋游登山／校园义卖／班级运动会／读书分享会／劳动实践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科技馆参观／亲子烘焙／社区志愿服务／班级才艺秀／户外写生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291846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任务：十秒挑一个，心里说清三个字——凭什么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2400" b="1"/>
              <a:t>十个它给你，一个你选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角色互换：来回定稿</a:t>
            </a:r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两人一组：一个当"人"，一个当"AI"</a:t>
            </a:r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32330"/>
            <a:ext cx="10241280" cy="789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"人"口喷一件真实工作；"AI"整理成一条，反问"这里到底什么意思？"</a:t>
            </a:r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922270"/>
            <a:ext cx="102412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来回三趟，说出"OK，这版像我要的了"</a:t>
            </a:r>
          </a:p>
        </p:txBody>
      </p:sp>
      <p:sp>
        <p:nvSpPr>
          <p:cNvPr id="63494" name="TextBox 63493"/>
          <p:cNvSpPr txBox="1"/>
          <p:nvPr/>
        </p:nvSpPr>
        <p:spPr>
          <a:xfrm>
            <a:off x="914400" y="5230368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>
                <a:solidFill>
                  <a:srgbClr val="C00000"/>
                </a:solidFill>
              </a:rPr>
              <a:t>你不是打字员，你是那个定稿的人</a:t>
            </a:r>
          </a:p>
        </p:txBody>
      </p:sp>
    </p:spTree>
  </p:cSld>
  <p:clrMapOvr>
    <a:masterClrMapping/>
  </p:clrMapOvr>
  <p:timing>
    <p:tnLst>
      <p:par>
        <p:cTn id="1001" dur="indefinite" restart="never" nodeType="tmRoot">
          <p:childTnLst>
            <p:seq concurrent="1" nextAc="seek">
              <p:cTn id="1002" dur="indefinite" nodeType="mainSeq">
                <p:childTnLst>
                  <p:par>
                    <p:cTn id="1003" fill="hold">
                      <p:stCondLst>
                        <p:cond delay="indefinite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06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07" fill="hold">
                      <p:stCondLst>
                        <p:cond delay="indefinite"/>
                      </p:stCondLst>
                      <p:childTnLst>
                        <p:par>
                          <p:cTn id="1008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0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0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4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015" fill="hold">
                      <p:stCondLst>
                        <p:cond delay="indefinite"/>
                      </p:stCondLst>
                      <p:childTnLst>
                        <p:par>
                          <p:cTn id="1016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0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8" dur="500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349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9784" y="1554480"/>
            <a:ext cx="6583680" cy="112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 algn="ctr">
            <a:r>
              <a:rPr lang="zh-CN" altLang="en-US" sz="3200" b="1"/>
              <a:t>“口喷，是把脑子里的矿，倒出来给 AI 炼”</a:t>
            </a:r>
          </a:p>
        </p:txBody>
      </p:sp>
    </p:spTree>
  </p:cSld>
  <p:clrMapOvr>
    <a:masterClrMapping/>
  </p:clrMapOvr>
</p:sld>
</file>

<file path=ppt/tags/tag13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OGRkYjQ1Y2EyN2Y2OTQxNmQ1NDg5MWZlNjZlMzEyNm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U4OTI5NzE5NDc1IiwKCSJHcm91cElkIiA6ICI3NDU0ODc5NzEiLAoJIkltYWdlIiA6ICJpVkJPUncwS0dnb0FBQUFOU1VoRVVnQUFCTFlBQUFGckNBWUFBQURNL2dEREFBQUFDWEJJV1hNQUFBc1RBQUFMRXdFQW1wd1lBQUFnQUVsRVFWUjRuT3pkZDNoVTFkWUc4SGZQVEFJa29SaEFxcUxJTldvb21Za29rVWlIRzdxRUtrMFVJb1FPU2hQa2s2WlNwRmNwVWkwRThLS2hsMHVFRUNtWkNTVUlTSWtYRXdndHBDZFR6djcrQ0RNU21FRDZoUEQrbm9lSFUvZFpaMmJPa0N6Mlhoc2d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UlpSWlJaWVtYXBIUjBBRVJFUkVSRlJZZEpxdFYycVZLbHlva3FWS2g0M2J0d0lCcUE0T2lZaUlzb2Q0ZWdBaUlpSWlJaUlDa1AxNnRWTFBmLzg4eXNCOUhwZzh4V3oyZHptOU9uVEZ4d1ZGeEVSNVI1N2JCRVJFUkVSVWJGWHQyN2RCcVZMbHo0TjRFMk5Sb011WGJvZ0xpNE9pWW1KejZsVXFxR1ZLbFdLdm5IamhzSFJjUklSVWM2d3h4WVJFUkVSRVJWcldxMTJraEJpR2dDODl0cHJXTHAwS2NxV0xRc3BKU1pQbm95ZE8zY0NBS1NVdTgxbWM4OHpaODdFT1RSZ0lpTEtOaWEyaUlpSWlJaW9XUEwyOXE0aXBkd05vQzRBK1B2N1krTEVpWThjdDN2M2JreWZQaDJwcWFrQWtHYXhXRnFlT25YcVNPRkdTMFJFdWNIRUZoRVJFUkVSRlRlaVhyMTZiZFZxOWE4QThOeHp6MkgrL1Btb1hidDJsaWVrcEtRZ01EQVFaOCtlQlFBb2lqSWpLU2xwMnFWTGw5SUxKMlFpSXNvTkpyYUlpSWlJaUtqWThQRHdLTzNxNnJvS1FEY0FlUHZ0dDdGNDhXS29WS3BzbmI5a3lSS3NYYnNXaXFJQXdEVUEvOWJyOVg4VVdNQkVSSlFuVEd3UkVSRVJFVkd4b05QcEdnQTRBTURGeWNrSlk4ZU9oYisvZjQ3YitldXZ2ekIwNkZERXhNUUFBQlJGR1JnUkViRUtnSkt2QVJNUlVaNHhzVVZFUkVSRVJFODd0YmUzOTBRcDVSUUFlUDMxMTdGczJUS1VMbDA2VDQxKy92bm4yTFZyRjZTVWtGSWVBUEMrd1dDNGxSOEJFeEZSL21CaWk0aUlpSWlJbmxwMTZ0U3BxZEZvZGdzaC9pV0VRSjgrZlRCaXhJaDhhLy93NGNPWVBIa3lFaElTQU1Ca3NWamFuenAxYWsrK1hZQ0lpUEtFaVMwaUlpSWlJbm9haWJwMTY3YlRhRFMvQUVENTh1V3hhTkVpZUhoNDVQdUYwdFBURVJBUWdNaklTQUNBbEhLbTBXaWNIQmtaYWN6M2l4RVJVWTR3c1VWRVJFUkVSRThWYjIvdnNsTEtsUUM2QWhrRjRwY3NXUUloQ3ZiWG14VXJWbURObWpVd204MlFVc1lBYUdrd0dNNFY2RVdKaU9peG1OZ2lJaUlpSXFLblJ0MjZkUnVvMWVwRFFvZ1NKVXFVd0lRSkU5QytmZnRDdTM1MGREUUNBd01SSFIxdDNUUklyOWV2QW1BcHRDQ0lpTWlHaVMwaUlpSWlJaXJ5dkwyOW5SUkYrVndJOFRrQTFLcFZDOTk5OXgxY1hGd2NFcy80OGVOeDRNQUJLSW9DQUVlTVJtT1hzMmZQeGpva0dDS2laeGdUVzBSRVJFUkVWS1RWcmwzN0ZXZG41d01BYXFqVmF2VHQyeGREaHc1MWRGZzRkdXdZSmt5WWdQajRlRWdwRlpWSzFUbzhQSHdmQU9ubzJJaUluaFZNYkJFUkVSRVJVVkdsMHVsMDd3UFlDQUNWSzFmRzBxVkxVYU5HRFFlSDlRK1R5WVFoUTRZZ1BEemN1bW1GRUdKMGVIaDRpaVBqSWlKNlZqQ3hSVVJFUkVSRVJZNkhoMGRwVjFmWFRRRGFDeUZzQmVLTHFqVnIxdURiYjcrRnlXUUNnRnVLb2pTTWlJajQwOUZ4RlZmZTN0NHVVa28vS1dWaklVUkRBTlVBbEFmZzVPRFFpZ3F6bFBJdWdCZ2h4RkVBSWNuSnlic3VYTGlRNk9qQWlQSWJFMXRFUkVSRVJGU2sxS3RYVDZ0V3E0OEJjQ3BWcWhRbVQ1Nk1WcTFhT1Rxc0o3cDU4eVlHREJoZ0t5d3ZwUnhnTUJqV0FUQTdOckxpbzA2ZE9zODVPVGw5Q21Bb2dES09qdWRwSXFWTWxsSitxeWpLMTZkUG43N3A2SGlJOGdzVFcwUkVSRVJFVkNUVXFsV3JoSnViMjFTVlNqVVdBRjU1NVJXc1g3OGVKVXVXZEhSb09USng0a1RzM2JzWGlxSkFTbm5TWkRLMVkySDV2UFAyOXU2cUtNb0tJY1J6UWdoNGVYbWhZY09HME9sMHFGYXRHc3FWS3dlTlJ1UG9NSXNFczltTStQaDRYTDkrSFhxOUhrZVBIc1hKa3ljaHBRU0FCQUFqOUhyOVdzZEdTWlEvbU5naUlpSWlJaUtIdTE4Zy9qY0FWZFZxTlhyMzdvM2h3NGM3T3F4Y08zSGlCTWFNR1lQRXhFUWdvNWg4RzcxZXZ3Y3NMSjhiYXAxTzl3MkFFUURRdUhGampCZ3hva2pWV25zYXhNVEVZT0hDaGRpM2I1OTEweHE5WGo4UTdGRklUemttdG9pSWlJaUl5SkhVV3EyMnB4QmlQWkJSSUg3RmloV29YcjI2bytQS000dkZnc0RBUU9qMWVtdFBtYlZtczNubzZkT25reDBkMjFORW85UHBWZ0xvVjdwMGFYeisrZWRvM3J5NW8yTjZxdjMrKysrWU5Ha1M0dUxpQU9BL1FvaHU0ZUhoSmtmSFJaUmJUR3dSRVJFUkVaRkRlSHA2dWpzN08yOFRRalJXcVZSbzFxd1paczZjNmVpdzh0M216WnN4Zi81OHBLZW5RMG9aTDRSb3BOZnJUenM2cnFlQlZxdWRJNFQ0cEdMRmlsaStmRGxlZXVrbFI0ZFVMRnkvZmgwREJ3NjAxb1A3VHEvWGYrVG9tSWh5aTRrdElpSWlJaUlxYk1MYjI3dWhvaWdoUWdpVm01c2J2dnp5U3pSczJORFJjUldZdUxnNEJBUUU0T3JWcXdBQUljU1k4UER3QlFEWVV5WUxYbDVlUFZVcTFhWnk1Y3BoN2RxMWVPR0ZGeHdkVXJFU0d4dUxEejc0QUxkdTNRS0FZWHE5ZnJHall5TEtEU2EyaUlpSWlJaW8wSGg2ZWpvN096dFBGVUtNQTRDYU5XdmkrKysvaDVPVGs2TkRLeFJmZlBFRmR1ellZUzBzSHdHZ2xjRmd1T1hvdUlvYXJWWmJWUWp4aDFxdExyTm8wU0s4L2ZiYmpnNnBXRHA3OWl6NjkrOFBrOG1VYkRhYjY1NDVjK2FLbzJNaXlpbVZvd01nSWlJaUlxSm5ROTI2ZFY4dVVhSkV0QkJpbkZxdFJrQkFBSUtDZ3A2WnBCYVFrZGhhdlhvMTNOemNJSVR3RWtMYzlQTHlhZ3QyT3NoRUNERWZRSmtlUFhvd3FWV0FhdGV1alVHREJrRUk0YXJSYUw1MWREeEV1Y0V2VHlJaUlpSWlLbWhxclZiYlR3aXhDZ0FxVktpQTlldlhvMUtsU282T3kyRVVSY0dBQVFOdyt2UnBhMkg1elRkdTNQZ3dKaVlteGRHeE9WcmR1blhmMW1nMHYxZXBVZ1hidG0yRHM3T3pvME1xMWt3bUUzcjA2SUdvcUNoWUxKWi9uenAxYXErall5TEtDZmJZSWlJaUlpS2lBbE9uVHAzbnRGcnRVU0hFS3BWS0JUOC9QK3pacytlWlRtb0JnRXFsd3BvMWF6QjU4bVJyNHFaYnBVcVZidGFwVTZlT28yTnpOTFZhUFFVQUFnSUNtTlFxQkU1T1RoZytmRGlBZjE1N29xY0plMndSRVJFUkVWRkJFSFhxMUhuWHlja3BCQUJjWFYweGI5NDhlSHQ3T3pxdUlpY3hNUkg5K3ZWRFZGUVVBRUJSbEVubHlwV2JlZWpRSWJOakl5dDg5ZXJWODFTcjFXZXJWYXVHN2R1M1F3ait5bG9ZcEpUbzFxMGJybHk1QWlGRWcvRHc4R09Pam9rb3U5aGppNGlJaUlpSThsV3RXclZLNkhTNkZkYWtWdTNhdFRGOStuVFVybDA3eTNPQ2c0TnR5My8vL2JkdCtjcVZyR3RaU3lseDU4NGQyL3F0Vzdjd1ljS0VMSStOalkzRjc3Ly9Eck01Ly9KRmFXbHBHRHg0TUdKaVluTGRSdW5TcGJGMTYxYjA3TmtUYXJVYUtwVnFlbng4Zk9UcnI3OWVKZDhDZlVxbzFlb0JBUERlZSs4eHFWV0loQkRvMDZjUEFFQlJsSkVPRG9jb1IvaE5RVVJFUkVSRSthWmV2WHJWVkNyVkdTSEVjeXFWQ3YzNjljT1FJVVBnNStlSGpSczNva0tGQ2poMDZCRGVmZmRkcU5WcTIzbjE2OWZIaVJNbkFBQ3RXN2RHLy83OTBhVkxGN1J1M1JxN2R1MUNjSEF3WG52dE5jeWRPeGVKaVlsSVNFaEFlbm82M04zZE1YLytmRHovL1BNQUFIOS9mNnhZc1FJVksxWUVBUFR0MnhmUjBkRklTVW1CMld5R2xCTHIxNi9IRzIrOEFhUFJDQjhmSDdpNXVXVzZoNlNrcEV6YmtwS1NjUHo0OFV6eFBtamh3b1c0Y2VNR3Z2enl5OGUrTm0rKytTYXFWYXRtZDE5MGREUk9uanlKQ3hjdUlDQWdBTW5KeVFBQUljUy93OFBEOXdHUWoyMjhHTGcvWStaMUp5Y245ejE3OXFCY3VYS09EdW1aa3BTVWhCWXRXc0JrTXNYZnZYdTNjbFJVVkpxall5TEtEbzJqQXlBaUlpSWlvbUpCNWVYbE5VaWxVaTBCZ1BMbHk2TmJ0MjQ0ZmZvMGdJeGk2U3FWQ29jT0hjS1NKVXZ3emp2dndOZlhGMkZoWVhZYk8zSGlCRHc4UEFBQUNRa0ptRHQzTHRhdVhZdHo1ODVoMDZaTnFGaXhZcWI2UzMzNzlrVnFhaW8wR2cyR0RCbGl1MTVjWEJ4MjdkcVZaYTBtbFVxRmtKQVEyN3JGWXNGYmI3MlZhZHZEd3lmdEpjT2tsR2pac3FWdFBTa3BDYUdob1ZDcC9oa2s0K1RraE8zYnQ5dU53OGZIQndEZzRlR0JrSkFRQkFRRXdHQXdRRXE1UjZmVEJTY2tKSFM1ZE9sU3V0MlRpd2xuWitkR1FnaDNyVmJMcEpZRHVMbTVvWEhqeHRpL2YzOVpkM2YzamxGUlVUODVPaWFpN0dCaWk0aUlpSWlJOHNUYjI3dXNvaWkvQ1NIcUNpSFFva1VMZlAzMTExQVVCUjk4OEFIQ3dzS2dLQXJ1M2J1SEdUTm1ZTkdpUlU4c0N0NnhZMGRiRW1qdDJyVm8zYm8xWG56eFJhaFVLcnU5bnI3NDRnc0VCUVZoM0xoeE9IVG9FRmF2WG8zWnMyZWpUNTgrK1Y2QTNHZzBZdmZ1M1ZuMjRBSXlrbUgzWnp1ME1abE02TmF0bTkzalRTYVRiVmtJZ1ZXclZpRTRPQmhUcDA2RnhXSnBWNlpNbVh1MWE5ZCsrK3paczZmejV5NktIaWxsU3lFRUdqWnM2T2hRbmxsTm16YkYvdjM3SWFWc0M0Q0pMWG9xTUxGRlJFUkVSTVdTbEZJQWNBWlFBb0FUQ3I2K3JBTEFCQ0FkZ0ZFSVVleUhqZ0dBbDVkWEV5bmxmNFVRS0ZXcUZCWXZYZ3d2THk4QUdiMmhGaXhZQUhkM2Q1aE1KbFNxVkFtclY2L0dpeSsrK01SMkd6Um9BRzl2YjRTR2h1TGpqeitHb2loWkhqdDc5bXljT0hFQ3FhbXBPSG55Sks1ZXZZcXFWYXZhWm5wN0hFVlIwS3haczBlMjI5dVdWMDVPVHRpOGViUGRmZFllV3c5cTE2NGRtalp0aXI1OSt5SXFLcXFrczdQektTOHZyeGtSRVJIL0I4Q1M3d0Vpejg5Tm5wNEJJVVI3QUdqVXFGRk9UcU44Vks5ZVBldml1NDZNZ3lnbm1OZ2lJaUlpb3VMS0NVQkZBTlh2LzUyLzNYWWVaUVJ3QzhEZkFHN2VYeS9PbkxSYTdWb2hSRThBcUZPbkR0YXNXWk5wNk4yOGVmTnc0TUFCQUJsRDg3cDM3MjdiOTJDeGVIdTZkT21DbEpRVTNMcDF5M2JlOXUzYmtaaVlpSGJ0MmdFQVltTmpVYWxTSlV5Wk1nVmp4b3dCQUV5Yk5nMUJRVUcyZGxxMmJJbU9IVHNDeU9nVjVlVGtoT2JObTl1U1hpcVZDZ2NQSHJRZGJ4MksrT0MyL0pySjBXUXkyV0t4dDg4ZVYxZFhiTjI2RllzWEw4YTZkZXNBWUtKT3ArdHROQnJmUG52MmJHeStCSlpaWHA2YlhEOERucDZlN2tLSTE5M2QzVkdqUm8wY1hKTHlVNVVxVlZDcFVpWEV4c2ErVkxkdTNlZFBuejU5MDlFeEVUMEpFMXRFUkVSRVZGeVZRTVl2NS9hTE9CVWNId0R4S01hSkxVOVB6MW9sU3BTSUFPQ3FWcXN4ZnZ4NCtQdjdQM0xjcUZHak1HclVLS1NrcEtCWnMyWlBUR1k5YU51MmJWaTBhQkUyYk5pQXNXUEgyb2FubFM1ZDJ0YU92VFovKysyM1RPdFNTdHVReHNhTkd6OVNUOHZKeVNuYk1RSC9KS0FlcktlVlhRc1dMTWh5bUYxb2FPaGp6eDA2ZENnNmRPaUFmdjM2SVQ0K3ZvYXpzL01OblU3WFE2L1hiMGIrRnBiUGorY214OCtBazVOVFhRQ29WYXRXSGk1TCthRnUzYnJZdDI4Zk5CcU5MNEJ0am82SDZFbVkyQ0lpSWlLaTRzb1pHVDFPQ2x0aDlBNXpGTFZXcXgwcGhKZ0RaUFR1K09HSEgxQzZkR203QjF0N1Zsa3NGbGdzRnRzNkFHdnZveXdsSmliaTRzV0xLRisrUEZhc1dJRTdkKzdBejg4UEdvMzlYMkdzdGF2aTQrTXoxYkY2M0JERzlQUjBHSTFHdTBtcXJCSlh5Y25KY0hGeHlkU2p5NTRKRXlaQUNJRS8vL3d6eXlHUk4yL2V0TTNtK0tCZHUzYlpQZjdGRjEvRWdRTUhNSHIwYUJ3K2ZCaFN5aCsxV3UyQTJOallqakV4TVNtUERTajc4dU81eWZFeklJUjREUUJlZnZubFBGNmE4dXIxMTEvSHZuMzdBTUFiVEd6UlU0Q0pMU0lpSWlJcXJsUndUSUtwQkFxK25sZWg4L1QwZEhOMmRnNFhRcndLWkNTdHBreVo4dGh6ckwycGxpOWZqc1RFUk50d3dleVlNMmNPZXZUb2dlblRwMlBod29YNDdMUFBvTlBwc3B3dGI4eVlNU2hUcGd5R0RoMktXYk5tNGRTcFUyalNwRW1XeGRxQmpOa1dQVHc4c0duVEp0czI2MURFKzcvWUE4ZzhGREU2T2hxVksxZCtZdnhmZmZVVkFPQmYvL3FYTFZIMW4vLzhCKzd1N21qVXFKSHRPbGtsc2JJaWhMQU44Unc3ZGl5RUVDMHFWYXAwcjNMbHltL3E5ZnI4S0N5Zkg4OU5qcDhCYTJLcnFBNURQSERnQU02ZlA0OGhRNFprMnU3djc0OHRXN1prR29LYkZSOGZueXhuQVMxS3JKTXpTQ2xmY1hBb1JObkN4QllSRVJFUlBkUG16Sm1EZnYzNm9VS0ZDazg4TmpvNkdqLy8vRE1HREJpQWtpVkxGa0owZWFQVDZUNEU4THRlci84akwrM1VxMWV2bFZxdDNnTmtGRUQvN3J2djhQcnJyMmY3L0lNSEQyTEVpQkgyMnJWN3ZObHNodEZvdEEzYksxZXVISll1WFlyOSsvZmpYLy82MXlQSHA2U2tZUHIwNlZpMmJCa0F3TjNkSFJzM2JzU0JBd2ZzenFCb0ZSMGQvZGo5OXB3OWV4WnZ2UEZHanM0QmdMdDM3MkxSb2tXWU9uVnFwdTBQMTl6cTFxMGJldlhxOWNUMm1qZHZqdERRVUhUcjFnM1IwZEZPQUU3cGRMcjVlcjErVkk2RHkyZmg0ZUhWY2xxWFRFcjVxaEFpV3hNTEZEWXBKVmF0V21VM01mdlhYMzg5TXZ0bDY5YXQ3YlpqTkJydDdwc3laUXJlZXV1dC9BazJIMVNxVk1tNldQVGVEQ0k3bU5naUlpSWlvbUp2MmJKbCtPV1hYekp0MjdWckY2S2pvMjFEdTdMRDFkVVYyN2R2aDhWaXNadW9LWUptQUtpaTFXci9FRUpzQXZDclhxOC9nK3pYWkJKYXJmWm5JVVJIQU5CcXRWaTVjaVdFRU5rT0lEUTBGRWxKU1habi9WdStmTG5kY3pRYWpkM2VZRHQyN0xDYkdEaHk1QWdhTldxRXFsV3J3bUt4b0V5Wk1saTRjQ0dtVFp2MjJBUmNSRVFFUEQwOXMzMHZBTEJueng3MDZORWpSK2NrSkNUZ2swOCtRZjM2OVRGdjNqemN1WE1IdnI2K0FHQ3IvNVViSlV1V3hDKy8vSUpWcTFaWmszb2pkVHBkOTZTa3BMb1hMMTY4bmV1R0gyQnZkc2lrcENRNE96dkQyVGx6eDY1T25UcGgyTEJoMkx4NTgvelBQdnRzaUU2bld5ZWxERFlZREtleWNha3FBTEtWWUM1c08zYnNRTTJhTmVIbDVZV29xQ2g4OU5GSG1mWS9QR3cxcTJHcVBqNCtPZTZoNXdobHk1YTFMcFozWkJ4RTJjWEVGaEVSRVJFVmU0R0JnZWpRb1FONjllcUZnd2NQMm9ZTjdkbXpCL0h4OFdqYnRtMm00N3QxNjRZUFAvd1EzdDdlcUZpeFlxWkVqa2Fqd2U3ZHU3Rjc5MjdiTmlrbGJ0MjZoZkR3OE1LNW9Sd1NRcndPWURxQTZWcXROa3BLdVVsSytjdXBVNmRPQXJCYmhFcW4wOVVDY0FaQVNRQ1lQbjE2bGoxUnNwS2NuSXpaczJkajBLQkJkb2RxSlNZbXd0WFZGUmN2WHN6VUE4N1oyUmxkdTNhMUxYZnMyQkZObWpUQlgzLzlaVGZSMHFwVks1UXZYeDR0V3JTd0ZSK3ZVcVVLb3FLaThNRUhIOWlOeld3Mlk4ZU9IVmk4ZUxIZC9WSktXQ3dXeE1YRlFhVlNRUWlCa0pBUXhNVEVvR25UcHRsK0RTSWpJekYyN0ZqNCt2cGkzTGh4dUhidEdsYXRXb1hseTVkRG85R2dXYk5tVUtsVWtGSkNVUlNZeldiOC9QUFBPVXJ3REJnd0FHM2J0a1dQSGoyUWxKUlV4YzNON1phWGw5ZUhFUkVSYTdQZFNCWWVUdEpzMjdZTm16WnR3c3FWSytIdTdwN2xlUmFMNVY4QXBnc2hwbXUxMnFzQU5rb3BmNDJJaURnSk80bFZJVVJsQUhqdXVlZnlHbksrdW5mdkhyNzc3anQ4KysyMzJMQmhBODZkTy9mSWpKbjc5dTJEV3ExMllKVDVxMHlaTWdBQUlRUVRXL1JVWUdLTGlJaUlpSjRKWVdGaGFOaXdvUzNCb2lnS2dvT0RzV1hMRmxTdFd0VjIzTml4WXpPdGI5dTJEUzR1TG85dE95VWxCZSsrKzI3QkJKN1BoQkF2Q1NFbUFwaW8xV3FqaFJDYnBaVC9NUmdNUndHWUFjRGIyL3R6S2VWVUFLaGN1VEtDZ29LZStCclk4OHN2djZCV3JWcG8zNzY5M2YwalJvekE2ZE9uNGV6c2pONjllOXUyMit2RnRHN2RPa3lkT2pWVDhmZ0hlNEY1ZTN0ai8vNzltYzc1NnF1dlVMZHVYZHU2bjUrZmJmbmN1WE9vWHIwNlhucnBwVXpuQ0NGUXFsUXBLSW9DWDE5Zm1NMW0rUHI2UXFWU29VS0ZDcGd3WVVLT1psSjgrZVdYTVdIQ0JGc1ByUm8xYW1EYXRHbTIvVkpLVzFMTGV2M2NKRW1xVkttQ2tKQVFqQjA3RmdjT0hJQktwZnBPcTlVR0dBeUd4cmovdnVaRmVubzY1czZkaXpObnppQXFLZ3EvL3ZvcklpTWpNV0RBQUx6NjZxdVBQVmNJOFRLQXo0VVFuOS8vekcxU0ZHVjdSRVRFTVFDVys0ZTVBc2pWNTZ3Z0JRY0g0K2JObStqZnZ6L2k0K1B4NDQ4L1p1czhIeCtmUnlZR01KbE1tWWFlUmtkSDQrVEprL2thYjM1NElNbGN5cEZ4RUdWWDl2c1FFeEVSRVJGbGs1ZVgxenNxbGVwdFI4WlFzMlpOdDlhdFc5Zjg2S09QK2dGQVFFQUFBZ0lDYkxWc0RoNDhpSzFidDJMSmtpVUlDQWpBeXBVcmNlL2VQWFR0MmhVN2R1eUFzN016OXUvZmoyYk5tajNTbyt0aHBVcVZ3dURCZzlHaVJRdDg5OTEzNjNidTNIbjV5cFVyU1FWK2swLzJCWUF5MlR6MkRvQWZGVVZwb1ZLcFBBQ2dWNjllMlI2bWFZK2lLRENaVENoUm9rU3UyeWhJU1VsSmNITnp5M0svbEJKbXN6bEhpYXlpNFBqeDR4ZzhlTEMxOXBNWkFLU1VpaERDRE1BaXBUUS91QXpBTElTd0FEQlhxRkFCRFJvMEtEbGx5aFJiRmZkang0NWg1c3laOFBUMHhHZWZmUVpmWDErRWhZVWhPRGdZSzFldVJOMjZkVEZreUJCYmZheHg0OFloUER3Y2NYRnhqNDFUU25sVENQR0RvaWovRVVMc0UwSm9qaDA3bHVYTWw0NlFtcG9LczltTThlUEhvMW16WnVqY3VYT21Yb1B4OGZFUER0M0RraVZMOFBycnI5c3RGUC93dHFKYVRONDZzUUVBczE2dmY3bysvUFJNS2pyZkdFUkVSRVJVYktoVXF2MXc4UC8yeDhYRjRmejU4d0NBeTVjdlE2L1haeXJjN2VMaWd0R2pSME5SRkJnTUJoaU5SbXpmdmgwdFdyU3cxUTVxMGFJRkFPU29Mczc1OCtjL2VOSXY5RVdSbEZJRG9MSVFvb3lVRWtJSVZLbFNKVTl0cWxTcUlwdlVBdkRZcEJhUTBYdnFhVXRxQVJuRCtVcVdMSW5VMUZRQTBFZ3BwUkJDZy91ekhUNDR0UGJoZW1rV2k4VjZIcTVldllyWnMyZmo4dVhMK1BUVFR6UFZrbEtyMWZEMzkwZWJObTJ3ZXZWcTlPelpFNTA3ZDhhb1VUbXFYZThrcGF5c1VxbHM0dzl6VXIrdE1KUXFWUXBCUVVGd2NuSkM1ODZkQVdSZFE2c1lLbHB2QmxFV21OZ2lJaUlpb29KUUNnQ2tsSE1kRllDcnEydXA2dFdyVndmUWZ2WHExUUF5aGhVQlFMdDI3ZkQxMTEralpzMmFpSStQaDVRU1Y2OWVSWmN1WFpDV2xwYW42MWFyVmkzNC9QbnoxKzdldlp1YTEzdklCd09GRUs1WjdaUlMzZ0p3UUFoeDNXZzB6bytNalB3ZkFJMVdxMTBHWU1DY09YT3djK2RPZlBmZGQwV3FGdzFsYmQ2OGVmaisrKytoS0Fxa2xCZU5ScU5QWkdUa1hRQXFUMDlQVFZ4Y25NYkZ4VVZUcWxRcHRVYWowYVNscFdtY25KelVLcFZLWXpLWk5HKysrZWJ6blRwMWVndkF2TEpseTBLbjAySE9uRG1aaGdnMmFkTEVsb0FxV2JJa2hnd1pnbmJ0Mm1Xcnh0ejlYbHI3cEpRM2pFYmpsL2RqZzFhclRSTkN1S1ducHhlcDRZaFhybHpCTjk5OEE2MVdpNzU5KzhMRnhRWExseS9Qc3Q3Y2cwbndkdTNhMlpZVEVoSmdOQnJSdkhsemxDcVZrZk0zR28wRkczd3VtVXdtNjJLNkkrTWd5aTcrNjBSRVJFUkVCY1pnTUh6aXFHdnI5ZnFLQUJvQmFGK3hZa1ZVckZneDAvNmFOV3NDQUM1ZHVnUm5aMmVjT0hFQ0hoNGVjSFg5SncvMFlBK1ZoNGNjM2J0M0QrWEtsYk90bHk1ZEd0dTJiY1B3NGNQWERSOCtQRVFJY2F0ZzdpejdkRHJkKzdoZnU4aEtTaGtqaE5paktNb1BFUkVSQi9GUGpTTXJzOEZnQ1BEMjlsNG5wUXc1ZCs2Y3FsR2pSbGk0Y0NIZWZQUE5Rb3M5cDFKVFUzSHAwaVhVcVZNSEFEQnQyalIwNk5BQjllclZRM2g0T014bU05NSsyLzdvMkhuejVtV3JwNUdpS0ZpK2ZEbTZkdTM2eU9mSllyRWdPVGtaOGZIeHVIZnZIbTdmdm8wYU5XcllQbWRadFRkanhneE1uRGpSYm5IOW5JaVBqMGZmdm4zeDk5OS9Bd0NrbEpNTkJzT1grT2Y5VlNJakk0MEFIcHROT1h2MmJEenV6MURvN3U2T0FRTUdvSDc5K2loZHVuU200Nnk5R1lHTVNRQkNRMFBoNys5dnQwMHBaUXlBWFFCK01CZ01CMkYvVnM1a0FHNnBxYWxGS3JIbDV1YUczcjE3bzJiTm1xaFpzeVpxMU1nWW9Ybno1czFIRW5uMTY5ZTNMYytaTXdjTkd6WUVrREZyNTdmZmZvcy8vdmdEdFdyVnd0U3BVMUdwVWlXRWhvWVczbzNrUUhwNlJqNUxTcG0zTEQ5UklXRmlpNGlJaUlpS3ZWR2pSbUh2M3IxMjkvMzN2LzlGang0OUVCd2NqRjY5ZW1VYUNyVnYzejRBR2NYaG16ZHZibHMzR28zdzhmR3hyUmQxVXNxckFIWkxLVGRGUkVTRUlZdVpFQjhVSGg1K3hOUFRzMnlKRWlYMnBhZW5OeGcwYUJEOC9Qd3dmZnIwSEYzYjNpeUdTVWxKY0haMnRnMzV0T3JVcVJQdTNyMEx2VjV2MnhZVEUyTXI1di9nc3BXMTBQeisvZnNSSEJ5TUZTdFdBQUFPSFRxRW5qMTdBZ0JjWFYweGZ2eDR2UDMyMnhnOWV2UWp3eU0zYnR4b1MyeGR2SGdSUTRZTWVTUmVheTBrSVFUZWYvOTl6Smd4QTFldlhzV0tGU3RnTXBrZ2hFQktTZ3BlZWVVVmxDbFRCdVhLbFVQcjFxMVJybHc1ZE9yVTZaSFhJQ1FrQklxaTRELy8rUThtVHB6NGhGZng4WUtEZ3pGMTZsUllMQllBU0FUd3RzRmcrQ05QalQ1QVVSVHMzcjM3a2ZmTHl0dmIyOTdtdndIOFlyRllmamgxNnRTUkoxMURDQkVMb0ZKY1hCektseTg2ay9FOS8venpHRHAwS0lDTTUvNlBQLzVBdlhyMW5uaGV3NFlOa1pLU2dnVUxGdURhdFd0WXRHZ1IvUHo4TUc3Y09Jd2FOUW9EQnc1RTQ4YU5DenI4WEVsSVNMQXUzbkZrSEVSRVJFUkVSQTZqMCtta1RxZXoxeXVqMEVncEswb3BPOHY3L1B6OHJJdXliZHUyVWtvcC8vZS8vOGttVFpySVc3ZHV5V0hEaHNsZmZ2bEYyaE1VRkNRREF3TnQ2K25wNlZLbjAyVTZadGFzV2RiRkxsTEtpaytPc09EcGRMcUpXcTAycjkyc1ZGNWVYZ09zNzJuejVzMWxkSFMwM2RjcE83WnUzU3I5L2YzbG5UdDNzblY4bzBhTjdDNC83SU1QUHBBSERoeVFVa3A1L2ZwMTZldnJLeTBXaTIxL1FrS0MvT2FiYjJScWFxcVVVc3JqeDQvTHBrMmJ5cVpObTBxZFRtZGJ0cWRCZ3dhWjF2ZnQyeWNQSFRva2pVYWpURWxKa1ZMYS8wdzhTWHA2dXZUMjlzN1JPUTh5bTgyeVg3OSswdnJlYUxYYUlHOXY3endWQlpNUFBUZFNTcW5UNldSNmVucVdjZmRFQW8wQUFDQUFTVVJCVkR5OFB5UWtaTHpNNFRPZzArbDI2M1E2R1JZV2x1dlhveUJjdm54WnJscTFTZ1lHQnNxR0RSdktmdjM2U1NtbDNmZjZ6VGZmbEZKbXZLOUJRVUd5UTRjT2N1UEdqVkpSRkNubFA1K2pXN2R1eVk4Ly9sZ09HelpNbmpwMXFwRHVKUHZPbkRsai9Vd1Z2Y3IyUkhhd3h4WVJFUkVSUFRPc05XK2VmLzU1WEx0MkRjT0dEY05ISDMyRUNoVXFZUGp3NGZqNDQ0OVJ2WHAxYUxWYUFCazlWWDc5OVZjc1diSUVTNVlzc2JXalVxa2doRUJDUWdMS2xDa0RSVkdLNU94bWVyMStSajQwbzBSRVJLeXFYYnYySGljbnA1TnhjWEhQZCt6WUVRTUdETURBZ1FPejNVaDZlanJtenAyTE0yZk9JQ29xQ3IvKytpc2lJeU14WU1BQXZQcnFxNW1PYmR5NE1TcFZxZ1FnbzdkY3QyN2RIbGtHTW5wd0hUbVMwUm5vekpreitPS0xMekJseWhRb2lvSzB0RFEwYmRyMGtUaTJiOStPYXRXcTRmdnZ2N2NWQWZmMjlzNVdRZkRvNkdpbzFlcE13L0J5VTF6Ky9QbnorUERERHdGa3pMem80K01ESUtOSDBNNmRPMjMzL2ppblRwM0M0TUdEclRYaHBKU3lyY0ZnMkEzN3cvd0tWYU5HalM3bDlCd3A1VVVoeEwrdlhidUdCZzBhRkVSWXVmTFhYMy9oN3QyNzZONjlPNzcrK211VUtmUFBKS01QMTlsU0ZBVm1zeGw5Ky9aRm5UcDFzR3JWcWtlR3JBSkFoUW9Wc0h6NWNnUUhCK09MTDc3QTdObXo4Y29ycnhUNHZXUlhiR3lzZGZHYUkrTWd5aTRtdG9pSWlJam9tZENoUXdjRUJnWUNBTmF0VzRlZVBYdWlUNTgrNk5PbkR3Q2dWcTFhbURCaEFvWU5HNFpodzRhaFJZc1c2TmV2SDl6YzNMQjQ4V0s4OGNZYnRyWTBHZzFhdDI2TnRtM2J3c25KQ1dhenVVajlNbDRRenA0OWUrMmxsMTZxOGR4eno4MVNGR1hZdDk5K2l5TkhqbUQxNnRWWkRsR3pPbmJzR0diT25BbFBUMCtzWHIwYXZyNitlUC85OXhFY0hJd1JJMGFnYnQyNkdESmtDRjU4OFVYYk9aczNid2FRa2VTeXR3d0F2cjYrdHVVSDZ4MU5tVElGVmF0V1JVQkFRSzd1OWNIYWFnODZjZUlFNXMrZmo2RkRoMEtyMWFKMzc5NlBIR05OVWxuWlMzaSs5dHByQ0FzTFEySmlJdHEwYVlQRGh3OER5QmkybVoxRTJjeVpNN0YxNjFicjBNUFQ2ZW5wLzQ2TWpMeng1RHZMdlk0ZE94Wms4NUJTbmhkQ0lDb3Fxa0N2azFOTm16YTFteUJkdW5UcEl6WGJUcHc0QVkxR2d3MGJOdGg5SDYxRFk0R01JYTN0MjdkSCsvYnQ4ei9vUElxSmlRRUFTQ2t2T3pnVW9teGhZb3VJaUlpSW5nbldwQllBbENsVEJ2UG56MytrTmxETGxpMVJ0V3BWcUZRcWxDOWZIZ3NXTE1peStQZTBhZE1LTk42aUtDb3FLaTBxS21xRWw1ZlhqeXFWS3VUY3VYT2FaczJhWWViTW1iWkMyUSs2ZXZVcVpzK2VqY3VYTCtQVFR6L05sREJTcTlYdzkvZEhtelp0c0hyMWF2VHMyUk9kTzNmR2lCRWpBTUJ1TDYySGUyelpZN0ZZY1Bqd1ljeWFOZXV4eDdWczJkS2FHQUx3VHkyd2d3Y1BacXFwQmNCV0ZQMjk5OTdEeXkrL2pKa3paNko1OCthWmpySFdYWHM0a1dXdG8yUTBHaUdsdE5YMyt1bW5ueUNFUU1tU0pXM0htczNteDg0K2VlZk9IZlR2M3gvWHJtVjBwRkVVWlV4RVJNUjhBT2JIM213ZU5XblNCRE5uenN3eXRna1RKdVM1K0wwUTRnS0FJcGZZeW9xOWlRaXN4ZU96U2s0T0d6YXNRR1BLTCtmUG53Y0FLSXBpY0hBb1JFUkVSRVJFamxGRWFteVZsMUsyZDBDSm12WlN5cUpUL2JxQTFLeFpzNnhXcS8ydlRxZVQzdDdlY3N5WU1ZKzhFSGZ1M0pFclY2NlV5Y25KbWJhUEhqMDZVLzByS2FXTWlvcVNXN2R1bFZKS0dSQVFJS1dVTWprNVdRNGJOa3pHeDhmYmZhSDc5Ky8veUxhUWtCRHA3ZTB0Zlh4OFpOdTJiVFA5YWRDZ2dkeXlaWXZ0MklpSUNDbWxsQTBiTnN6VXhzTTF0UjZPMVo0bjFkZ0tDQWlRZS9mdXpiVHR6Smt6c2x1M2JwbXVtNWFXWnZmOG9LQWcyYUJCQTJzdHJidGFyZmFOSjc5TE9TZno1N25KOFRQZzdlMWRRYWZUeVZhdFd1WHgwcFJYYmR1MnRYN09xajc1blNOeVBQYllJaUlpSXFMaXlnamdsZ091ZSt2K3RZdTFLMWV1eEFOb3J0VnFld0ZZZitEQUFmajUrV0hGaWhXb1VhTUdBTURkM1IwREJneEEvZnIxVWJwMDZVem5QMWluS2pFeEVhR2hvZkQzOTdjTmVldllzU1BTMHRKdzc5NDkyM0JSZXhZdlhteWJ0UTRBZnZqaEIzend3UWM0ZVBBZ2Z2enhSMXNQcWJpNE9QajcrK09kZDk0QmtORTdhc1NJRVRoMDZOQVQ3L1hNbVRNSUNncXl6UWk1Yk5reWRPdldEZVhMbDM5azJPS0Q2OVpaTXcwR0EySmpZOUdzV1RQTW1qVUxuM3p5Q2RScU5TNWN1R0RyRVNpbGhObHNmcVMzajlsc1JtQmdvRzJtU0NubHVyaTR1RUZSVVZGcFR3dzhkL0xqdWNueE14QWVIbjVicTlYK2VmdjI3WC85L2ZmZnFGNjllaDVEb055NGVmTW1ybCsvRGdEWERBWkRqS1BqSWNvT0pyYUlpSWlJcUxoS0IvQTNBQjhBRlFHVUtJVHIzYnAvemZRQ3ZsWlJvUmdNaGcxYXJmWTNBRWR1M2JwVnZXdlhydWpWcTVkdFNDR1FVVlI3OSs3ZFdkYmllbkJJNlBidDJ3RUFwMCtmeHN5Wk03Rno1MDZvMVdvQWdGNnZSMkJnSUtaTW1RSS9QNzlIMnRIcjlUaDc5aXkrL3ZwcnVMbTVZY21TSlJnOWVqU2tsSmd4WXdZNmQrNk1LbFdxQUFCdTNib0ZkM2QzQUJuREJGdTJiSW1LRlN2aSsrKy9Cd0RFeDhlamJObXlBSUNMRnkvYWh1SEZ4c1ppelpvMXRpR1JkKy9lelZUZnk4bzZMRTFSRk15Yk53OGZmZlFSMUdvMTB0UFRFUm9haWthTkd1RzMzMzVEa3laTkFBQ3BxYWx3Y25MS05LVHYyTEZqR0RObURKS1RreUdsVkZRcVZXdTlYcjhQQlZzZ1BpL1BUVjZmZ1Y4QmpENTgrRERlZi8vOVhKeE9lWFhxMUNrQWdKVHlpSU5ESWNvMkpyYUlpSWlJcUxneUllT1g3QVFBVGdEeVZnVG95WlQ3MTB5Ly8vY3p3MkF3L09YcDZmbUtrNVBUTkFCajE2OWZqeU5Iam1EOSt2VW9WYXBVcnRxOGZ2MDYxR28xQmc0Y2lDWk5tdGlLK0gvKytlZDJrMW9ta3drelo4N0V4eDkvakxKbHk2SnYzNzRZTkdnUVZxNWNpZHUzYnlNNU9UbFRuYlh6NTg4ak9qb2E1ODZkZzdPenM2MTNGUUIwNzk0ZFBYcjBnTm1jVWJxcVhMbHltRFJwRW9DTVl2Q2VucDRvWHo1N0krMm1UWnVHdi8vK0crN3U3dGl4WXdjMEdnMTI3ZHFGRjE1NEFRYUR3VmFyTFNVbEJTNHVMcmJ6Sms2Y2lMMTc5MEpSRkVncFQ2U21wclkrZi83OG5aeS9ram1XbCtjbVQ4K0FFR0lmZ05HaG9hRk1iRGxJU0VnSUFFQUlzZFBCb1JCbEd4TmJSRVJFUkZRc0NTRWtNbjdCZmxaNlR6bFVaR1NrRWNBNHJWYjdQWURqVjY1Y2NXN2V2RGttVDU2Y3EvYisvZTkvdzhmSEI5OS8vejBXTEZnQU56YzN1THE2NHRLbFN6aDY5Q2gwT2wybXd1dno1czJEaTR1TExTR2lWcXNSR0JpSVFZTUdRYTFXWTgyYU5iYWVYMERHTU1IMjdkdGowcVJKc0Znc3VIdjNycTBIMThpUkl6Rnk1RWk3Y2UzZHU5ZnVMSGxaZWZYVlYyRTJtMkV3R09EdTdnNHZMeS9FeHNaaTJyUnA2Tm16SjBxVUtBR1R5WVEvL3ZnRDd1N3V1SEhqQmo3NjZDUEV4c1lDQUJSRkNZaUlpUGdPZ09YeFY4b2Zqbnh1N3Q2OWU4amQzVDNoNU1tVFpSSVRFeDhadmtvRkt5VWxCUWNQSG9TVU1sbWxVbTF6ZER4RTJTVWNIUUFSRVJFUkZUL1d3dkY2dlo0L2J6NkR2THk4eWdraHZoZEN0RmFwVkZBVUJjOC8vM3lXeDkrOGVSTmhZV0Z3ZG5iRzNyMTdzWGZ2WGx5NWNnV0ppWW53OGZGQmh3NGQ4T2FiYitMeTVjczRldlFvamh3NWdzaklTRFJ1M0JnelpzekF6ei8vakcrLy9SWnIxNjZGazVNVGZ2dnROK3pjdVJNM2J0ekE0TUdEa1phV2htWExsc0hEd3dPdFdyVkMvZnIxRVJnWWlObXpaNk5zMmJKWXUzWXRqaDQ5aW52MzdtVktma2twWWJGWVlMRllVS05HRGN5ZlB4OStmbjdZc21XTHJZNll0N2UzTFNIMm9LeUdLQUxBb2tXTEVCNGVqcFVyVnlJME5CU2ZmUElKTkJvTkdqVnFoTkRRVUtTbnB3UEFUU2xsVTRQQmNDNVBiOFpUUnFmVExRRXdlTlNvVWVqZHU3ZWp3M21tN05xMUM1TW1UWUtVY3F2QllPamk2SGlJaUlpSWlJZ2NwaWpNaWtnT3A5WnF0ZTliUHd0K2ZuN3l5cFVyZG1kaEd6OSt2RFNaVEZKS0tXTmlZdVMrZmZ2a2xTdFhwS0lvV2M3Y2xwaVlLQzljdUNDbGxQSi8vL3VmdkhyMXFyeHc0WUo4NTUxMzVMQmh3K1QrL2Z1bDJXeTJIWithbWlwLytPRUgyYmx6WjdsOCtYTDU5OTkvMjIzWFlyRklrOGtrMDlQVFpWcGFtdTJQeVdTU1pyTlpIajkrUE5QeGMrZk90ZHZPZ2dVTHNvejl6cDA3bVdaNlRFNU9saDk5OUpHMHZsWmFyWGFadDdlM3k1TmY0dUtuWHIxNldwMU9KenQxNnZUWTk1L3lsNklvc21mUG50YlBYMk5IZnc2SWNvTC9nMFpFUkVSRStZNDl0c2pLeTh2ckpaVktkUUJBVFkxR2c5NjllMlBZc0dFRmRyMzA5SFRiVEloUGc5OS8veDNqeDQ5SFltSWlBSmlsbEswTkJzTUJGR3lCK0NKTnE5VWVFa0kwbmpGamh0MTZhcFQvd3NMQ3JMT0w2dlY2dmZlVGppY3FTZ3E2Z0NZUkVSRVJFVDNESWlJaW90TFQwMStYVWs0MW04MVl1M1l0dW5idGlxU2twQUs1M3RPVTFCbzNiaHlHRFJ0bVRXb2RGa0pVTVJnTSsvRU1KN1h1bXd3QUsxYXNnTW4wVE0zRDRCQm1zeG1MRmkwQ0FDaUtNdFhCNFJEbEdCTmJSRVJFUkVSVW9DSWpJNDBHZytIL0ZFVjVDMERxbFN0WDBLcFZLMnpmdnQzUm9UbkV0V3ZYMExadFcremZ2eCtLb2tCUmxJRjZ2YjVaZUhqNGJVZkhWaFFZREliZkFPejQzLy8raDVVclZ6bzZuR0l2S0NnSUZ5NWNnSlF5TkNJaTR0bDhLT21weHNRV0VSRVJFUkVWaW9pSWlCTUpDUW1WcFpRL3BxZW5ZOXEwYVFnTURJU2lLSTRPcmRBc1g3NGNYYnQyeFkwYk53RGdtc1ZpOFlpSWlQZ1dnTm5Cb1JVcFpyTjVHSURrZGV2VzRjeVpNNDRPcDlpNmRPa1NGaTVjQ0FDcGlxSU1kSFE4UkxuQnhCWVJFUkVSRVJXYVM1Y3VKUmdNaGw0QXVrc3BjZno0Y2JSdDJ4WVhMbHh3ZEdnRktpMHREUU1HRE1ES2xTdGhNcGtncFZ4NDQ4YU4xMDZkT25YUjBiRVZSYWRQbjc2cUtNcElzOW1NTVdQR0lEWTIxdEVoRlR0Mzc5N0Y2TkdqWVRRYW9Takt0Rk9uVGtVNk9pYWkzR0JpaTRpSWlJaUlDcHVpMStzM0s0cnlNb0R6TjIvZVJKOCtmVEIzN2x4SHgxVWdRa0pDMExwMWF4Z01Ca2dwalZMS0ZnYURZV1JNVEV5S28yTXJ5aUlpSWxZQldIbnIxaTBFQkFUZyt2WHJqZzZwMkxoOSt6WUdEUnFFNk9ob0FBaUtpSWo0eXRFeEVlVVdFMXRFUkVSRVJPUVFFUkVSVVVLSXVnQW1XU3dXYk5xMENUMTc5c1M5ZS9jY0hWcStrRkppMHFSSitQVFRUNUdRa0FBcDVUNlZTbFh0V1ovMU1DZUVFRU1BL0NjNk9ocDkrdlRCaVJNbkhCM1NVKy9NbVRQbzA2Y1BMbCsrREFBSEVoSVMramc2SnFLODRQVExSRVJFUkpUdmREcWRCQUM5WHMrZk55bGJ2THk4NnF0VXFnTUFTcGNvVVFLalJvMUMxNjVkSFIxV3JsMitmQm5EaHcrMzF0S0NsSEtBd1dCWUM4RGkwTUNlVGhxZFRyY0dRQjhBNk5DaEF6NysrR05VcVZMRndXRTlYVzdmdm8zVnExY2pLQ2dJVWtvQStGa0kwVDA4UEp4VFQ5SlRqVDlvRUJFUkVWRytZMktMY3FOV3JWcGxTcGN1dlZ3SThUNEF2UG5tbTFpMmJCbFVxcWRyb01taVJZdXdjZU5HbU0xbVNDbXZLb3JpeDFwYWVhZlQ2UVlDbUFXZ2pCQUM3Nzc3THBvM2J3NFBEdzlVckZnUmJtNXUwR2cwamc2elNMQllMRWhLU3NMdDI3ZHg0Y0lGaElTRTRPREJnOWFKR3BLbGxQOW5NQmkrY1hTY1JQbUJQMmdRRVJFUlViNWpZb3Z5UUtYVmF2OHRoTmdKQU04OTl4em16SmtETHk4dlI4ZjFSTW5KeVJnNGNDRCsrT01QQUlDVWNtcGNYTnhYVVZGUmFRNE9yZGlvVzdmdTgycTEra3NBUFlRUXJvNk81eW1UQ21DYjJXd2VmL3IwNmI4ZEhReFJmdUVQR2tSRVJFU1U3NWpZb3J6eTlQUjgwZG5aK1ZjaFJGMlZTb1h1M2J2ajAwOC9kWFJZV2RxL2Z6K21UWnVHcEtRa0FFaVZVcmEvWDB1TENvQ0hoMGRwRnhlWDNrS0lKZ0RxQXFnSW9Dd0FkdG5LWUpGU3hnTzRBK0MwbFBLd3hXSlpmK2JNbVRoSEIwYVUzL2lEQmhFUkVSSGxPeWEyS0o5b3RGcnRKMEtJcndIZzFWZGZ4WklsUytEdTd1N291R3dVUmNHa1NaT3dkKzllYTkyaTRKU1VsSDduejUrLzQrallpSWllQlUvWFlIVWlJaUlpSW5xV21BMEd3MHhGVWQ2U1V0NjdlUEVpMnJWcmh5MWJ0amc2TGdEQW4zLytpWTRkTzJMUG5qMlFVa0pSbEEvMWV2MTdUR29SRVJVZUpyYUlpSWlJaUtoSWk0aUlPR0UwR2w4QXNEWTlQUjFmZmZVVkJnMGFCTFBaN0xDWTVzK2ZqOTY5ZXlNbUpnWlN5b3NXaThVaklpSmlMVGpySVJGUm9XSmlpNGlJaUlpSWlyekl5TWdrdlY3L2thSW83d0dRSjA2Y1FLdFdyWEQ4K1BGQ2pTTStQaDY5ZS9mR2hnMGJZRGFib1NqS2pNVEV4THFjOVpDSXlERlk4NENJNkQ2ZFRuY0FRRE5IeC9Fc2sxSWVOeGdNYnpzNkRxS2k0R24vVHJwZmF3aENQTDAvYnZJN3FlaXFWNjllTmJWYUhRVEFSd2lCZHUzYTRZc3Z2aWp3NjI3ZnZoMnpaczFDV2xvYUFDUktLZHNaREliZkN2ekNSRVNVcGFmM0p3MGlvbnhtTFhSTWpzVkMwMFFaK0oxVU5QQTdxVWhUYWJYYWdVS0lwUUJRbzBZTkxGdTJESlVxVmNyM0N5bUtndEdqUitQSWtTT1FVa0pLK1gxS1NzcWdDeGN1Sk9iN3hZaUlLRWM0RlNvUjBVUEN3OE1kSGNJenlkdmIyOUVoRUJWSi9FNXlESDRuUFJVVWc4R3dUS3ZWbmdDdzY2Ky8vcXJRb1VNSGpCbzFDajE2OU1pM2k1dzdkdzVqeG96QmpSczNySnMrTkJnTTZ3RW8rWFlSSWlMS05kYllJaUlpSWlLaXA1YkJZRGdaRnhmM2dwUnlsZGxzeHV6WnN6RnMyRENZVEtZOHQ3MTQ4V0wwNjlmUG10UTZLNFNvcGRmcjE0SkpMU0tpSW9PSkxTSWlJaUlpZXFwRlJVV2xHUXlHQUpWSzlSNEF5OUdqUjlHaVJRdUVob2JtcXIyN2QrK2lWNjllK082NzcyQ3hXQ0NsbktiWDYzWGg0ZUdYOHpkeUlpTEtLeWEyaUlpSWlJaW9XRGg1OHVSMm85RllEY0NScEtRa0RCOCtQTWRGNWJkdTNZbzJiZHJnL1BuekFIQVBRQ09Ed1RBWlFONjdnQkVSVWI1allvdUlxSWhKUzB2RDRNR0RFUk1UaytVeG9hR2hTRWhJc0swcmlvSnAwNlpsdWY1dysrdlhyMGRLU2txMjR0bXpaNC9kN1dhekdVbEpTYmg5K3padTNicVZyYmFJaUlnSzJ0bXpaMlAxZW4waktXVWdBUHo2NjYvbzFLa1RvcU9qSDN1ZTJXekd5SkVqOGVXWFg4SmtNa0ZLdVQ0NU9mbEZ2VjUvdUZBQ0p5S2lYT0VzTDBSRTkxbG5JTXRMb1dhajBRZ2ZIeCs0dWJsbDJwNlVsSlJwVzFKU0VvNGZQdzYxV20yM25ZVUxGK0xHalJ2NDhzc3Y3ZTVmdTNZdDl1N2RpeFVyVnFCMDZkS3dXQ3g0NjYyM2JMRS92UDRnaThXQ3I3LytHdGV2WDhmQ2hRdWhVajMrL3ppYU5XdUdnd2NQWXY3OCtkaTVjeWMwR2cyY25Kemc0dUtDc21YTG9telpzcWhWcXhZQ0FnSWUyODZUV0FzMWN3WXlvZ3o1OFoxRXVjZnZwT0pCcTlXK0lZVFlDNkNhRUFLQmdZSG8zNy8vSThmcDlYcU1IVHNXY1hGeEFLQklLYnNiRElZdGhSMHZFUkhsSEdkRkpDTEtaeXFWQ2lFaEliWjFhNUxwd1cwUHo3WmxMeGttcFVUTGxpMXQ2MGxKU1FnTkRZVktwVUsvZnYxdzl1eFpIRHAwQ1BQbXpiTWQwNnhaczB4dE5HdldEUHYzNzgrVXZGS3IxWmd3WVFJR0RScUVvS0FnZE8vZVBWdjNOWHo0Y0hoNGVLQjE2OWJZczJjUGJ0NjhpVDU5K3VEYXRXdlE2L1haYW9PSWlLZ3dHUXlHY3dCcTZIUzZwVkxLajVjdVhZcUlpQWpNbVRNSEpVcVVBQUFzV3JRSTY5YXRnNVFTVXNvSUFPOFpESWEvSEJvNEVSRmxHeE5iUkVSRmdORm94TzdkdTdQc3dRVmtKTU9rbExiMTJiTm5Rd2lCOXUzYjI1Sm5CdzhlQklCSDFoK21VcW5RcGswYnpKOC9INjFidDBhWk1tVWVPYVpQbno2SWk0dERZbUlpMnJWcmgrRGdZSVNHaHFKczJiS29YNzgrK3ZYckIzOS9mMHlmUGgwalI0N000eXRBUkVSVVlDeDZ2WDZnbDVmWFRpRkUwTkdqUjUxYXRteUprU05INHVlZmY4YTVjK2NBQUZMS3FRYURZUW80NHlFUjBWT0ZpUzBpb255bUtNb2pQYWVBUjN0VDVaVVEvNHlPZVREaGxWMWhZV0Z3Y25MQ3hvMGJNWGp3NEVmMmI5aXdBVUJHM01IQndmRDM5MGRpWWlKT25qd0pJUVNrbE9qVXFSUHUzTG1EMGFOSFk5ZXVYYm0vR1NJaW9nSVdFUkd4M2RQVHMzS0pFaVcySkNjbk41MHhZNFoxMXgxRlVUcEdSRVRrYmdwRklpSnlLQ2EyaUlqeW1VcWx5dFJUeWw3dnFZZUhJdWJFNnRXcnNYNzllaGlOUm9TRmhRSElTS1k5cVZiV2d4SVNFbkRreUJFc1dyUUluM3p5Q2ZyMjdmdklVRWdyazhtRUdUTm00T2JObXpoeTVJamRZM3g4ZkhKK0kwUkVSSVVzTWpMeUxvQm1YbDVlSTFRcTFUZUtvdnhZcWxTcGdMQ3dzRlJIeDBaRVJMbkR4QllSVVQ2eVdDeHdjbkxLMFRrbVU4YnM0US9XMDNxYy92MzdvMy8vL3ZEeDhVRnNiQ3g2OSs0TklDTzU5WEFiMXZWOSsvWmwycjU1ODJaNGUzdERwOVBoblhmZXdZWU5HeEFZR0pqcEdMUFpqSTBiTnlJbEpRVXVMaTdZdlh0M2xqRTkzRDRSRVZGUkZoRVJzVUNuMDgxWHFWUzl3c0xDZWpzNkhpSWl5ajBtdG9pSThsRjZlanFNUnFQZEpGVldpYXZrNUdTNHVMaGtXUS9MYXNLRUNabUdId0pBcFVxVnNHL2ZQaHcrZkJpclY2L0cyclZyQWZ6VFM4eGV3dW51M2J2WXNHRURGaTVjQ0FBWU9IQWdldmZ1alE0ZE9xQmF0V3EyNDk1Ly8zM2N1WE1IYm01dUdERmlCRlFxRlh4OWZlSHM3QXdYRnhmYmNmSHg4V2pVcUJFZUdOSkJSRVJFUkVSVUtKallJaUxLUndrSkNmRHc4TUNtVFp0czIrd2xtUjRjaWhnZEhZM0tsU3Mvc2UydnZ2b3F5MzI3ZCs5R2t5Wk5udGlHbEJMVHBrMkRyNjh2NnRXckJ3QjQ4Y1VYMGFsVEoweVpNZ1hMbHkrM0RXa2NPSEFnR2pWcUJEOC9QOXUyVHovOUZDRWhJYmFaR0pPVGs5RzFhMWUwYWRQbWlkY21JaUlpSWlMS2I5a3Z5RUpFUkU4VUhSMmRxZGRUZHB3OWV4WnZ2UEZHcnErNWYvOStuRGx6QmwyN2RuM2lzWXNYTDhhZmYvNkpjZVBHWmRvZUdCaUkyN2R2WTg2Y09iWnRMVnEwZ0xPemM2YmoycmR2ajVzM2IyTGJ0bTB3R28wWU4yNGMzbjMzWFRSczJERFg4Uk1SRVJFUkVlVVdFMXRFUlBrb0lpSUNucDZlT1Rwbno1NDlPVW9NSlNVbFllTEVpVENielFnS0NzSlBQLzJFQlFzV3dOWFZOY3R6TEJZTFpzK2VqVzNidG1IQmdnVW9VNlpNcHYwbFM1YkU3Tm16c1dQSERreWVQQm5KeWNsMjIxR3IxWmc5ZXphKy9mWmJkT25TQmVYTGwzOGtTVVpFUkVSRVJGUllPQlNSaUNpZm1NMW03Tml4QTRzWEw3YTdYMG9KaThXQ3VMZzRxRlFxQ0NFUUVoS0NtSmdZTkczYU5OdlgrZlhYWDJFMEd2SFRUejloOWVyVnVIYnRHZ1lOR2dTMVdnMk5SZ09OUmdPejJZeEtsU3FoUllzV3FGR2pCanc5UFhIbzBDR3NXclVLcjd6eWl0MTJYM25sRlN4ZHVoU2pSbzNDbWpWckVCZ1lpTFMwTktqVmFnQVp4ZWtOQmdPMmJkc0dLU1dlZSs0NW5EbHpCdHUzYjBmanhvM2g3dTZlOHhlTmlJaUlpSWdvRDVqWUlpTEtKK2ZPblVQMTZ0WHgwa3N2WmRvdWhFQ3BVcVdnS0FwOGZYMWhOcHZoNitzTGxVcUZDaFVxWU1LRUNUbWFTYkZ6NTg3bzNyMDdWQ3BWcG9MdEZvc0ZKcE1KWnJQWmRsMGhCSnljbkpDYW1vcisvZnVqYk5teWoyM2IwOU1UbXpkdnRoV01QM0hpQkxwMDZZS1FrQkQ4My8vOUgxNTg4VVcwYWRNR0V5ZE9STW1TSmJGNzkyNzgrT09QbUR0M0xvS0NnckpWSzR5SWlJaUlpQ2kvaUNjZlFrVDBiTkRwZEJJQXdzUERjOTFHVWxJUzNOemNzdHd2cFlUWmJNNVJJcXNvTUJxTlNFdExlMlFJNDRQN0g2N0hsVlBXZ3ZwNnZaNy9OaEVoZjc2VEtQZjRuVlQ4V1o4eHZzZEVSRTgzOXRnaUlzcEhqMHRxQWJEMW9IcmFPRHM3UHpaeGxkZWtGaEVSRVJFUlVXNndlRHdSRVJFUkVSRVJFVDJWbU5naUlpcEVQajQrZVc0ak5UVVZLMWV1aEtJb1VCUUZtemR2Um14c2JENUVSMFQwanc0ZE91VDRuQWtUSnVEeTVjdVp0ZzBaTWlSSGJjeVpNd2UzYjkvTzhiV0ppSWpvMmNTaGlFUkVEaEFaR1ltQkF3ZmEzU2VFd09IRGh3RUFIVHQyekxUdnhvMGJPSHo0TUhidjNnMlR5WVRmZi84ZDVjcVZnNit2cisyWWxKUVV2UC8rKzQrOWZuUjBORTZlUEFrQXVIcjFLdnIxNjVkcHY2SW9TRTFOaGF1cnE5M3pRMEpDSHRzK0VUMmR6cDgvajg4Kyt3d0FjUDM2ZGZqNys5djJiZHUyRGZYcjE4Y0xMN3dBbzlHSTY5ZXZZOWFzV1dqZXZEa0E0SysvL3NLeFk4Y3daY29VTEYrK0hJTUdEUUlBSEQ5Ky9KSHJMRnUyREwvODhrdW1iYnQyN1VKMGREUU9IRGlBMGFOSEY5UXQwak5FU2lrQU9BTW9BY0FKRC8ybmZvc1dMYXpIVmJSenVnTEFCQ0FkZ0ZFSUlRczBXQ0lpeWpVbXRvaUlITURUMHhNalI0N0U2ZE9uTVhYcVZOdjJ5NWN2MjNvM0dJMUc5T3paRTUwNmRZS3pzek9PSGoyS0F3Y093Tm5aR1lNSEQ4YllzV014WmNvVU5HN2NHQXNYTGtUVnFsWHg0WWNmd3NYRkJkdTNiMy9zOVI5TWhMMzg4c3VQSktyMjd0Mkx2WHYzWXM2Y09mbDQxMFJVMUwzMjJtdll0bTBiQUtCVnExYTJaYXZTcFV0ajI3WnRtREZqQnRMVDA5RzBhVlBidnA5Ly9obisvdjV3ZG5iRzZ0V3JiWWt0cTZTa0pKdzRjUUkrUGo0SURBeEVodzRkMEt0WEx4dzhlQkFxVlVhK1ljK2VQWWlQajBmYnRtMHpuZHV0V3pkOCtPR0hCWEhMVkx3NUFhZ0lvUHI5dnpNVmhOVHBkTmJGUm5iT05RSzRCZUJ2QURmdnJ4TVJVUkhFeEJZUlVTSDQ3TFBQY1BMa1NSaU5SclJ1M1JvQThNVVhYMkRIamgyWmpqdC8vanc4UER3QUFCcU5CbmZ2M2tYZnZuMHhmdng0QkFVRlljYU1HUUNBNXMyYnc4L1BENXMzYjhiU3BVdmg1K2VIN3QyNzI5cjU1Sk5QY08zYXRTempTVTlQZjJSYjQ4YU5iY3RHb3hGQ2lFemJyTmhiaTZoNDY5YXRHd0RnM3IxN3R1WDMzbnNQUFh2MkJBQWtKeWZqeUpFakdERmloQzBobFpLU2d1RGdZR3pldk5uV2pzVml3ZG16WndFQS9mdjN4NFVMRjVDZW5vNy8vdmUvQUlDd3NEQTBiTmpRMW9haUtBZ09Ec2FXTFZ0UXRXcFZXenRqeDQ3TnRFNlVBeVdRa2RRS3M3ZHoxcXhaMXNVdGoybkRCMEE4bU5naUlpcXltTmdpSWlvRVgzNzVKWTRlUFlwaHc0WmgxNjVkQUlDRWhBVDgrZWVmTUpsTXRwa1NqeDgvYnB0aVhxVlNJVEF3RUc1dWJwZ3hZd1lDQWdMUXUzZHZXNXNta3drdnYvd3lUQ1lUMnJadEN4Y1hGOXUrYjc3NTVySHhQTmhqeXlvcEtRbGhZV0cyR1E0UEh6NE1YMTlmQ0pFeEM3clJhTXlYR21GRVZMUnQzcndaS1NrcDZOMjdkNlpFbFpXcnF5dVdMbDJLM3IzL243MzdqcXVxL3Y4QS92cWNleThpb2lBT1ZGU2NhYUZ3N3lGTWM2U0dBNytPUkVWeG0rTGVsclBsVEhOazVzaE1jK1F1VXlNWDVrak5YSEJCVGJNY1JhWm9MaFNGeTczMy9QNUE3ZzhFSElqM2NPSDFmRHg2ZU8rWmIyN1hqOXpYL1l5dWNIWjJSc09HRGJGNjlXb2tKQ1JBVVJTc1diTUdWcXNWalJzM2hwdWJHeFJGUWJkdTNWQ3JWaTAwYTliTTFzYnMzTGtUWVdGaHR1dnUyN2NQcFV1WFJwa3laUkFXRm9ZbFM1Ymc5dTNiaUlxS3dwUXBVK3oyODFPZTRvU1VubHJQSTBOUEx5SWl5bDBZYkJFUjJjbmV2WHNoaE1EQWdRUFJ0MjlmNlBWNmxDOWZIa2FqRVFFQkFVaE9Uc2JCZ3dmUnUzZHZBQ256MVN4ZnZod0pDUWxZc1dJRk1ma3ZsUUFBSUFCSlJFRlVYRnhjMExScDAzVFh0RnF0V0xGaUJYcjI3QWtmSHgrMGFkTUdTNVlzZVdJdGlZbUp0cmx6SGgxcWxHcjQ4T0U0ZXZRb05Cck5jLzdrejBhV1pjNWpZajhQQU5TUGpJdzhvWFlobER0czM3NGRTNVlzUVZKU0V1TGo0OVBOc2JWczJUSUFLU0c0bDVjWHlwVXJod01IRHFCYXRXcFl0MjRkZ0pUNSsySmlZaUJKRWxhdlhvMnlaY3NpSUNBQURSczJCSkRTaTB1bjArSDgrZk9Jakl4TU54VGJ4Y1VGSTBlT2hOVnFSVlJVRkV3bUU3WnMyWUxBd0VCYkdFYjBqQ1E4ZnloVkFGeHdpNGdvVjJPd1JVUmtCd2tKQ2JoOCtUSjBPaDM2OU9tRGQ5OTlGek5tekVDVEprMndaY3NXQkFRRVlPZk9uYWhhdFNyS2x5OFBJR1ZTOTlkZWV3M05temRIdzRZTlViSmt5VXl2ZmV2V0xmend3dzg0ZCs0Y2F0V3FoVnExYWlFaUlnSWRPblN3aFZMKy92N1lzR0VES2xldURDQmxVdWpmZi8vZDltSHpVU2FUQ1pJazJZWUlVWjVWMEdxMTFnREFZSXNBQUVGQlFhaGZ2ejQ2ZCs2TXBVdVg0cVdYWGdLUUVxS250Z2ZyMXEzRER6LzhBRmRYVjdSbzBRS3JWcTFDKy9idHNYTGxTdmo2K3NMWDF4Y0JBUUVvVzdac3Vtc3JpZ0loQklRUVdMcDBLUUFnUER3Y0FOQ3laVXRNbno0ZGxTcFZ3cDA3ZDZBb0NpNWV2SWoyN2Rzak1USFJqcThBRVJFUk9Sb0dXMFJFZHJCMjdWbzBidHdZVVZGUmtHVVpzMmZQUnBreVpWQ3BVaVcwYmRzV3AwK2Z4dUxGaS9IQkJ4L1l6a2tiT2lVbEpXVTZKQWdBNnRTcEEzZDNkOVNxVlFzQVVLQkFBWnc1Y3diZHUzZkg5T25UVWE1Y09RREErKysvajBXTEZ1R0hIMzdBMTE5L2paQ1FrQ3lEclN0WHJxQjQ4ZUsyWVlqMkZCa1phZitiNWtPeUxIOFA0QzIxNjZEYzVkNjlleGcyYkJpQ2c0TnRvUllBMUsxYkY0Y1BIOGI0OGVNUkdCaUlQbjM2MlBacHRWcTgvUExMV0xseVpaYlhmZkRnQWY3OTkxKzR1YmtCQUVxVUtJRVNKZEtQRUt0VXFSSUE0TTgvLzRTVGt4T09IVHVHYXRXcVpiazZLMUYydmZycXEvRHk4c3AwWDlwVmc0bUl5REV3MkNJaXNvUFkyRmgwN2RyVk52ZVZyNit2YlYvdjNyMFJGaGFHSmsyYUlDQWc0TG52NWVycWlva1RKMkwzN3QwNGZmbzB6cDQ5Q3lCbGN2am16WnZEWURCZzllclZLRldxVkpiWGlJaUlnRTZudzhtVEoxR3paczNucm9tSUhJTVFBazJhTk1HaVJZdXdkZXRXMi9iazVHVGJzTVNGQ3hjaU5qWVd4NDRkQXdENCtmazk4YnBmZmZVVjFxOWZiNXNuY01TSUVkaTFhMWVteCs3ZHV4ZWRPblZDZUhnNHVuVHBva3JBVG5tYlRxZkxjdlZnemlWSlJPUjRHR3dSRWRuQmhBa1RNcDBqSmpFeEVlZk9uWU1rU2JoMDZSS3VYYnVXNVpERDFxMWJRNnROMzJ3bkpTV2x1NjdGWXNIeDQ4ZXhaODhlMjl3M0hUcDBBQUQwNjljUFJZb1V3YUpGaTdCdTNUcDA2TkFoM1RmVzMzMzNIWFE2SFNJakk3RnExU3IwN05rVFU2ZE9oVWFqUVpjdVhkQzBhZE1zUDRnU1VkNVFxRkFoZE9yVUNZc1dMVW8zLzE2ZE9uWFNQYzlzeGRUSEdUSmtDSVlNR1lMbzZHamJ4UENaaVkyTnhZOC8vb2lOR3pmaS9QbnpDQThQUjZ0V3JiTDN3eEJsSVRrNTJiYmlaMmI3aUlqSXNURFlJaUt5Zzh4Q3JRTUhEbURXckZrb1c3WXN3c1BETVgvK2ZJU0VoS0JQbno1bzE2NGRDaFlzYUR2MjhPSERtRHg1TXBvM2IyNmJhUDdqano5RzRjS0ZNV0xFQ050eDI3ZHZ4OWF0V3hFVUZJUisvZnJCemMwTk4yN2NzTTJORXhvYWlucjE2dUdycjc1Q2h3NGRFQkFRZ0xsejUwSUlBWXZGZ3VuVHAyUDc5dTBZUDM0OG1qZHZqbDY5ZXVIWFgzL0Y4dVhMc1dEQkF2VG8wUU52dmZVV0ozSW15cWRNSmhQTVpqTXNGc3RqajlQcGRJaU5qVVc1Y3VWc1Bic1VSY0hQUC8rY0xyeHYyYklsQUtCa3laS0lqWTNGa0NGRDhQYmJiNk40OGVJWU9uUW8rdmJ0aTdKbHk4SmdNTHk0SDRyeUhaMU85OWpoL1VSRTVGZ1liQkVSMlZsOGZEeUdEaDJLaXhjdll1REFnUWdKQ1lFUUF1Kzk5eDdxMUttRDJiTm40K0xGaXdnSUNNQ2lSWXRzNTFrc0ZodzhlQkRPenM0QWdCczNicUJZc1dMWXQyK2Y3Wmd0VzdiWVBpaisrdXV2R0RSb0VDUkpRdlBtelczSGxDdFhEaE1uVHNTWU1XTncrL1p0L1AzMzN4ZytmRGl1WGJ1R1pzMmFZZTNhdGVsNmN0V3VYUnUxYTlkR2RIUTBGaTFhaEYyN2R1R3JyNzU2d2E4U0Vha3BxNTZqbjMzMkdiWnYzNDdBd01ESG50K3RXemVFaG9hbUM4QVVSWUdYbHhlbVRac0dJS1VYNm9BQkF3QUFLMWFzUU9mT25kR3RXemQwNjlZTkFGQ2xTaFdNR3pmTzF0dXJZOGVPT2ZHakVTRTVPUmx0MnJUSmNoOFJFUkVSa1VPU1pWbVJaVmw1a2I3KyttdEZVUlRsd0lFRHlwMDdkekk5SmlrcFNVbE1UTXlSKzFtdFZzVnF0VDd4dUY5KytVVkpTRWg0cW12ZXZIbnplY3ZLVk9ycnIvYjdJTCtRWmZsN1daWVZ2VjdmUSsxYUtIUDJhSk9lVnUzYXRaOTRURVJFUkxhdnYyblRKdVg0OGVPWjdqdDE2cFR5MjIrL1pmdmEyY1UyeWZFcGlsSkNVWlIyai82L1BYandZSmIvM3pQWjExNVJsQkpQdmhzUkVhbUZQYmFJaU95b1o4K2VBSUI2OWVwbGVVeE9Edk43MmttWG4yWG9SZEdpUmJOYkRoRTVxTU9IRHoveG1DZjE0bnFjdG0zYlpyblB4OGNuMjljbFN2WEhIMzlnNk5DaG1lN0xhbjdMN2R1M3YraXlpSWdvQnpEWUlpSWlJaUtpUEsxcTFhcTJvR3J6NXMzdzhQQkFnd1lOWUxGWVVLdFdMWVpZUkVRT2pNRVdFWkhLRWhJU1VLaFFJYlhMSUNJaXl2TnUzcnlKenovL0hKTW1UVXEzL2RFNXQwSkNRdENsU3hkN2xrWkVSTmtrcVYwQUVWRitGaHNiYTV0SU9UTXhNVEZZc0dCQmh1MFdpd1gxNnRXRDFXck45THlkTzNkbXV0MXNOdVBldlh2NDc3Ly9jUDM2OVhUN3VCSVVFUkhsWmZIeDhSZzFhaFFDQWdMdzZhZWZZdXZXcmJoejV3NkFsTVZYMHY3SFVJdUl5SEd3eHhZUmtSMHNYNzRjMzMvL2ZicHRtemR2eHNjZmY0eS8vLzRib2FHaE1Kdk5TRXhNeEtaTm02RFQ2UUFBRlN0V3hOU3BVMkV5bVRCaXhBamJ1VmFyRlE4ZVBJQWtaZjc5eEl3Wk05Q3NXVFBNblRzWDI3WnRnMWFyaFU2bmc0dUxDOXpjM09EbTVvWXFWYW9nTEN3c3c3bW5UNTlHdjM3OU1yMnVFQUlIRGh6STdzdEFSRVNraXRPblQyUDA2TkdvVjY4ZXhvd1pnOWpZV0h6MTFWZjQ0b3N2b05WcTBiaHhZMGlTQkVWUllMVmFZVGFiK2U4ZEVaR0RZTEJGUkdRSFBYdjJSTFZxMVRCKy9IaEVSRVJBcTlYaTY2Ky9obGFyUlhoNE9CNDhlSUFCQXdhZ1hidDJ0bEFMQUFvWExveDU4K1pod0lBQkNBNE9ocmUzTjRDVUhsc2FqZWFKOXgwNmRDaXFWYXVHb0tBZzdOeTVFOWV1WFVPM2J0MFFHeHVMeU1qSVRNL3g4ZkhCOE9IREVSTVRrMjZveHZuejV6Rm8wS0RuZkNXSWlJanNyMkxGaWhnM2JweHQ4Ulp2YjI5TW5qelp0bDlSRkZ1b0JUejk0aXRFUktRK0RrVWtJcktUVTZkT29XblRwdEJxdFlpSmlVRjRlRGpPbkRtRGxpMWJvbVhMbGpoejVneSsrZVlidEd6Wk10MTVucDZlK1BiYmIyMmhGZ0FrSnlkRFVSUllMSloweDNicjFnMHRXN2JFM2J0MzBiSmxTMGlTaEVPSER1R1hYMzVCUUVBQU5tN2NpSVNFQkV5Wk1nVXZ2ZlFTQUdEOCtQRm8yclFwVENZVGdvS0NFQlFVaEhMbHlpRTJOamJkdGMrZVBZdHExYXE5b0ZlSGlJZ294MWtCbUFEQXhjWGxzU3NTQ3lFZ1NSSzBXaTIwV20zYUw0K1NIbDZIaUloeUtmYllJaUt5azZOSGoyTHMyTEVBVWxabldySmtDVHAyN0lqdzhIQUVCUVhoeUpFakFJQW1UWm9BQUNaTW1JRERodzhEQVBiczJaUHVXbmZ2M29YVmFrVnNiQ3dxVktoZzI3NXExU29BUU9QR2pSRWVIbzdnNEdEY3ZYc1h4NDhmaHhBQ2lxS2diZHUydUhIakJrYU9ISW50MjdkajJyUnArT1dYWHpCa3lCRGJxbER4OGZINDQ0OC9rSnljYk90QmR2VG9VZmo3KzcrNEY0aUlpQ2hubVFCY2YrSlJqM2Y5NFhXSWlDaVhZckJGUkdRSE4yL2VSSFIwTk41OTkxM2J0azJiTmozMm5LbFRwd0pBcG1GU2FtK3FreWRQcGd1MlVpVW5KMlBxMUttNGR1MGFEaDQ4bU9uMTAwNFd2M2Z2WGdnaE1IRGdRUFR0MnhkNnZSN2x5NWVIMFdoRVFFQUFrcE9UY2ZEZ1FmVHUzZnVKUHlzUkVWRXVrUVRnSHdCMUFKUUFVT0NERHo3NExDa3BxVXhtQit0MHV1dFRwa3dabU9iYzZ3L1BUN0pIc1VSRWxEME10b2lJN0dENzl1MndXcTIyTUNzNE9CZ0FjT2ZPSFlTRWhPREdqUnNJQ1FteGJYdVNxS2dvK1BuNTRlREJnMmpWcXBWdHU5bHN4amZmZklQNzkrL0R4Y1VGTzNic3lQSWFFUkVSQUlDRWhBUmN2bndaT3AwT2ZmcjB3YnZ2dm9zWk0yYWdTWk1tMkxKbEN3SUNBckJ6NTA1VXJWb1Y1Y3VYei9aclFFUkVaR2ZKU0FtbjRnSG9BRWluVHAxYUdSOGZQemF6ZzExY1hNSUI3SC80MVBydy9LU0hmeElSVVM3RllJdUl5QTUrL3ZsbmVIbDVwZHRtTXBsUXJGZ3hiTml3QVVGQlFkaXdZUU9BL3grSytLajQrSGpFeGNXaFNwVXEyTFZyRjhhT0hZdVBQdm9JdDI3ZFF0R2lSUUVBb2FHaHVISGpCbHhkWFRGczJEQklrb1I2OWVyQnlja0pMaTR1dG12ZHVYTUhEUm8wd05TcFU3RjI3Vm8wYnR3WVVWRlJrR1VaczJmUFJwa3laVkNwVWlXMGJkc1dwMCtmeHVMRmkvSEJCeCs4b0ZlSGlJZ281d2toRktRRVU3WWVWd2FEWVowUUl0Tmc2Ny8vL2xzbWhIamVvWXRFUkdSbm5EeWVpTWdPSms2Y21HRVZ3L2o0ZURnNU9UM1YrZWZQbjBldlhyMFFHeHVMbjM3NkNScU5CZ0VCQVdqYXRDbVdMVnRtTzY1ZnYzN1lzV01ITkJvTkpDbWxpWC9ublhmZzUrZUg4UEJ3aEllSFkvMzY5U2hjdURCYXRHZ0JJR1ZZWTlvSjYzMTlmVkc4ZUhHNHU3dWpkKy9lQ0FzTGd5ekxDQWdJZU42WGdZaUlTRlZSVVZIUmlxSmNmSFM3b2lqL1JrZEhaejUybjRpSWNqVUdXMFJFZGxDcVZLa00yODZmUDQrYk4yK21HNG9ZRWhLU2Jpamlnd2NQQUFERGhnM0QrUEhqb2Rmck1YUG1UQXdmUGh4Q0NIVHYzaDNoNGVFNGV2UW9BQ0F3TURCRFdOYXFWU3RjdTNZTm16WnRnc2xrd3BneFkxQy9mbjNVclZzWFFNb2s5YzdPemhucVMweE14TGx6NXlCSkVpNWR1b1JyMTY3bDJPdEJSRVNrb204eTJiYmQ3bFVRRVZHT1lMQkZSR1JIcWVHVnQ3YzNmdjc1WjdScjF3NGJObXl3RFVuY3NHRUQzTnpjYk1kZnVuUUozdDdlV0x4NE1hcFVxWUxCZ3djak1ERFFGa3A1ZUhoZzFLaFJHRFZxRkE0ZE9wVHBQVFVhRFdiT25Ja3Z2L3dTN2R1M1I3Rml4VEJtekJqYi9zeDZqUjA0Y0FBZE8zYkVqUnMzRUI0ZWpxcFZxeUlrSkFUZmZQT05MV3dqSWlKeVJJcWkvSkRKNXJWMkw0U0lpSElFNTlnaUlyS1RzTEF3QkFVRkFRRGk0dUlRRWhLU2JoaWh5V1NDMVdxRnhXS3hiWHY1NVpleGJ0MDZhRFFhaElhR3dzZkhCNk5HalVwMzNaWXRXK0xtelp2NDRvc3Y4T3FycnlJNU9kazI3TkZxdFNJcUtncWJObTJDb2lnb1dyUW9UcDQ4aVMxYnR1Q05OOTZBaDRkSHVtdkZ4OGRqNk5DaHVIanhJZ1lPSElpUWtCQUlJZkRlZSsraFRwMDZtRDE3Tmk1ZXZJajMzMy8vUmIxTVJFUkVMNVRSYUR4dU1CZ3VDeUc4QUVCUmxHdFJVVkY3MWE2TGlJaXloOEVXRVpHZHBJWmFBUERQUC8rZ2RldldxRnk1TW9DVWVhMk9IVHVHcVZPbklqQXdNTjE1cVQycVpzMmFsZVdxaE4yN2QwZm56cDB4Yk5nd0hEdDJETzNidDhmKy9mdng0WWNmb256NThtalJvb1Z0eU9HT0hUdXdidDA2ekprekJ4czNiclFOayt6WHJ4K0tGQ21DUG4zNndOZlhGMFdLRkVsM2p6ZmZmQlAxNjllSG9pZzU5cG9RRVJHcFFCRkNyQVl3K3VIem5VaFpCWkdJaUJ5UVVMc0FJcUxjUXBabEJRQk9uRGp4d3U5bHRhYjgvcHc2d2Z1TFlES1prSmlZbUNHZ1Nydi9hU2V2dHdkL2YzOEFRR1JrSlA5dHNnTlpscjhIOEpiVmF1MXBOQnBYcUYwUFpXVFBOb2t5WXB1VXQrbjErdGNsU1RvRUFGYXI5WDlHbzNHYjJqVVJFVkgyY0k0dElpSVZTSkwwUWtNdElLV25WMWFoVnVwK0lpS2kvTWhvTkI1UkZPV2FvaWkzakVialRyWHJJU0tpN09OUVJDSWlJaUlpeW04c1FvaTFpcUtVQW1CNTR0RkVSSlJyTWRnaUlucEU2dkFUSXFMY2dHMFM1VmF5TFA4RW9MSGFkVHdQSVFSa1dlNm9kaDNacFNqSzBhaW9xTmZVcm9PSVNFMGNpa2hFOUpDaUtFZlZyb0Z3U3UwQ2lISUx0a201QXR1a3gzUG9VQ3N2RUVMVVVyc0dJaUsxc2NjV0VkRkRqdjZOcDUrZm4wR1NwQ0pSVVZINzFhNkZpSjRmMnlSeUZGemdRQjNzelVsRWxJSTl0b2lJOGdoSmtsb0JDRlc3RGlJaWdHMFNFUkVSMlFkN2JCRVI1UjFkaFJBRkFBZ0FpdHJGRUZHK3h6YUppSWlJWGpqMjJDSWl5Z044ZlgxckNDR3FBaWd2eTdKREQxOGlJc2ZITm9tSWlJanNoY0VXRVZFZW9ORm9XcVkrVmhTbHM1cTFFQkZwdGRxZ05FODdxVllJRVJFUjVYa010b2lJOGdBaFJLYzBqNXVyV1FzUkVZQXVhUjYzVUswS0lpSWl5dk1ZYkJFUk9UaFpscXNBOEV1enFhb3N5NzVxMVVORStSdmJKQ0lpSXJJbkJsdEVSQTdPYXJYK0w1UE5YZTFlQ0JFUjJDWVJFUkdSZlRIWUlpSnljRUtJREhOcUtZcVMyUWRMSXFJWGptMFNFUkVSMlJPRExTSWlCMll3R0x5RkVMVWUzUzZFZU1YWDE3ZWFHalVSVWY3bDYrdGJOcXMyNmVFUVJTSWlJcUljeFdDTGlNaXhaVGtwczBhajRkQWZJcklyclZiN3VJbmkyU1lSRVJGUmptT3dSVVRrMkVLeTJpR0U0RXBrUkdSWGlxS0VQbVozSzdzVlFrUkVSUGtHZ3kwaUlnZFZvMFlOVHlGRXc4Y2NJdGVvVWFPY3Zlb2hvdnlOYlJJUkVSR3BnY0VXRVpHRDBtcTFRVTl4RElmK0VKRmRzRTBpSWlJaU5XalZMb0NJaUxMSGFEUXVCN0E4OWJrc3l3b0FSRVpHQ3BWS0lxSjhqRzBTRVJFUnFZRTl0b2lJaUlpSWlJaUl5Q0V4MkNJaUlpSWlJaUlpSW9mRVlJdUlpSWlJaUlpSWlCd1NneTBpSWlJaUlpSWlJbkpJRExhSWlJaUlpSWlJaU1naE1kZ2lJaUlpSXFKYzU4R0RCemg1OHFUdCtlVEpreEVkSFEwQU9ISGlCSTRjT1pMbHVaOSsrdWxUM2NOcXRXTGh3b1c0ZnYxNmhuMFdpd1h4OGZHSWpZM0Z5Wk1uc1hmdlhseTRjT0dKMTVzOGVUS3NWdXRUM1orSWlKNmZWdTBDaUlpSWlJaUlIclY3OTI2RWg0ZGo4ZUxGQUlCOSsvYWhjK2ZPQUlCQ2hRcGg3Tml4ZU8yMTF6Qnk1RWdVS0ZBZzNibmZmUE1OUm93WUFRQTRkKzRjQmcwYWxHNy92WHYzY1Bqd1lRQ0FFQUtob2FHWU9uVXFMbDY4aU1XTEZ5TTVPUmxDQ055L2Z4K1ZLMWRHa1NKRjRPN3VqcUNnSUxpN3U2TnQyN1laNnQyL2Z6K3NWaXMyYjk2TUNSTW01UGpyUVVSRW1XT3dSVVJFUkVSRXVjNTMzMzJIN3QyN0F3Q3VYcjBLazhtRWloVXJBZ0NxVjYrT1ZhdFdZY21TSlZBVUJRQnc3Tmd4akJrenhuWis0OGFOQVFCNzl1eEJSRVJFdW12WHFWTUhBQ0JKRWdZTUdJQ3FWYXNpTVRFUjdkcTFRNXMyYlZDd1lFR1lUQ2JVcVZNSEd6WnN5RkRiL3YzN002M1phclZDQ0FGSjRzQVlJaUo3WWJCRlJFUkVSRVM1enNtVEovSFJSeDloNHNTSnNGcXRTRXhNUktOR2pUSWN0MlhMRm5oNWVXSE5talhZczJjUEFNRGYzOS8yK0hFdVg3NE1qVWFEd01CQTJ6YWRUdmZNdFo0OWV4YTlldlVDQUNpS1lndk9UQ1lUdG0zYkJrOVB6MmUrSmhFUlBSMEdXMFJFUkVSRWxPdWNPSEhDOW5qaXhJa29VNllNd3NMQ3NuV3RKazJhWkxyOTJMRmptRHQzTGdZUEhneUR3WUN1WGJ0bU9DWTFwRXFWT29ReHJlclZxK1B3NGNPNGUvY3VXclJvZ1FNSERnQkk2VFdXbmFDTWlJaWVIb010SWlJaUlpTEt0U3dXQ3c0Y09JQlBQdm5rc2NjMWFkSUVGb3ZGOWp6dFVNUzBjMm9CUUhCd01BRGdyYmZlUXNXS0ZURmp4Z3k4K2VhYjZZNUpIWXI0YUpEMXhodHYyUFlyaW1LYjMydjkrdlVRUXNEWjJkbDJyTmxzaGxiTGoxeEVSQzhTVzFraUlpSWlJc3ExRGgwNmhOdTNiMlB3NE1IdzhQQkl0Ky9HalJ0NDU1MTMwSzVkTzBSRVJDQTZPaHArZm42b1Y2L2VZNGNpZnZ2dHQ3YkhmbjUrV0xObXpWUFhrenEvVnQrK2ZkR2hRNGQwdmNGT25UcVZyc2JrNU9RTUU5c1RFVkhPNHF5R1JFUkVSRVNVYTYxZHV4WTlldlNBcDZjbnZ2dnVPNFNIaHlNOFBCeXJWcTJDczdNelhuLzlkUUFwdmFPR0RSdjJWTmM4ZWZJazNudnZQZHZ6UllzVzRjYU5Hd0JTZW40MWFkSUUvL3ZmLzlJOVR4dGdSVVZGSVM0dURvMGJOOFlubjN4aTZ5bjIrKysvbzFLbFNnQlM1dG95bTgwY2lraEU5SUl4MkNJaUlpSWlvbHdwTWpJU3AwNmRRdmZ1M2RHNmRXc3NXTEFBUUVwb05IWHFWTFJyMXc2bFM1Y0dBRnkvZnQzV1c4cGtNcUZKa3libzNMbXo3VnAzN3R5eFBUNTM3cHh0aUdCY1hCeVdMVnRtMjNmejVrMUVSRVFnSWlJQ0owNmNzRDIrZmZzMmdKU1ZEei85OUZPOC9mYmIwR2cwU0VwS3dxRkRod0FBUC8vOE0yclZxZ1VBZVBEZ0FYUTZIVmRJSkNKNndUZ1VrWWlJaUlpeVJWRVVBY0FKUUFFQU9xVDUwalIxbFRsRlVVcGtjYm9WUURLQUpBQW1JWVR5UW9zbGg1T2NuSXdaTTJhZ2I5KytjSE56US9mdTNkRy9mMzhzV2JJRS8vMzNIeElTRWpCZ3dBRGI4V2ZQbnNYbHk1ZngyMisvd2NuSkNSRVJFYlo5SFR0MlJLZE9uV0EybXdFQTd1N3V0aDViaHc4ZmhvK1BENG9WSy9aVWRVMmVQQm4vL1BNUFBEdzg4T09QUDBLcjFXTDc5dTBvVjY0Y29xS2lNSG55WkFEQS9mdjM0ZUxpa2xNdkJ4RVJaWUhCRmhFUkVSRmxsdzVBQ1FCbEgvN3BsTHBEbHVYVWh3MnlPTmNFNERxQWZ3QmNlL2ljeU9iVFR6K0ZpNHNMUWtOREFRQWFqUVlEQmd4QS8vNzlvZEZvc0d6Wk1tZzBHdHZ4RVJFUmFOV3FGZDU3N3oxWUxCYmN2SG5UMW9OcitQRGhHRDU4ZUtiMzJiVnJGeG8xYXZUVWRiMzAwa3N3bTgySWlvcUNoNGNIOUhvOTR1TGlNSG55WkhUdTNCa0ZDaFJBY25JeXpwdzVrMkZPTUNJaXlua010b2lJSEFoN1J4QlJMbE1BS2FIVzRVZDNwRm5CN3R0SDl6MmlEb0E3WUxCRmFYei8vZmZZdTNjdmxpOWZqdmo0ZVB6ODg4L1l0bTBicmw2OWlrbVRKaUV4TVJIRGh3OUh0V3JWMExScFV3UUVCT0RzMmJPWU9YTW0rdmZ2aitYTGw2TlBuejY0ZmZ0MnV2QkxVUlJZTEJaWUxCWjRlM3RqN3R5NU9IYnNHTWFNR1pQdS9tbm4wMHBsdFZvQndCYTBwZlg1NTUvRGFyV2lkKy9lT0hUb0VFYU5HZ1d0Vm90MzNua25oMThaSWlKNkZJTXRJaUxId3Q0UlJKU2JPQ0dsTFhvZTZkb3lJZ0I0OWRWWFlUQVljT2ZPSGZUcTFRdisvdjdvMkxFakdqWnNhQXVxbWpkdmpzMmJOMlA1OHVXNGZQa3lQdi84YzNoNWVRRkF1a0RKYXJYYS9sT1UvLzlPUjZQUlFBaUJoUXNYd3R2YjI3YTlhOWV1R0RGaVJJYWE1czJibDJXOVhicDBRWThlUGFEVDZkQ3dZVU1jT1hJRWtpUnhmaTBpSWpzUWFoZEFSRVJQVDFHVXdnQjhrRW52aUdkUUI4QnBJY1RkbkttS0hKRXN5OThEZU10cXRmWTBHbzByMUs2SEhOUERIcUlOOE9SZVdZL1RBY0IrSWNUMW5LbUs3RVdXWlFVQVRwdzQ4VUx2azVTVWhBSUZDcnpRZXpnaWYzOS9BRUJrWkNRLzB4RlJ2c2F2RUlpSUhBdDdSeEFSVWI3Q1VJdUlpQjZIUXhHSmlCeUxoT2NQcFFxQVgyd1EwUXZRdUhIakROdnUzYnNISnljbk9EbWxiN3JhdG0yTElVT0cyS3MwSWlJaXlxTVliQkVSRVJGUmp0aXpaMCs2NTVzMmJjTHExYXV4Wk1rU3JnNUhSRVJFTHdTRExTSWlCOGJlRVVTVUd5VWxKV0hPbkRrNGVmSWtMbDI2aEI5KytBR25UNTlHbno1OThOSkxMNmxkSGhFUkVlVWhETGFJaUJ3WWUwY1FVVzV6NU1nUnpKZ3hBejQrUGxpNmRDbnExYXVIME5CUWhJZUhZOWl3WWZEMTljV2dRWU5Rdm54NXRVc2xJaUtpUElEQkZoRlJIc0RlRVVTa3Rvc1hMMkxtekprNGYvNDgzbm5uSFRScDBzUzJUNlBSSURnNEdDMWF0TURTcFV2UnVYTm50R3ZYRGlOR2pGQ3hZaUlpSXNvTE9Ia3dFWkdETzNMa0NFSkRRM0gvL24wc1hib1VBQkFhR29yYXRXdGoyTEJoR0RObURQNysrMitWcXlTaXZNN056UTJ5TE9QNzc3OVBGMm8xYk5nUVFnZ0FnTE96TXdZTkdvVFZxMWZEMjl0YnJWS0ppSWdvRDJHUExTSWlCOFhlRVVTVW0zaDRlS0JQbno0SUNBaEE0Y0tGMCswTERBeTBQYjU3OXk0T0hUcUU0T0JnZTVkSVJFUkVlUkNETFNJaUI1WGFPMkxXckZsd2NYR3hiYytzZDBUTGxpMXg0c1FKdFVvbG9uekVhclZpeDQ0ZEdSYXdTT1h2NzIvbmlvaUlpQ2d2WTdCRlJPU2cyRHVDaUlpSWlJanlPd1piUkVRT2pyMGppSWlJaUlnb3YyS3dSVVJFUkVRNXFrMmJObXFYUUVSRVJQa0VneTBpSWlJaXlqRU5HemJFakJrem9OVm0vbXZtdUhIaklFbGNtSnVJaUloeUJvTXRJcUk4Z0wwamlFZ2xWZ0NtdEJ0bXo1NzkyQk0rL3ZqalJ6Y2xQYndPRVJFUjBUTmpzRVZFNU9EWU80S0lWR1FDY1AwNXIzRWRqNFJqUkVSRVJFK0x3UllSa1dOaDd3Z2l5azJTQVB3RG9BNkFFZ0FLcE80WU0yYk1SZ0NZTVdOR2g4ZWNlLzNoK1VrdnRrd2lJaUxLcXhoc0VSRTVGdmFPSUtMY0pCa3BiVW84QUIwQVcvZlFFeWRPcEQ3Y244VzUxb2ZuSnozOGs0aUlpT2laTWRnaUluSXM3QjFCUkxtR0VFSkJTbnVTb1UyUlpUbjFtT2NONDRtSWlJaXl4R0NMaU1peHNIY0VFUkhsS3Y3Ky9tcVhRRVJFK1JpRExTSWlCOExlRVVSRWxGc29pbkpVQ0ZGTDdUcnl1Vk5xRjBCRXBEWUdXMFJFUkVSRTlNeWlvcUplVTd1RzV5SExzZ0lBa1pHUlF1MWFpSWdvKzdqK094RVJFUkVSRVJFUk9TUUdXMFJFUkVSRVJFUkU1SkFZYkJFUkVSRVJFUkVSa1VOaXNFVkVSRVJFUkVSRVJBNkp3UllSRVJFUkVSRVJFVGtrQmx0RVJFUkVSRVJFUk9TUUdHd1JFUkVSRVJFUkVaRkRZckJGUkVSRVJFUkVSRVFPaWNFV0VSRVJFUkVSRVJFNUpBWmJSRVJFUkVSRVJFVGtrQmhzRVJFUkVSRVJFUkdSUTJLd1JVUkVSRVJFUkVSRURvbkJGaEVSRVJFUkVSRVJPU1FHVzBSRVJFU1VvL1I2ZlFWRlVXSUF3R0F3dEZPN0hpSWlJc3E3R0d3UkVSRVJVVTdSeXJJOFdKS2szNFFRdmdBZ2hQaFdsdVYxUGo0K3BkUXVqb2lJaVBJZUJsdEVSRVJFOU53TUJzTXJCb1BoQUlEUEFSUnMxS2dSZXZic2lZSUZDd0pBUnljbnA5OWtXZTZxYnBWRVJFU1Uxd2kxQ3lBaW9wd2h5N0lDQUpHUmtXemJLUU4vZjM4WGk4WHl0U1NsZktlbEtFcGRJWVNYb2loSGhSQ1hIbTVUVENaVDk5T25UNXZVckpVY1M1VXFWUW9VTGx6NFhTSEVod0MwSlVxVXdKZ3hZOUNvVVNNQXdKVXJWekJwMGlRY1BYbzA5WlNkWnJONVFFeE16RVcxYXFiOFNaYmxRUURHcE5sVTd1R2ZzV20ycllxTWpKeGd2NnFJaU9oNThjTVBFVkVld1dDTG5zUmdNUHd1aEhncHEvMktvdXlPaW9wcVlzK2F5TEg1K2ZuVmtpUnBtUkRDUndpQjFxMWJZOVNvVVNoVXFGQzY0eFJGd2RhdFcvSFpaNS9oenAwN0FKQUFZRXhrWk9RaUFGWVZTcWQ4eU4vZlgxWVU1Y1RqanJGYXJZMk1SdU0rTzVWRVJFUTVnRU1SaVlpSThvODlUOWkvemk1VmtNUHo4ZkZ4TlJnTXN6UWF6YTlDQ0oreVpjdGkwYUpGK09DRER6S0VXZ0FnaEVDYk5tM3c3YmZmb25IanhnQlFDTUI4V1pZUEdReUdWK3hkUCtWUEowNmNpQUx3MTJNT3VXbzBHdmZicXg0aUlzb1pETGFJaUlqeUNTSEV2TWZ0VDB4TTNHYXZXc2h4R1F5R041MmNuRTRLSVVacHRWclJ0V3RYYk55NEVRRUJBVThoMHBzNEFBQWdBRWxFUVZRODE4UERBek5uenNTc1diTlFva1FKQUtndGhJaVNaWG1DajQrUDB3c3Zudkk3UlZHVUxBTjhSVkVpQUNoMnJJZUlpSElBZ3kwaUlxSjhJakl5OGd5QUMxbnNQbkRtekprcjlxeUhISXVQajQrSExNdExoUkM3aFJBVnFsYXRpdVhMbDJQRWlCRndjbnEyVEtwUm8wYjQ5dHR2MGJwMWF3QndBakRGeWNrcDBzL1ByOWFMcUowb2xhSW9XeCt6ajcxV2lZZ2NFSU10SWlLaWZFUlJsSU5aN0ZwdjEwTElvUmdNaG5aT1RrNW5BTHhkb0VBQjlPL2ZIMnZXck1ITEw3K2M3V3U2dXJyaXd3OC94T0xGaTFHdVhEa0lJWHdrU1Rwc01CaG0rZnI2Wmh6UFNKUURqRWJqcjRxaVhIdDB1NklvTjQxRzQwNDFhaUlpb3VmRFlJdUlLQStvVWFOR1phVDB4TG5yNStmbm8zWTlsSHNwaWpJL3MrMW1zNW5ERUNrRGc4RlFScGJsNzRRUTN3b2hTdnI1K1dIdDJyVUlDd3RENmdxYnordlZWMS9GK3ZYcjBhVkxGMmkxV2trSU1VcWowWncyR0F4djVzZ05pTkt6SXBNZ1h3anhFd0NML2NzaElxTG54V0NMaU1qQjZmWDZ6anFkTGhwQUpRQ0ZOUnJOTWIxZTMwZnR1aWgzTWhxTnh4UkYrZWVSemIvR3hNUmNWS1VneXEwa1daWjdDU0hPQUFoMmRYWEY2Tkdqc1hUcFVuaDdlK2Y0elFvVUtJQ1JJMGRpeFlvVnFGcTFLb1FRM2tLSTNRYUQ0U3NmSHgrUEhMOGg1V3NXaTJYem85c1VSZG1nUmkxRVJQVDh1Q1E4RVpHRHFsYXRXdUZDaFFyTkE5QVRBQm8wYUlBQ0JRb2dJaUlDQUtBb3lyZG1zN252eVpNbmI2bFlKdVZDQm9OaG5SQ2lZK3B6cTlVYVpqUWF2MUt6SnNvOWF0U29VZG5KeVdreGdEY0JvRzdkdXBnd1lRSThQVDN0Y24rejJZeXZ2LzRheTVZdGc4bGtncUlvY1VLSUFaR1JrZC9icFFES0QzU3lMRjhINEFZQWlxTGNNNWxNeFU2ZlBtMVN1UzRpSXNvR2pkb0ZFQkhSczlQcjlYb25KNmZkUW9nM1hWeGNNSGJzV0F3ZlBoeUJnWUdvV0xFaWpoNDlDcFBKOUlwR28rbnM2ZWw1NU9yVnE3RnExMHk1UituU3BhOEpJWHFsUHJkWUxNUGo0dUp1cTFrVDVRcGFXWmFIU1pLMFNRaFJ0V2pSb3Bnd1lRS0dEaDBLVjFkWHV4VWhTUkw4L2YzUnBFa1RuRDE3Rm5GeGNhNEFPcFl1WGRxM1ZLbFNCNjlldlhyWGJzVlFYbVV0VmFwVUZTR0UvUEQ1anBpWW1OV3FWa1JFUk5uR1lJdUl5TEZJQm9OaGlDUkpHNFVRSmFwV3JZcUZDeGVpZHUzYXRnTXFWNjZNWnMyYUlTWW1CdGV1WFhNVFF2VHc5UFEwWDcxNjlSZHdHWE1DY1BYcTFiOUtseTdkSDRDcm9pakc2T2pvNldyWFJPcXFXYk5tVFM4dnI2MUNpTGVGRU5wbXpacGgzcng1cUZtenBtbzF1YnU3bzFXclZuQjNkMGQwZERTU2s1TmZGa0wwS1YyNjlOVXJWNjVFcTFZWTVRbWxTcFV5Q3lHNlBIdzY3ZXJWcTN4UEVSRTVLQTVGSkNKeUVBYURvWVFRWWltQVZrSUlkT2pRQVNOSGpvUk9wOHYwZUxQWmpJVUxGMkxseXBWUUZBV0tvdXl6V3ExZG82T2pMOXUzY3NxTlpGbmVCS0N0MVdvZGJEUWFGNmhkRDZtalFvVUt6a1dMRmgwbmhKZ0FRT1BwNllseDQ4YWhmdjM2YXBlV1RseGNIS1pNbVlKZmZ2a2xkZE1lSVVUZkV5ZE9uRmV6TG5KY0ZTcFVjUGJ3OExnQlFES2J6Y1ZqWW1JUzFLNkppSWl5aHoyMmlJZ2NnSitmWHlOSmtuWUQ4SGQzZDhlMGFkUFFwVXNYYURSWk4rT1NKT0cxMTE2RFhxL0gwYU5IY2YvKy9RcVNKUFh3OVBROGZmWHExVC9zVnozbFJpVkxscndsU1ZJM3E5VTZJaTR1N29iYTlaRDk2Zlg2MTExY1hMWUpJZHBKa2lRRkJ3ZmowMDgvUmVYS2xkVXVMUU5YVjFjRUJRV2hYTGx5TUJxTlNFeE1yQWdnckhUcDBnbFhybHc1QnZaR3BXZDArL1p0YzZsU3BXb0lJYTRiamNabGF0ZERSRVRaeDJDTGlDZ1g4L0h4Y2ZMeThwcW8wV2krQWxCWWxtVXNXclFJcjd6eXlsTmZ3OHZMQ3kxYnRzU2ZmLzZKMk5oWUZ5RkVhT25TcGQwTEZTcTA3K2JObTF6YVBKK0tpNHU3VUxwMDZUZU5SdU1zdFdzaCs2cFNwVW9SYjIvdlR5UkoraEpBY1c5dmI4eWFOUXNoSVNGWjlnRE5EWVFRcUZxMUtscTNibzJyVjYvaS9QbnpPZ0ROUzVVcTFjTEx5K3ZYSzFldVhGTzdSbklzWmNxVVVSUkZpYjE2OWVweHRXc2hJcUxzNDFCRXlsZGtXZjRKUUdPMTY4alBGRVU1R2hVVjlacmFkVGdDdlY1ZlFRaXhXZ2p4dWxhclJlL2V2UkVXRmdZaHN0ZDBLNHFDMWF0WFkvNzgrVWhPVG9haUtORVdpNlZqVEV6TTd6bGNlcjdDZGtWOWJGZWVucCtmWHpPTlJyTUVRRG1kVG9jdVhicWdmLy8rdVRyUXlzcUJBd2N3ZmZwMFhMMTZGUUNTQVV5TGo0Ly8rTTgvLzB4U3ViUjh3OUhiUDBWUnN2MXZhbTZSRjlzL1IzOWY1UVY1OFgxRmVadWtkZ0ZFZHNaL0pGVW1oS2lsZGcyT1FLL1hkNUFrS1VZSThYcXBVcVd3ZVBGaTlPM2I5N2wrQVJkQ29HdlhybGkrZkRuS2x5OFBJWVNmVnFzOW9kZnJlK1JnNmZrUjJ4V1ZzVjE1TW45Ly8rSUdnMkdGUnFQWkFhQmM5ZXJWc1hMbFNnd1pNc1FoUXkwQXFGKy9Qalp1M0lqZzRHQUlJWFFBUGl4U3BFaTBYcTkvWGUzYThoR0hidjhjUGRRQzhtejc1OUR2cTd3Z2o3NnZLQTl6L05iOEdmajcrN3NvaXRKY1VaUTNoQkIxQVhnQktBYkFNWCtqeTNsbVJWRnVBdmhYQ1BFTGdQMEpDUW5iZi8vOTl6eXpyTFlzeXdvQW5EaHhRdTFTOGlWL2YzOEFRR1JrWkw1cWU1NkZyNjl2SWExV093ZEFYd0JvM0xneFB2endRN2k2dXVib2ZSNDhlSUJwMDZaaDI3WnRBQUJGVWRiY3VYTm40SVVMRis3azZJM3lBYllyNm1LNzhtU3lMSWNBV0FDZ3VMT3pNOExDd3RDOWUzZElVdDc1ZmpNcUtncVRKMC9HWDMvOUJVVlJyRUtJenhNU0V0N1BTNy9ENUVacy85U1ZWOXMvdnEvVWxWZmZWOHdDbnNpaHN3Q3QyZ1hZUTgyYU5ZdnFkTHAzRkVVWkRLQklYdmgyNWdYUkNpRktBaWdKUUE5Z29JdUxTNEplci8vU2FyVk9qNG1KNGR3VlJDOVF6Wm8xYTJxMTJ2VUFYbloyZHNhSUVTUFF2bjM3RjNLdmdnVUxZdkxreWFoVHB3Nm1UNStPaElTRXptNXViblgwZW4xSG85RjQ3SVhjbElqc3l0Zlh0NnhHbzFrQW9EV1E4bUhsL2ZmZlI3bHk1VlN1TE9jWkRBYXNXN2NPWDN6eEJWYXZYaTJaemVaaExpNHU3Zno4L1BwRVIwZnZWTHMrSWlKU0I3T0FwK2JRV1VDZUQ3YjgvZjA3V0szV3hRQ0tDaUdnMSt0UnQyNWR5TElNTHk4dnVMdTdRNnZOOHkvRFV6R2J6Ymh6NXc2dVhMbUN5TWhJL1BMTEx6aCsvSGdoUlZGR1NKTFVXNWJsWVpHUmtjdlZycE1vRHhJR2c2Ry9FR0l1QUtkS2xTcGgrdlRwZGxtWnJFV0xGdkQxOWNYWXNXTng1c3laaWtLSVEzcTlmcnpSYUp3RHdQckNDeUNpRjBHU1pibVBvaWl6aFJDdWhRc1h4cEFoUTFLSDdLbGQyd3ZqNU9TRW9VT0hJaWdvQ0I5OTlCSE9uajFiVnFQUjdEQVlEQ3NURWhKR25UdDM3aisxYXlRaUl2dGhGdkQwSEQwTHlMdS8zUUFhV1pabkF4Z0dBRys4OFFhR0RSc0diMjl2bGN0eUxQLysreS9telp1SGlJaUkxRTNMSWlNait3RXdxMWhXdHJGcnM3cnlhdGZtNTFHOWV2VmlMaTR1U3dDMEJZRGc0R0M4Kys2N2NISnlzbXNkWnJNWjgrYk53NW8xYTZBb0NoUkZpVWhNVE94eDVzeVpLM1l0eEFHeFhWRVgyNVgwL1B6OFhwSWs2VXNoeEJ0QXl1OC80OGVQUi9IaXhkVXV6YTRzRmd0V3JseUpKVXVXSUNrcENRRCtzMWdzZzZLam96ZW9YVnRld3ZaUFhYbTEvZVA3U2wxNTVIM0ZMQ0FIT0ZJV2tIY21WMGhQSzh2eVZ3Q0dGUzVjR0o5ODhnbm16Sm5ETjNJMmxDbFRCdE9uVDhlQ0JRdFF0R2hSQUhoYmx1V04vdjcrSEl2OEhCSVRFekZ3NEVEOCsrKy9UMzFPUWtJQ2dvS0NjclFPcTlXS2hRc1g0dnIxNnhuMldTd1d4TWZISXpZMkZpZFBuc1Rldlh0eDRjS0ZITDEvZnVmcjYxdS9ZTUdDMFFEYUZpbFNCRE5tek1DRUNSUHNIbW9CZ0ZhcnhjaVJJekZ2M2p4NGVIaEFDTkhFMmRrNTJzL1ByNW5kaXlHaVorYnY3Ni9UNi9YdlNwSjBVZ2p4UnJGaXhUQjkrblRNbVRNbjM0VmFBS0RSYU5DclZ5OXMyTEFCc2l3RFFIR05SclBlWURCc3JWR2pSdDRiaTBsRVJLbVlCZVFRUjhvQzhtUy9PNFBCTUIxQXp4SWxTdUNMTDc1QWhRb1YxQzdKNGRXdVhSdXJWcTFDdjM3OWNQbnk1YmNVUlZrTTRHMjE2MUtEeVdSQ25UcDFNa3ptZmUvZXZYVGI3dDI3aDZOSGowS2owV1M0aHJPek02cFhyNDc1OCtkajJyUnBUM1ZmcTlXS2E5ZXlIdHE4ZWZObVRKNDgrU2wvaXYvL0Zrd0lnZERRVUV5ZE9oVVhMMTdFNHNXTGtaeWNEQ0VFN3QrL2o4cVZLNk5Ja1NKd2QzZEhVRkFRS2xXcTlOVDNvQ3hwRFFiRGVBQWZDU0dFcjY4dnBrK2ZEazlQVDdYcnd1dXZ2NDcxNjlkandvUUpPSHIwYUFsSmtyYkxzandyS1NucHZkT25UNXZVcm8rSU12THo4ek1vaXJKVWtpU0RFQUl0V3JUQXUrKytpOEtGQzZ0ZG11cktsaTJMTDcvOEV0OTk5eDNtejUrUHUzZnZ0bkp5Y21xbzErdEhHWTNHcndBb2F0ZElSRVE1aDFsQXpuT0VMTUNSdXhkbVNxL1hkNVlrYWJXN3V6dVdMMStlSnlkSVZWTmNYQng2OU9pUjJzTm5TR1JrNUh5MWEzb1dPZEcxMldReW9XN2R1amgyN1AvbjE3WllMS2hWcTFhNjYvcjcrNmNMdGpJTHd4UkZTVGZmeWIxNzkzRG8wS0ZNVjZxNmUvY3VHalpzQ0RjM3R3ejc2dFdyaDRrVEo4SnFUWmtTcVZhdFd0aS9mejhLRml4b08rYlJiV2tEdDkyN2QwT24wK0gxMTErSDJXeEd3WUlGYlFGZVRuWUR6eU5kbTU5TGpSbzF5dWwwdW0rRUVBMDBHZzE2OXV5Si92Mzc1N3JWeWF4V0sxYXNXSUV2dnZnQ1pyTVpBRTRBNkJRWkdmbW55cVhsT2h3eW9hNzgzSzQ4WE9GcGdxSW9ZNFVRVXBreVpUQisvSGpVcVZOSDdkSnlwZi8rK3c5VHBrekJnUU1IVWpmOWJMRll3cUtqbzgrcFdaY2pZL3VucnJ6YS92RjlwUzVIZmw4eEMzaXhjbk1Xa0tkNmJCa01oakpDaUVVYWpRYlRwazNqRy9rRjhQVDB4S3haczlDN2QyOGtKeWRQcjFtejVyYVRKMDl5Zk5wVE1KbE0yTEZqUjZZOXVGTDUrL3REVVI3LzVmR2VQWHV5M0pmMjJwSWtaYmpYbzlzdVg3NE1qVWFEd01CQTJ6YWRMdGYxTE0wejlIcDlHeUhFY2lHRWU4bVNKVEY1OG1TOCt1cXJhcGVWS1VtUzBLdFhMOVNxVlF2anhvM0Q1Y3VYL1FGRTZ2WDYva2FqY1kzYTlSSGxkN0lzMTFjVVpTbUFxbHF0RmgwNmRNRFFvVU5Sb0VBQnRVdkx0WW9YTDQ2NWMrZGkxNjVkbURWckZtN2N1TkZBbzlGRTYvWDZENHhHNDZmSWhYT0dFQkhSMDJFVzhPTGw1aXdnVHdWYkQxY1VLOUtwVXllODl0cHJhcGVUWjlXb1VRUDkrL2ZIL1BuekMybTEyaThCQkQ3eHBEekdhcldpY2VQR0diWm50aTI3RWhNVDBhcFZxd3pibXpScGt1NzVEei84QUdkbjUyemQ0OWl4WTVnN2R5NEdEeDRNZzhHQXJsMjdaamptMFcvK0R4OCtuSzE3NVdmKy92NHVGb3ZsRTBtU0JnRkEvZnIxTVduU0pCUXBVa1R0MHA3SXg4Y0hhOWV1eFpRcFU3QnIxNjdDa2lTdE5oZ01UZS9mdnovazk5OS92NnQyZlVUNWpiKy92NXVpS05NQURBU0FTcFVxNFlNUFBrRE5talZWcnN4eE5HM2FGTFZyMThiTW1UT3hiZHMyWjBtU1BqRVlESjJ0VnV2YjBkSFJVV3JYUjBSRXo0NVpnSDNrMWl3Z3p3UmJ2cjYrcndIb1VMcDBhUXdlUEZqdGN2SzhybDI3SWp3OEhKY3VYWHJUejgrdmFYUjA5QzYxYTdJblNaTFM5WnhLSFlxWWRsdHFOOTdzc2xxdHVIbno1bU83WWZ2Nys5dUdIMmJIVzIrOWhZb1ZLMkxHakJsNDg4MDMwNFZXcVVNUkdXUTlIMW1XWDFZVVpiMGtTVFVMRkNpQUlVT0dJRFEwVk8yeW5rbWhRb1V3YmRvMDJ3ZkJCdzhlOUNoVXFGQmRYMS9mampFeE1aRnExMGVVWC9qNStiVzBXcTJMaFJCbG5KeWMwTDE3ZDRTRmhYR3A4bXdvVXFRSUprK2VqQll0V21EYXRHbjQ5OTkvOVJxTjVxaGVyLy9rdi8vK20vTFBQLzg4VUx0R0lpSjZPc3dDN0NzM1pnRjU1amNoalVZekVRREN3c0pVV1ZFc3Y5SHBkQmc2ZENoR2poeVordHFyL21hMkY0dkY4c3pEOVpLVGt3Rms3RzJWa3g0TjB1clhyNS9obUxUYit2YnRpMzc5K3NIUHp3OXIxbkJrMlFzZzlIcDliMFZSNWdzaENuaDdlMlA2OU9sNDZhV1gxSzRyVzRRUWFOT21EZlI2UGNhT0hZdHo1ODVWMFdxMWgvVjYvV2lqMFRnUG5JQ1o2SVh4OWZVdHFkRm81Z29oUW9HVW5wUWZmdmdoS2xldXJIWnBEcTlPblRyWXNHRUQ1czJiaDIrLy9WWUxZSHpKa2lWRFNwUW8wVHNxS3VwbnRlc2pJcUluWXhaZ1g3a3hDOGdUd1phZm41K1BFS0tabDVjWFdyZHVyWFk1K1VhREJnMVFxVklsWExod29iYS92LzlySjA2Y09LSjJUZmFRbEpRRWs4bVVhVWlWVlhDVmtKQUFGeGVYeDg2UEJRRGp4bzFMTjVuODQ2NzVxTlNlWGFrOXJSNWRrZEhmM3g4SERoeUFpNHRMaG5NWExWcUVrSkFRRkN0V0xNUDkwajZQaUloNHFscnl1NW8xYXhiVjZYUmZBQWdCZ05hdFcyUHMyTEY1WXU0YmIyOXZyRml4QW5QbnpzWDY5ZXVkSkVtYWF6QVltbG9zbGw0eE1URlpMOXRKUk5raDlIcDlaeUhFNTBLSW9pNHVMdWpYcngrNmRPbVM0ZDhLeXI2Q0JRdGl6Smd4YU5HaUJTWk5tb1FMRnk1VUFiQlBsdVZGdDIvZkhuL2h3b1U3YXRkSVJFU1pZeGFnanR5V0JlU3VaYml5U2FQUjlBRlNobFh4RnozN0VVS2dXN2R1QUFDcjFUcGM1WExzSmo0K0h0V3FWVU5FUklUdHZ4MDdkZ0JBdW0xcFhiNThHYVZLbFhyaXRULysrR1BiNm5oQ0NMaTZ1cWE3NXFQL3VicTZabmpQWDc5K0hVV0tGSG5zSlBWcHhjWEZZZG15WmJibk4yL2V0RjMveElrVHRzZTNiOTkrcXV2bGQ3SXMxOVpxdFZFQVFnb1hMb3lwVTZmaXd3OC96QkJxaFllSDJ4Ny84ODgvdHNjWExtUTkvNktpS0xoeDQwYU8xL3drTzNmdVRQZmN5Y2tKbzBlUHhxeFpzK0RtNWdZaFJBdXRWbnRTbHVXY20yUXVuemwwNkJEaTQrTnR6NjFXS3laUG5wemw4N1FTRXhPeGN1VkszTDkvLzdIM3NGcXRXTGh3WWVwS051bFlMQmJFeDhjak5qWVdKMCtleE42OWV4LzdYa3hiVTJiRG9WTjdxYWE5L2w5Ly9aVnUyOFdMRjlQOXpKU2V2NzkvZVlQQjhLTWtTZDhJSVlxKzl0cHIyTEJoQTdwMjdmclkzM1dTVGh5SFlqSmx1Zi9CM2pURDZLOWVzVDAyeDhabVhZeWl3SHJyMXJQOUFNOHBLZklFclBmU1RPT25LTGd6ZjE3V3o5TlFrcEtROFAwbUtJbUp6M1RQbWpWcllzMmFOZWpkdXplY25Kd0VnSUh1N3U2LzZmWDYvMlhqUnlBaUlqdGdGcUNPM0pZRk9IeVBMUjhmSHlkRlVicnJkRG9FQndlclhVNiswN2h4WTB5Yk5nM0p5Y2xCRlNwVWNMNTA2ZEt6L1JicGdDNWZ2Z3d2TDY5bk91ZlVxVk40NVpWWG51bWNXN2R1NFoxMzNnRUFmUDMxMTJqYXRDbTh2THd3Yjk0ODlPelpFODdPem1qUm9nVXNGa3U2ODM3OTlWZjQrUGc4OVgwT0h6NE1IeDhmRkN0VzdKbnFvd3kwQm9OaG5xSW8vWVFRa2xhcnhmejU4MUdqUmczczI3Y1A5ZXZYVHhjMlRwdzRFUzFidGdTUTBtMjZkKy9lYU4rK1BRWU5Hb1R0MjdjalBEd2MxYXRYeDV3NWMzRDM3bDNFeDhjaktTa0pIaDRlbUR0M0xrcVdMQWtBZVBYVlY3TjhQMTYrZkJuSGp4KzNQYzlzY1lONzkrN0J5Y2twUTdmdHRtM2JZc2lRSVFDQUdUTm1vRm16WnBnN2R5NjJiZHNHclZZTG5VNEhGeGNYVkt4WUVYLzk5UmR1M2JwVlVsR1VDTDFlLzdIUmFKd0lJRG5EelNoTGYvenhCeFlzV0lERml4ZWpjT0hDVUJRRm16ZHZ4dnZ2dnc4QUdaNm5wZFBwRUJzYmk5R2pSMlBldkhtMmNEd3pRZ2lFaG9aaTZ0U3B1SGp4SWhZdlhvems1R1FJSVhELy9uMVVybHdaUllvVWdidTdPNEtDZ3VEdTdvNjJiZHRtdU03Ky9mdGh0VnF4ZWZObVRKZ3dJZDArcTlXS0hqMTZvSC8vL21qUW9BRUE0TysvLzhiUW9VUHg5ZGRmbzNqeDRyaC8vejVHamh5Sm9LQWc5TzNiOTNsZXVyeElvOWZyK3ltS01sTUk0ZUxtNW9aaHc0YWhUWnMyV1o2US9QdFphRXFXaEZUVUEzY1dmSTdpc3orRmNQSkEwcEVqS1BEcXEwQ2F0dWZPNTUraFlLT1V0dURtaEhFbzFLRWpYSm9INGRaSDc2UEUwdVY0c0hjUGRKVXFJWDdaVWlnSkNiRGV1d2ZGbEFTTm16dmMzL3NBbW9mL1ZseHQyeG9hejh5L3NMSEVYVVdwNzdmYW5sL3Ixam5ETWRiNzl5RjBPb2hIaHZZWGJOSU1oYnYzZ1BuU1JkeGJ0UkpGcDB5RFZLZ1FZTFhpd2U0SXVBMGUrdkFDanp4UFEyaTFzRnk1Z3RzelBrYlJEejRDbnVHRGprNm53OENCQTlHOGVYTjg5TkZIT0gzNmRCbEprc0lOQnNQYTVPVGtFYWRPbllwNzZvc1JFZEVMeFN4QVhia3BDM0Q0WU12SnlhbUJFTUxEWUREQTNkMWQ3WEx5SFZkWFY3enh4aHZZdlh1M200ZUhSNXRMbHk2dFY3dW1GODFvTkQ1VGNBU2s5SGpwMUtuVE01MHphOVlzVktsU0JRRHczMy8vWWZQbXpSZzBhQkFVUmNHMmJkdlFxVk1uWEw5K0hlKy8vejQrL2ZSVEFDbTlmUll0V29TSkV5Yys5WDEyN2RxRlJvMGFQVk50bE43RDVZVlhBbmhUQ0lIdTNic2pQRHdjWmNxVXdiNTkrN0Jnd1FLOC92cnJxRmV2WHBhVDhSODdkZ3pWcWxVRGtOSXJjTTZjT1ZpK2ZEbCsrKzAzckY2OUdpVktsTWgwemdDZFRvY3RXN1prZXMxSFY3UjhkQ2pzcGsyYnNIcjFhaXhac2dRZUhoNVAvRG1IRGgyS2F0V3FJU2dvQ0R0MzdzUzFhOWZRclZzMy9QWFhYNWczYng0T0hEZ2dXU3lXQ2JJc0I1ck41dENZbUppTFQ3d29BUUI2OXV5SlU2ZE9ZZCsrZmJhL3owREdNTEp4NDhiWXZYdDN1dkJLbzlGZzNMaHg2TisvUHpadTNJaU9IVHRtZWc5SmtqQmd3QUJVclZvVmlZbUphTmV1SGRxMGFZT0NCUXZhaGpCdjJMQWh3M243OSsvUDlIcFdxeFZDaUF4Qm1pUkpHRDE2TklZT0hZclpzMmNqSUNBQUZTdFdSSmN1WFJBZEhZMDMzM3dUa3lkUGhwK2ZIOExDd3A3Nk5jb1BhdGFzV1YycjFYNGxoS2dMcFB6L0hqZHUzQlAvZmlhZk80ZDc2OWVsaERpS0FnZ0ppVWQreGIxdlZzTEpZTUMxVGgzZ3VYRlRwdWVhWXFLaHExZ0pBR0M5ZHc5M2wzMkZZak5td2Z6bkh5ZzJaeTZrb2g0UW1iUTlRcXRGaVMrK3pQU2FjUjNTZjdnb3VTcjlQSTczZCszQS9hMWI0REhsWTBoWi9PNVdLTGc5a3MrZFE5S1JYM0gzNjZXMjdZK0daTmU2ZFViSkZkOEFhZCtIR2cyS0RCaUltKytOeC8xdFA4TGxmeTB6dmNmalZLcFVDY3VYTDhmcTFhdXhlUEZpUEhqd0lGU24welhUNi9WRGpFWWpKNllrSXNvRm1BV29LemRsQVE0ZmJDbUswa1FJZ2JwMTY2cGRTcjdWcUZFajdONjlHNHFpL0E5QW5nNjJ6R1l6ZnZ6eFI4eWZQei9UL1lxaXdHS3g0TmF0VzVBa0NVSUk3TisvSC8vKysrOHpoVWMvL3Znai92ampEMHliTmcwQUVCZ1lpQTgvL0JDREJnMUNZR0FnRmk1Y2lFNmRPbUhVcUZFSURnN0d1blhyVUxCZ1FjeVpNd2Q5Ky9aOTZyOFBOMjdjd0xGanh6Qm16SmgwMnpPYjErdDVWbC9NeS9SNmZRc0Fxd0I0RkM5ZUhDNHVMZ2dJQ01EV3JWdHgrL1p0VEowNkZaOS8vdmtUSjdKczA2YU5MYUJhdm53NWdvS0NVTDU4ZVVpUzlOZ2Vnc25KeVFnSkNjbHlYMmFTa3BJd1o4NGNuRHg1RXBjdVhjSVBQL3lBMDZkUG8wK2ZQdWttdCsvV3JSdHUzYnFGdTNmdm9tWExsZ2dQRDhlaFE0Zmc1dWFHZ0lBQTlPelpFOEhCd1pnMmJScUdEeCtPSGoxNllQejQ4Ymh5NWNwcldxMDJTcS9YaHhtTnhvMlBmd1VwMWN5Wk15R0VRS3RXclRLc3RKclp5cXRwU1pLRUZpMWFZTzdjdVFnS0NrS1JJa1V5SEhQNThtVm9OQm9FQnY3L3FzelB1aEFHQUp3OWV4YTlldlVDa05MbXBRYW9KcE1KMjdadGc2ZW5KL1I2UGQ1Ly8zMlVMRmtTVzdkdXhlelpzMjNuang0OUdxNnVyZ0NBdlh2M0FzZzZQTXN2cWxTcFVzRFYxWFdrSkVrVEFlaEtsQ2lCMGFOSFo5ckxNak11TFZ2aHdmNTlTSXFLQkN4V1dPL2VSZnpDK1NqNndjUk1RNm0wQ2dZMndZT2ZVb2JQSjN6M0xad2JOSVNtVEJsQWtyTHNrUVVBaXRtTS80WU95bkpmcHR0Tkp0eGQ5aFdTei8wTzh6Ly80TUhlbjVCODdoeGNPM2FDdGtMRkRNZTdqeGtIQ0lHQ2pkOEVMQlpjYmZmVy80ZGtqejUvbEJBbzJLZ3g3bjY5Rk01dk5JVDA4RDMzTENSSlFyZHUzUkFZR0loSmt5Ymg2TkdqSGtLSTFRYURvUnVBL2xGUlVYODk4U0pFUlBUQ01BdFFYMjdKQWh3KzJCSkN0QUpnRys1QTl1Zm41NWY2TU9NeWZIbk1iNy85aHJKbHk2SkNoUXJwdGdzaFVMQmdRVml0VnRTclZ3OW1zeG4xNnRXREpFa29Ycnc0eG8wYjkwd2ZJR1ZaeHZUcDArSHM3QXdnNVRXZU55OWxMcEZYWG5rRnMyYk5BZ0NVTGwzYTFyUHI0c1dMbUR0M0xnd0dRNmJYN051M2I0WWEzTjNkc1hEaFFuaDdlOXUyZGUzYUZTTkdqTWh3ZnVyOUtVV0ZDaFdjM2QzZHAwbVNOQUlBWG4vOWRkdDhReDRlSGtoT1RvYW5weWVXTGwySzh1WExQL0Y2dFd2WGhyKy9QdzRkT29TK2ZmcytkWkNvMCtreTdXVURaT3l4QlFCSGpoekJqQmt6NE9Qamc2VkxsNkpldlhvSURRMUZlSGc0aGcwYkJsOWZYd3dhTkFqbHk1ZkhxbFdyQUtUMEdna1BEMGR3Y0REdTNyMkw0OGVQUXdnQlJWSFF0bTFiM0xoeEF5Tkhqc1QyN2R1eGR1MWFUSm8wQ1h2MjdIR1RKR21ETE10THpHYnppSmlZbUlTbitvR3lRVkVVQWNBSlFBRUFPanpiL0pGV3BBeWJUQUpnRWtLb3RycGoybmtoRk9YWnl6aDgrREIwT2gyKytlWWJEQnc0TU1QK1k4ZU9ZZTdjdVJnOGVEQU1CZ082ZHUyYTRaaEgzek9aOVRDc1hyMDZEaDgrakx0Mzc2SkZpeFk0Y09BQWdKVDNTZG8ySmpVZzkvYjJ0azNtbXRvekxMOEhXV2taRElaWEFTd1ZRdmdLSWRDNmRXdU1HalVLaFFvVmV2cUxDSUdpNzMwQXlkMGRpdGtNVGJGaUtQYnhKeWtCMVJNVU1NaHdxbEVUU1NlT3c3VlRLUENVYlkvUWFsRjgzb0pNOXozYVl3c0FUTkZHeEMvK0FycXFMOEZqMmd6RWRlb0FsNWF0OFdEdlQ3ZzFlU0owMVY5RzRTN2QwdGVjYmdqaHMvK2RTSXFLQkxSYTNOL3lQVnk3ZEh2bTgxT1ZMbDBhQ3hjdXhOYXRXL0haWjUvaHpwMDd6UlZGT1dVd0dFWkhSVVV0UmtvNzhsenlTanRHUkdSUHpBTFVsMXV5QUljT3RueDhmRHlFRUM5N2VIaWsrMkJPOWxXNmRHbDRlbm9pTGk2dWdxK3ZiOG04dkRLYXI2K3ZMVlJLUzVJa0hEeDRFRURLQjBHejJXejdnUGVzd3hhQmxOZTBkT25TNmE2ZkdxYWxobWlwVXIraDhQVDBmT3cxKy9YcmwyR2JScU5CUUVCQXVtMlpoVnBBeWpBMFN1SG41L2VTUnFOWkI4RGc1T1NFZ1FNSG9tdlhycGc3ZHk1Kyt1a25BQ2x6VjZVZEVwWjJzdmpNdEcvZkh2ZnYzOGYxNjlkdDUyM1pzc1hXV3dwSW1lamYwOU1URXlkT2hMKy9QNENVWGxsWnpiMlR0c2ZXeFlzWE1YUG1USncvZng3dnZQTk91bDU1R28wR3djSEJhTkdpQlpZdVhZck9uVHVqWGJ0MkdEWnNHQ1JKUW5KeU1xWk9uWXByMTY3WjN1ZVBTZzFFQ2hjdWpFOCsrUVNiTm0zQ25EbHprSmlZR0tiVmFodklzaHdTR1JrWjg5Z1hJZnQwQUVvQUtQdnd6MmRaNTlrRTREcUFmd0JjZS9qY3JwWXVYWXFWSzFmQ1pETFpnaVNyMWZyWXViSWVGUjhmajRQL3g5NTVoelYxOVhIOGUrNU4yS0xpYkoyMXRyV2xSUkxFMGFxMXVLM2JJaFN4S282cWI5M1dYUWVJRTYycjRyYldBWWdpVHR3YlJ4VUNLSFZoUlhFeFpTZGszUFArRVhKTlNKZ3liVDdQdzBQdU92Y2tPVG4zbk8vNWphdFhzWDc5ZWt5Yk5nMC8vZlFUYnhXbG9YLy8vdmpvbzQrd2ZOZjdnUlVBQUNBQVNVUkJWUGx5ZE83Y1dVZTAwZ2hPZVlXc2I3LzlsajlPS2VXVElBUUVCSUFRd292dmdOcWlWU0FRWU51MmJkaTNieDh5TWpKdzY5WXRuWEx5bGdzQTdkdTNoN2UzZDVIZjYvdUNuWjJkcFVBZ21FOHAvWlVRUWhvMmJJaDU4K2JwOWNsRklXUG5Ec2l1aFFJQWFIWVdraVpONEkvVjJibzl2OHNBQUVtL2pBTW5sWUpMU2VHdnE3TnBDN2pNVENTT0hna0FVQ1VsZ3ExZEI5VW5UNEdKN1pmcSt5aVZTQnhyT0Q2YXRzV1c4bmtjMHJkdGdmTHBNMWlQR2cyemI5cnp4d2pEd0tKYkQ1aC8reDB5QS9jamFlb2tXSFR2QVdKbGhheERod0NGbkhlaHBCd3RWcXdzTGpNVE9iZHZvZWI4aFVoZHVnU1dBd2FDV0JSRExNd0RJUVQ5K3ZWRGh3NGRzSFRwVXB3L2Y5NEt3RWFSU09ST0NCa1ZIaDUrcjhTRnE2blMvWmdSSTBhTWxEZEdMYUJ5VUZtMGdDb3RiQW1GUWpzQWZCd2lJeFdIblowZHpwdzVBNEZBMEI2QTRVQWU3d2w1SjR0NUlZU1V5TDNIU05YQTN0NStHTU13dmdETUd6VnFoS1ZMbCtMenp6OEhvQllGcDB5Wmd1enNiTjdLcWFnRUJRVmgvZnIxMkwxN04yYk1tTUVMbHRXcVZlUExNVlRtMnJWcjh6Vy9EZzBONVY5WHIxNGRZckVZUGo0K3NMQ3c0UGQzNnRTSnR4UXlNelBELy83M1AvVHUzUnRoWVdIZ09JN1B0bWRoWWNGbi96U0VkaVpRUWdnR0RSb0VrVWlFMmJObkl5WW01ak5LNmQ4aWtXaUtSQ0x4TGZLSFVuUk1vWjRNR2c1Z1ZqVGFBVWhEQlV3SVI0NGNpWkVqUjZKZHUzYUlqNC9uTGFrNGp0TnpDOVpzNTgyOHVuLy9mamc0T0VBc0Z1UHJyNy9HN3QyN01XN2NPTDE3dFd6WkV2djJGVDA4a01heWFzeVlNWEIyZHRhcHo5MjdkM1ZpUHlrVUNwaWFtbUxVcUZFWU5XcVVqa0NqS2Nkb3NhWEd3Y0hoTzBycE5nRE5oRUloWEZ4YzhNc3Z2eFRxc3B3ZjFVWjRvTm9JRDFDWkRBbnVQeFlxWm1sVCs0OU55Tmk5QzFuQmgyQTllZ3hNSFZvQkFCZ3JLNzZjaEtGdWVtWFcvRzBCVE1VT0Jzdk1DUS9qWHpOVzFXRHl4WmVvT1hNT2lOYWlqR21iTm54Y0xHSnFpbXJ1UTJIK25SUGswWGRnMGEwSHJKeGRFTzg4RUtxa0pDUlB6MTF3b1JRSnczVXRyelRiZGYvY3JiTS8rOFF4bUh6NUZVeHN2NFNKV0l5czRFT3djdE8zVWl3dU5qWTJXTGx5SlM1Y3VJRGx5NWNqTVRIeGEwcHBoTDI5L1VLV1pYM0N3c0pLbWppalN2ZGpSb3dZTVZMZUdMV0F5a05sMEFLcXRMQkZDR2tCQUI5OXBCK1h3VWo1OHZubm4yc21XZzU0ejRXdHFvaGNMa2RpWWlJYU5HZ0FxVlNxWS9FRkFJOGZQOGJISDM5Y1FiV3JHamc0T0ZTbmxQNEJZQWdBOU9yVkMzUG56dFd4V05GWVZxbFVLcWhVS240YkFIYnQybFZnK1JrWkdYajQ4Q0ZxMWFxRnpaczNJems1R1QxNjlJQkFvTjlOUDNyMEtGOEx1b1NFQkQ1am9qWWhJU0c4MkZDdFdqV2RZOW94bHpJeU1oQWFHb3FCQXdmQzJka1p5Y25Kc0xLeTRxMjMycmR2RHhNVEV4MXhMQzB0RFIwN2R0U3p1bW5XckJuKyt1c3YrUGo0SUNnb3lCUnE2NGJ1VXFsMDVQMzc5NU1ML0VDS2h3blVGZzd2UW5FdEpNcUVldlhxNGN5Wk03aHk1UXEyYjkrT1AvLzhFOERiR0Z0NUJTMEFTRWxKd2U3ZHUzbDM0WjkvL2hudTd1N28yN2V2d2Zoc3ZyNitHRHg0TUdyVnFwV3ZjQWE4RmM4a0Vnbmk0K1BoNU9TRUZTdFdZTnEwYVdCWkZnOGVQRUN6WnVxZzQ1UlNIVXRWSTRiNTZxdXZhZ3FGd3VXVTB0RUE4TWtubjJEKy9QbkZ6cHFiRjQxbEZUZ1ZLTWU5M1FaUWE0VytsYkUyWEZZV2xFK2VnSzFSQTVuKys4Q2xwc0tzUTBmQVFOK2pqSTNGRzYrRkJzdFJKU2Z6R1JPMXFiUDlUMWdOZHNIcmdmM1UyUTIxU1BocGlFNDk2Z1VjZ0VXREhqcm5zTFZybys2ZnU1RnoreFl5QXdOUWEzbnUrOUhFMk1vamFBRUFsNXFLck9CZzJNeGZBQUNvNXVxR3BPbFRZTjY1SzloQ3JKdUx5bmZmZlFkSFIwZXNXclVLUjQ0Y01TR0VMS0dVdW9sRW9oRVNpZVIyNFNYbzhkNzBZMGFNR0RGU0hoaTFBTU9vVkNxZFRPemxRV1hRQXQ0TFlldDlNVDFVcVZUdzlQVEVnZ1VMZEZ4UXNyT3pzV0xGQ3N5ZVBadDNBNmxzYUNaUGxOTC9yRHJDY1J5OHZiMHhkKzVjUFJlaTFOUlVuRDU5R29NSEQwWk1UQXc0anVPRGRKODhlUktOR2pVeTZMSjQ1ODRkZlBYVlZ6cjdIang0Z01hTkcrdUpVd1h4OU9sVHpKNDlHOXUzYjRlSGh3ZkdqUnVuSTJhNHVycnlMa05HOUJHSlJLMG9wUUVBbWxsYVdtTG16Sm40L3Z2djljN1RXRk50MnJRSkdSa1orUFhYWDR0OER4OGZIN2k2dW1MeDRzVll0MjRkNXN5WkE3RlliREREeXllZmZJS1FrQkFBUUhCd01HeHNiTkN4WTBkZS9OQWNNd1RIY1RoNThtUytsaUVhRjBkQUxaQjA3TmdSUFhyMDROdjA5T25UY2VuU0pUNXpYMVpXRnB5ZG5kR3JWeStENVptYW1tTHUzTGxvMTY0ZEZpOWVqTFMwdEg3bTV1YXRSQ0tSbTBRaXVWeTBUNmRRR0x6N1pNNFV4WXRwVTZhY1BIa1NuVHAxS3ZROFNpbTh2THpRdm4xN1BzWkI0OGFOTVdEQUFDeGF0QWliTm0zUzZZL2k0K094WThjT1B1RkFTa29Ld3NMQzlNclZXRnR4SElmZmYvOGRIaDRlWUZrV09UazVDQTBOUmNlT0hYSDU4bVcramxLcEZFS2gwS0Q3WlB2MjdRdmRkL0xreVVLdFlhczY5dmIyL1hPdFBldWJtcHBpeElnUi9PZjZybWlzcVRMOTlvTEx5b0wxS01NdWdvYkkyTDRWRnQvM1ZnZWIvMjBoVWxldGhJbXRMWmhxK2drSUJFMmJvczcyUHdFQTBqT253ZFNvQVZQSDFyeklwRGxtRUk1RG5lMS81aHZNL25YL1B1cU1qdmtndlhRUlptM2FGdjZHS0VYYUgrdGg2dUFBWVF1MU5TMzc0WWV3Nk5vTmFldld3TWJMV3plRDRqdGdaV1dGQlFzV29GZXZYdkQyOWtaY1hOeVhoSkFiOXZiMnF6aU84eXhtYk1IM3JoK3JhT1J5T2VMaTRoQWJHd3V4V0l3RkN4WmczYnAxU0VwS1F1M2F0WXRVaG8rUEQ0WVBIMTdrODQxVUhxS2pvOUd3WVVOVXIxNWRaNzljTG9lVGs1UEIwQXBSVVZHSWlvb3lHSU95S0lTSGgyUEhqaDM1SnBuS1M5KytmWEhreUpFaWwzL2d3QUg4OE1NUE92c1VDZ1ZpWW1KNDc0SC9FaFdoQlVna0VuejU1WmNRQ29YWXVYTW5YRnhjZEJaNzgrUEtsU3VvVmF0V3NSYXlNakl5NE9YbGhSVXJWaFNyanExYnQrYVQrWlFYbFVFTHFOTENGcVgwVTBKSWtRSXpseWZCd2NIdzh2SXE4dm1hU2NYcjE2OXg4K1pOdlluQm5qMTdrSk9UVTJsRkxVQW52bE81ZkJuMjl2YWpDU0VTaVVRU2hwSkVsQzBoS1NrcEdEQmdnTjcrUzVjdWdlTTRCQWNIWSs3Y3VYckh6NTQ5aXdjUEhnQlFpMHgvL2ZVWGI4Rno5T2hSekpneHcrRDlmdm5sRnoyWG5STW5Uc0RNek15Z20xRittSnViUTZGUW9IcjE2dGk0Y1NNMmJ0eUk3Nzc3enVDRXFsKy9ma2hJTU93YWZlYk1tU294K2Z6eXl5OGJtWmlZMkNja0pKeDkvdnk1OUIyS1l1M3Q3YWNRUXBZQllGdTBhSUZseTVhaFVhTkdCVjUwL3Z4NVRKbzBTVysvVm5CRkhaUktKZVJ5T2U5U3FBbnFmL2JzV1h6eXlTZjUzaWNsSlFYcjE2K0hwNmVuenY2OE1iY0dEeDZNSVVPR29MaG9pNThhK3ZUcGc4REFRQVFGQmFGMzc5NllPWE1tT25Ub1VHZzJHaWNuSjlqYTJtTE9uRG1JaUlob0FPQzh2YjI5VjBSRXhHSUFxbUpYcmd4d2RYVWQyckpseTJPUmtaRVBLN0llWjgrZXhaMDdkekJuenB4Q3o5MndZUU1lUFhxazUxNDRidHc0dUxtNXdjZkhSNmQvdVg3OU9teHRiVkhMZ0dXTklieTh2UEQ4K1hQWTJOamcrUEhqRUFnRUNBa0pRYU5HalNDUlNQaG5uY1pkMVJENzl1M2puOU1hVjhUOFlyVlZKc1JpOFJpNVhIN2w3dDI3N3hRN3lkYld0cjZwcWVrNkFNNkF1aCtZUDMrK1hoS1Mwa0IyL1JxcURmZlEyeS9NWjhKRGxVcFF1Znl0KzZHMU5Xd1dlVUYyTFJTQ0F1ckhwYVlpWS9jdVZKODhWV2QvM3BoYkZyMitoMlZmd3pFQWk0TXM5Q29VRHgraStqakRXUmkxeWRqOUY1U3hzYWoxK3hxZC9WWnU3a2llT2ducDI3ZkNlclIrek1sM3dkSFJFUUVCQWRpd1lRUDgvZjFaQURNSUljNHRXN1ljR1JrWmVhRlViMVpHT0RnNHpLYVVIaS9EV0lqbFFsQlFFSTRlUFlyNCtIZ2tKaWFpWHIxNmFOYXNHVDc3N0ROK0FXL0dqQm40NG9zdk1IWHFWREFNQTE5Zlh6MXhJU1FrQkM5ZXZNQzVjK2N3ZGVwVVE3Y3lVZ1RFWW5GYlNxbFZSa2JHbFppWW1Kenl2SGRJU0FnaUl5T3hlZk5takJ6NTFvcVZVZ3FwVklvZmYveVIzOWVsU3hlTUhEa1NzYkd4eU16TTVQZFBtellOdDI4Yk5zQTA1RkwvN05telFpMlg3OSsvenovZlg3MTZoWUVEM3liYkNBb0tncU9qSXhvMWFnUzVYSTVYcjE1aHhZb1Y2Tnk1TXdCZzZkS2xlc0pXUWtJQ0prNmNpUFhyMTZORml4WUYzcnV5WW05djM0L2p1TmRSVVZHM1VJeGtIT1d0QmNURXhHRHExS25ZdDI4ZlB2amdBOFRFeEdEZnZuMFlOV3BVb2RlK2Z2MGF2cjYrMkx0M3IwNnlJRzNrY3JuT3dyTmNMdWRqOStaM1RtV2h2TFVBUTFScFlRdkFCd0FxM1NwS3YzNzkwS2RQSHdCcXhmVFNwVXM2MWpXRzlnRkFYRndjNzlhaDRlWExsL0QzOThlZVBYdkFjUnhHalJxRkZTdFdWTHIzckxVYVVyVFowanRDQ0psRUNMRVZpVVRQQ1NIK0twWHFjR1JrNUhXVThRVFp4c1ltMzlnd0hNZUJFS0luVEZKS3NYLy9maVFtSnVMbXpadFl0V29Wbmo1OUNuOS9mK3pjdVJQcDZla1lPM1lzZi82aVJZdlF1blZyblRJbVRweUlwMDkxczRwcnh6czZmUGd3cmwrL2psbXpaaG1zbStZaHJoMncrZUxGaXdiZnkrSERodzJXNGVEZ1VLSk1iUlVCd3pBTkFCeXBXN2V1b203ZHVrRXFsU3BBcVZTZWlZNk96aXowNGx4c2JXM3JtNWlZL0VrSTZVNElnWnViR3laT25HalFOVkNiME5CUVpHWm1Hc3hJdUduVEpvUFhDQVFDTEZxMFNHLy84ZVBIMGJOblQ0UFhwS2VuWTlxMGFYQjBkTVR2di8rTzVPUmszZ29tdisrd05HQlpGaXRYcm9TSGh3ZisvUE5QaUVRaXpKdzVzMGpYMXF0WEQxdTJiTUdXTFZ1d1k4Y09Gc0JDc1ZqY2hSQXlKQ3dzN0ZscDE3VlZxMVlHWGZFQTRNV0xGM3FEMWVUazVMa3N5NjRTaVVUUkFQYW9WS3BqVVZGUmQwdTdYbm5Kek16RTBxVkxvVlFxRVJnWWlOT25UMlB0MnJVRlpzVlRxVlJZdlhvMVRwdzRnVzNidHNIYVd0ZTZ4c3pNalArZU1qTXpNWFBtVEZoYVd1TDA2ZFA0N3J2dmlseTNUei85RkVxbEVoS0pCRFkyTnJDM3QwZDhmRHk4dkx6ZzV1WUdVMU5US0JRSzNMdDNUeWZlbGdZdkx5L0laTEtxR2h4K3NZbUpTUjJSU1BRUXdCNk80NDVGUmtaR29PaUxLY1RlM3Y0bmhtSFdBcWh1YVdtSjhlUEh3OFhGSmQ5QjdidVFFeDRHbXAwTlUzdjl6TGcybm9ZL2Z5SVFvUG9rL1lRaDBndm5ZZjV0SjRQWGNKbVplTFBVR3laZjJTRmp4M1p3Yjk3d3dsaWRUVnRLL2dhMG9ObFpTTnZrQzZwVUlqdmtCR1JYcjZEbWIvTkJDbG9WVjZtUXZtTTdaSmN1d21iSk1qQld1aTdYeE5RVU5XYk9RZktzR2FCWldiQWVNN2JnOG9xSnFha3BwazJiaGw2OWVtSFJva1Y0OU9qUlJ5ekxuaE9MeGRzVUNzWE1PM2Z1dkNsSnVjWHR4MG9Jb1pRdUFiQkVKQkk5QmJCYnBWSWRqNHFLdW9seVhEd3NEVFNmVjQwYU5lRG01c1piVW1zV2tDaWxXTDkrUFNaT25JaFZxMWJoMTE5L3hiaHg0OUMzYjE4TUdUSUU1OCtmNThkeHAwNmRRbHBhbXA2Rjl1REJnekZpeEloeWYyOVZFVUpJZXdBcnJhMnQwMFVpMFFGSzZjR0VoSVNMTDErK3pDN3JlMCtaTWdVLy8vd3ovUDM5NGVmbngrL1hMTEJvNzlQdzZ0VXJOR3pZa045ZXRXcVZ6dkdJaUFqOCt1dXZ2Tld6WEM3WEdWdXJWQ3BRU2cyT0FUVmN2MzRkUVVGcVQ2MXUzYnJ4cnpWVXExWU5RVUZCOFBiMlJrNU9UcUhQN0FZTkdtRHExS21JaUlpb3NzSVd3ekJER0laeEZvdkZyeWlsK3dnaGg4UER3NitoOEhsZHVXa0JNcGtNYytmT3haZ3hZL2dFWCtQSGo4ZlFvVVBSc1dOSDNoTUhBTWFPSFl0WHIxNFpMS2QvLy81Nit5Wk1tSUF1WGJxZ1hidDJPSGZ1bkVGdkRRMTV6emwrL0RnV0wxNWNwUHNZeW5SZFdwUzNGbUNJS2kxc0VVTHFBMERObWpVcnVpbzZFRUowTEdFWWh0R3pqTW03YjhTSUVmam5uMzlBQ0VINzl1MGhsVXB4NjlZdGVIcDZ3dDNkSFIvbXByL3UxNjhmZkh4OHNHelpzdko1TTBWRU02a2loSlJyWXlhRU5BUXduV1haNldLeE9KRlM2Zy9naUZ3dXZ4d2RIVjB1d1ZQdjM3L1BEM0MwSDJaeXVSd25UcHpBMzMvL0RaWmxjZjc4ZVg0eXMzbnpaalJzMkJBdFdyUkFTRWdJcEZLcGp0V05rNU1UQUxXYmw1T1RFODZmUDQ4REJ3NGdJeU9EdjlmbHk1Y1JFaEtDcFV1WEFrQ0JBWm16czdQUnIxOC92Zmc4TzNic1FGQlFFRGlPNCtOQkZTZmdlUlZBQ01DRlpWa1hsbVhsSXBIb0tBRC90TFMwTS8vKysyOWFmaGUxYk5teUc4TXdld2doZFd4c2JMQmd3UUtEN2xSNXljckt3c3FWS3pGMjdGaURMbGtaR1Jtd3RMVEV3NGNQZFdKem1aaVl3Tm5abVgvZHIxOC9kT3JVQ1UrZlB1WGJnamJSMGRHWU1XTUcycmR2ajVrelp5SXVMZzdidG0zRHBrMmJJQkFJNE9Ua0JJWmhRQ2tGeDNGUUtwVTRkT2dRLytEUEw0dGlYcFJLSldReUdkOVhjUndIaVVTQ29LQWdVRXBSczJaTjNMbHpCNGNQSDhhMzMzNXJVTmpJQzh1eUdEZHVITnEwYVlONTgrWWhQajYrUGNkeEVmYjI5aDRSRVJIQlJhcFlFUkVLaGZtS2ZBVU5PZ2todGdDV0NnU0NwV0t4T0lianVEMGN4eDJOaW9vS0w4MzZhVGg2OUNqa2Nqa0NBZ0t3ZmZ0MnhNWEZZZXpZc1dCWkZnS0JBQUtCQUVxbEV2WHExVU9YTGwzUXBFa1QyTnJhNHVMRmk5aTJiVnUrOGZFKy92aGpiTnk0RVZPbVRNR09IVHZnNXVhR1c3ZHU2UW1SZWVOc0FlcnZHb0RPaXJhRzlldlhnK000akJ3NUVxR2hvWmcyYlJvRUFnR21UNS9Pbi9QUFAvK0E0emdrSlNVVnk0SzVNa0lJK1JTQUo4dXluaUtSNkJtQWZRQ09TQ1NTdjVIUG9Odk96dTRqbG1VM0UwSzZBdXJzdFhQbnppMHp0d0NhblkzMHJadGg5ZU1RZzI1MlhGWVdHSE56S0o0ODBYVUZGSm9nYWNMLytOZUpZOGZBckUwYnFGNjhnSm1CMzRqaTBVT2tybGdHVXdkSFdQODhGc3BYTDVFVkVJRE1mWHNCVm9DRW9XNEFZUUJRZ09OQWxVclU4ZDBNcHFhNmIwZ2FWelFYU2VtNWM0QkNnZHJyL2tEbWZuOG9YNzFFeW0velFGZ0dZQVVnTEF1cVVvR3RWUnNKUDdsRDBLQUJoSjk4aXB5L2I4Qm15VElJOGxtOUZ6UnVESnRGWG5penhBdVpCd0pSN2FkaFJhcFBjZmo4ODgreFo4OGU3Tnk1RXp0MjdDQnl1WHkwVUNqc1kyOXZQNjRrZlZ4Sis3R1NRZ2hwQW1DZVFDQ1lKeEtKRWdnaCt6aU9PeHdSRVhFVmdMS3c2eXVheG8wYm8zSGp4c2pPMXRWTkJBSUJURXhNa0pPVEEwdExTMnpZc0FFWkdSbjg4ZXZYcitPYmI3N2huOTBjeCtIWXNXTTRjT0FBUHdZSDFOWmUydHRHaW93MUljU0RFT0pSdjM3OXJQcjE2d2R6SEhkQUtwV2VlL0RnUVViaGx4Y2ZsbVd4ZXZWcTN0TkE4enpUTE5KcVA5K2FOR21DeDQ4Zkl6WTJGaVltSmxpOGVERVVDb1dPcS82eFk4ZXdaczBhTEZpd0FCMDZkQUNnSHJOcGl3VWVIaDRZT25Sb29XS1VSaGhMVFUzbFgvZnYzeDl1Ym00QTFPUEpxMWV2OHZGTnc4TENJSldxSFJCbXpweUpHVE5tb0YrL2ZucHhjelV1a0EwYk5vUy92Mzl4UDdMS3dBZUVrR2tBcG9uRjRpUktxVDhoNUZCT1RzNVZRL082OHRJQ09JN0RiNy85aG9ZTkcrcTBtd1lOR21ES2xDbVlOR2tTTm0zYXhMdEVhaGF5TmQ5dGZwaVptZUd2di81NnA3cDkvLzMzZXVLN2c0TURnb09EeTlVVnNhSzBBRzJxdExBRndCSkFrZnhhS3pzN2QrN0VnZ1VMMEtaTkczVHQyaFhkdW5YRGloVXJjT3ZXTGFoVUtseTRjQUVaR1JuSXlzcENlbm82SWlNajgzVnJxZ2kwSnVsRkQveFUrdFFoaEV3QU1NSFUxRFJkSkJJRmNod1huSmlZZUw0c1Y0WmF0R2lCNjlldkl5TWpBNzE2OWNLVksxY0FxTVVwb1ZDSXJWdTNvbmJ0MnJ3VjN4OS8vSUhQUHZzTWdOcTZwMzM3OWxpd1lJRk9tZWZQbndjQWZQdnR0L3pyWHIxNlljNmNPWkRKWk1qS3lzS2FOV3V3Y3VYS0l0WFIzTndjY3JtK3p1Zmg0UUVQRHc4NE9qcStiNEtXSVV3SUlZTUFES3BSbzRaQ0pCS2RBQkFnbDh0UFJVZEhwd0JBOCtiTlRhMnNyRHdaaHBrQnFLMHJ2YjI5aXlUWUFNQ1JJMGZRdkhsei9ydk95NlJKa3hBVkZRVVRFeE9kK0EyR0ppMjdkdTJDcDZlbmpvV1laaEx6MFVjZllmYnMyYnpZMXFSSkV4M3hnRkxLaTFxQXJ0amVxVk1uTEYrK1BGL0xzOW16Wi9NRCswbVRKdUhXclZ2NDRZY2ZjT25TSlN4WXNBQ05HemZXQ1p4Lzh1UkorUHY3WS9YcTFRZ01ERVQ5K3ZXTDlGbUp4V0w0Ky90andZSUZ1SHo1Y2sxQ3lDR3hXTHd4SVNGaCtqdTZqL0lvRklwOEJ4VUtSWkVUbHpWbkdHWWh3ekFMeFdMeE0wcnBYcFZLZGJpNDV2SUZNV2pRSUxpNHVJQmhHQjNMSnBWS0JZVkNBYVZTUFpja2hQQlpWNlZTS1VhT0hLa1hPeVF2dHJhMjJMOS9QNnlzckVBSXdjYU5HM1ZpVWJpN3UyUEtGSDJMSFUwZ2VrTU1HVElFdzRZTmcxQW9SS2RPblhnWGVtMHh0MjdkdWhnMWFoVEdqaDFiSnRaSkZRVWhwREdBV1FCbTVVNzYvVGlPQzFZb0ZOZHlCOTBDa1VnMG5oQ3lISUJaelpvMU1XWEtGSU14K1VvVDZibXpFRFpwQ25PbnpnYVB2L0ZhQk1XRCt5QkNJU3o3dlYzRk5XUmhsWFhvSUtwUG5nS3diL3NJRTVFWUFDQm8yQWpXUDQrRGFTdDFERGJCaHcxUWZZcVdteGFsdVgrYW53WUJjdnNlMHpadFVIUEdMSjF5dFVuMVdhRVdyZ0NZOStnSmk5NTlBRUpRWTVwV3JFS1ZDbFNwQkZRYWZZVUFoQUJDSWFoTUJrdm53V0R5Sk1mSWkvQ1RUMUI3N1FZd2xtVTNkaFFJQkJnOWVqUzZkZXVHUllzV0lUSXlzajdETUlkRUl0RUJtVXcyOGQ2OWU0YVg4ZzFRU3YxWWlTQ0UxQVV3bVdHWXlXS3hPQjFBQU1keHdhbXBxZWRqWTJObFpYcnpFcUp0UFpOM1c2RlFvRnUzYmpwOVV1Zk9uVEYvL255Y09uVUtvMGVQNXZkZnZIZ1JIM3p3QVQ3ODhFT01IajBhVzdkdVJXcHFLaVFTaVVIckNDUEZ3aExBRUlaaGhsaGFXc3BFSXRFeGp1TUNPWTQ3VTFMTHhyenMzTGtUUjQ4ZWhibTVPZWJQbjQrRkN4Y1dlUDdUcDA4UkVCQ0FZY09HWWZQbXpkaTFheGVPSGoycWM4NkNCUXR3Nk5DaGZOM2Vjbkp5Y08vZVBiM1l1SWJZdjM4L3NyT3o0ZTd1anYzNzkrc2R0N1MweE1hTkcrSHU3ZzR6TXpQY3UzZVB0OXo4K3V1dk1XWEtGQnc1Y2dSZHUzYXRFcTc5SmFRMkllUVhBTCtZbXBxbWlzWGlRQUJCS1NrcEY3WDZuekxYQXVSeU9SWXNXSUQ0K0hpRG5oZDkrdlJCVWxJU2hnOGZqbm56NXZGdW80RGFHNnNnSzZtaUxKcFhGU3FERmxDbFI1dGlzVmdCUUhEejVzMUMzWU1xQ2djSEIxeTVja1huQjJkb0g2QU80TDE4K1hLd0xJdVpNMmRpeXBRcGVQcjBLUm8yYklqYXRXdkR4c1lHMWF0WHg1RWpSM0QrL1BrQ0p4N2xqU1pvTlhKWDh5aWxIQ0ZFbGJ1dGhIcFZXMGtwVlJGQ2xBQlVsRktsNW5XZVkzcm5BY2g3ckNlQWdtZDBiNUZTU29NSklRY29wUWNKSVFhREpSY0Z6UUJKWTg2dWlYc1dFQkFBUWdqYzNkMTVxNmlPSFR2aTJMRmppSTJOaFoyZEhXOTVOWERnUUR4NzlneTNiOStHdTdzN3RtL2ZqcDQ5ZS9JQ1Z0NzdlWGg0Rk9wYXRtUEhEdDRrMWRIUmtWZm80K1BqK1pnU1hidDJ4WWtUSnlBVUNqRjkrblRNbVRPSEYyd2NIUjF4NDhZTjNMMTdOMS9CMU1IQkFSY3ZYdFRMcUZjY3RBS1Q2M3l2dVcyQmJ3Y0FsSG5haWVhWU12ZVk5cmFtRE8zcmFnTG9Wc1JxS1NpbFp3RDRVMHJITWd6ek5jdXlHRHQyTEVhTUdGR3NTVG5IY1ZBb0ZKVTZIbDVKa2N2bGtNbGtlaTV2MnNkTDR2TlBLVVZBUUFCKy8vMTNqWUFUQnNBZWF0Rkk4M3RYYWY3amJadmdqOWVwVXdkdDJyUXg4L1QwMUFsKzFxNWR1M3dIRkhtUCtmajRYRHA1OG1UYk4yL2VGUFhMNDgzbEthV1gzNlZmK2E4Ukh4OWZxcXVJV3YyS3puTUVXbjBHQUVWaCs3WDJLUWtoQ2tycDk0U1FvcmFIVkFDQkFGcFJTa1dFRUhUcjFnMnpaczBxVkh3c0ZTZ0ZWU2p5RGN4dXBPTGdPQTc3OSsvSHhvMGJrWldWQlVwcEtpR2tHZ0JPTTFhaWxISzFhdFhpV3JWcXhTeGR1bFFua0dWeCtqRXZMNjk3MTY1ZFMwbElTTWpKZlNacStrME82ckdXNXIrbUwxVVJRalQxMEEvT2xqOVNTdWxoUWtqZ3U0NnJ5b3JzN0d4MDZOQkJwMTZ1cnE1WXNtUUptalZyQnFsVWlyUzBOTlN2WHgrUEh6L0c0TUdEZWZjaVFEMVJuanAxS2xxM2JvM1dyVnZqMnJWcjhQUHp3K3ZYcjR2c2ZsOGU1TzMvQUNqeStaTVhjRXlSMitjVmVtNXVleXFPZTJwN0FJWmpLdWlqQUhBU1FBQ0FQUUJLM0s2eXM3TWhsVXJScjErL0lncy9LcFVLcnE2dUNBd014TUtGQy9IbXpSdXNYYnVXUCs3ZzRGQmdmVFFXVmdLQlFDK1VnRXdtUTdkdTNiQnc0VUtFaElSZzY5YXR5TW5KUVhwNk91clVlWnNNZGNlT0hSZzRjQ0NPSERrQ0V4TVQvUFRUVDdDMXRVVmlZaUxHamgyTG9VT0hJaXdzREdmT25JR2pveU02ZCs1Y0pyKzlQT04xbGZZWVBjK1lPNy81bmZhWW5oL3I1NzQyTkxiL0p0ZGF0RkFvcFprQWdnZ2hCNkRPdmxlbVdzRFVxVk9SbXBxS05Xdlc1RHNHQnRReGtKY3VYWXBodzRieE1iZGF0V3FsRjJaSW01Y3ZYK3EwVHdjSEI3MnhkSDV4dHdweVYzUndjQ2ozNFBIYVdrQjRlSGlGcE1pdW5HcFFNYWxzcThIYVdjVUE4T2FxK2UwYk0yWU1oZzRkaXVUa1pEUnUzQmpuenAzRHA1OStpbGF0V3FGVnExWjYxL2JzMlZOSERhNWtFRW9wSVlRWWJGdmEzMVhlN3kyL1l3V2RWeFFvcFF3aHBCYWx0RzZ4TGpTQXh0VnZ6Smd4Y0haMjFuSGh1WHYzcm81bGowYmdzTE96MHlraktDaUlkeTlMVGs1Ry8vNzlrWkdSd2NkU0NnZ0lnRXdtdzcxNzl5Q1R5WEQrL0hsczNib1Z0V3JWd3FWTGwzRGh3b1VDVjU1cTFLakJXMTlwMTY5ZXZYcElTa3BDU2tvS25qNTlDaHNiRzJSblorUHExYXVnbEtKNzkrNzQrT09QMGJScDAySmxhQ2tKdWQ4SlAyRXNTYnNvN0ZneElBQnFBUGlRRUdLcEthdWdCMForTUF6elhvcGFnTnJjdmlEaDZsMENXVmF2WGwzNyt6UFBiUjhzQUtGbWYwSDlnMHFsZ2t5bWJ6eWdVQ2p5ZGJ2TWErbVFtSmo0cmNFVDg4ZUVFRktmVWxxNWZPR3JBR1U0MEdKem56MEcreFp0RE8xL3gyY05tL3VNcWFXNTdvTVBQaWkvQUsrRUdFV3RTZ29oQlBYcjE0ZXBxU215c3JKQUNESEpIU2ZwOUcrVVVxaFUrcDZ0eGVuSE1qTXpQOWZzSzByN05kUy9GZ1ZLS1FPZ0ZxVzBYbVViZ3hzaUpTVUZHUmtacUYyN05oSVNFdENzV1RQNCtQZ2dQVDBkSzFldXhQYnQ2cXlpbXJGVDc5NjlzV3paTWpScjFneHBhV21nbE9MSmt5ZjQ0WWNmREQ1cktnbUN2UDFmY2FrRTN5VUJVSlBqdUE4TWhYTW9EaFlXRm5vR0JJTUdEVEtZTkVtcFZDSW9LQWd4TVRHOENQSHc0VVAwN2R0WEx4eUU5bmJyMXExMVFzT2NQbjBhQXdjT3hKVXJWM0QwNkZHZElQSWpSNDdrNTRjOWUvWkVodzRkNE9ibWh1M2J0L094bVRpTzR5MmYvZjM5Y2ZUb1VWaFpXYUZYcjE0SUR3L1hTU2JVdFd0WEhWZmFza0pyUEFZZy96NmpLSE80b3M3ekNvTVF3bEJLYTFOSzY1YTBEeXNPRXlkT3hLdFhyM2h2ak96c2JKaVptZWxZcVdkbFplSGd3WU1JREF6VUViLzgvUHdLVEFJVkV4T2pzNTFYZ1lSMENnQUFJQUJKUkVGVXBFeE9Ua2EzYnQxMEZqQzBkWWJBd0VBZDhWV2JnUU1IR3Z4Y3lzSENyOEk2a2lvdGJGRktaWVFRcTV5Y25FcmxqcWhwbEpyZ2hKb1lTeG9NV1d4RlJrYWlXclZxeU16TXhQWHIxL2xHNitEZ2dMcDFkZldZMU5UVU1nMytWaEswQmxjNUVvbkVFZ0JqYTJzclNFdExZeTB0TFFVbUppWUNFeE1UVmlhVENWaVdGYkFzeXlvVUNnSExzaXpETUFKQ2lFQ3BWQW9ZaG1FSklRS080MWhDaUlBUW90a1dBQkF3RE1PcVZDb0J3ekNyaURxK2xrRW9wVmtBemxGS0gzQWM5NWNtQUxSWUxQWjkxL2Nxa1VnUUh4OFBKeWNuckZpeEF0T21UUVBMc25qdzRBSC9RS1NVUXFsVVFpZ1U4ckdyTWpJeTBMdDNiMnpkdXBVdkt5UWtCSUQ2UWFsNW5aU1VCQmNYRjdSdDJ4WW1KaWF3dDdmbnplTVRFeE5oWm1hbWswRUZnRjdnU1VNMGFkSUV6NTgvUjNCd01INzY2U2NBNnFDWVNVbEpBTlJ1ZEpvMk9YdjJiTDNyOHdxMjc0SkVJbUVBc00yYk54ZFVyMTZkVFV0TEU1aWFtdXEwRVlGQXdESU1JMUFvRkFKQ2lJQmxXVFp2TzFHcFZBS2hVTWkzRjVWS0pjaHROeTBJSVo0RlZFRUo0QnFsOUJiSGNhR1JrWkdIQUtCaHc0YnI2dFNwczBHcFZIcDRlM3ZqeG8wYm1EZHZYb0VyTkVaS2ppWW1tY2JjbjFMcUw1ZkxSK2NHK1djY0hCelk1T1JrMXRyYW1zM016QlNZbTV1ekppWW1yRnd1WnpYOWlGS3BaTC8rK3VzNi9mcjFhd05BNSttK2R1M2FmTE0xaG9hRzZteUx4ZUwxWVdGaEl3QVVsUGJ6ZGE1MTN3dUdZYnpDd3NLeWM2OHQ2VWRncEJRSkR3L24reFVMQ3d0QmVucTZzRmF0V2dKTm53SkF5RENNUVBQTVVTZ1V3dHorUWpNaEZPWjUzdndGSU44ZlA2VTBoUkJ5bGxMNmhGSzZLU0lpSXJacDA2Wm1OV3ZXOUNhRVROeTFhNWZnekpreldMQmdnY0ZGS2lQdlAwbEpTVml4WWdXZjFZcFNlazJsVW5sRVJVVTlnSHJ3ejlyYTJqSnBhV21zdDdkM3ZaWXRXM1lBb0JOd3BUajlXUGZ1M2VkbFptWkdYYnQyTFlNUXdsSktHWVpoV0k3aldJWmhtTnhucFdhYnpaMGdzbENMSXRzTGVpKzU0NnF6aEpDSEtwWEtOeW9xNmdrQWlNWGlqU1g3ZE1xR0J3OGU0TW1USjdoM1Q1M010R2ZQbmtoTlRjWFFvVVBScUZFalBIMzZGSzlmdjhhMWE5ZjRiTEoxNnRUUnNab0J3SS9uWW1KaVlHSmlnbHUzYnVHenp6NHJNS2xIUlJJZUhzNDJiOTVjYUdwcUttUVlScGdybkFvcHBTYUVFQ0hVL1pzUTZ0aWpPcS96L0pua3MxOElRSmpiWG9vTXd6QnRBZVM3R2s4cGxSTkNybEpLSXlpbDV5TWlJbzREZ0Znc0xscXNqV0x3N05rejNvdEJHODM0Tmo0K0hsS3BGUEh4OFhqNjlDbTZkKzhPVjFkWG5mTU1lVmNBNm9RKzU4NmR3NzU5K3lDVlNoRVFFTUNIbkFnTkRVVmlZaUs2ZCs4T1FKMHdadEtrU1JnNGNLQk93UEZ2dnZrRzE2OWZ4NXc1YzlDbFN4ZWRUSHVsT1FZdkRybmpkYjA1WFU1T0RtdGlZc0t5TEN0Z0dFYWdWQ3BaaG1GMDVuZTU0M0orbnFmcGV6VFBYRTEvbFB2OG5RS2dUWDcxeUxYU09rY3BmY0F3ekY2SlJCSUZBQ0tSYUUxWmF3Rk5telpGMDZaTmVlT0dIajE2WU11V0xUb3VxZDI3ZDRlWm1abk93bDNldVpvMktwVUtMMSsrNUpPTmFDaUs5ME5ZV0JnZlhzYloyWm1QMFFzQVQ1NDh3VTgvL1lSOSsvYmhzODgrMHhGTHl4cHRMYUJjYm1pQUtpMXNBY2dDWUNXVlNpdVZzS1VoTVRFUjF0YldCbGNIOHRLeVpVdjA2dFVMdzRZTlEyWm1KaVpQbmd4QWJRV2hFVHcwbEVXdzBIY2xKMGZkaGltbG1xVXNyaXlEdDR0RW92a0FkSVF0U3VrYlFzaFpBQWZmdkhsenVDemlQM0FjaDk5Ly94MGVIaDVnV1JZNU9Ua0lEUTFGeDQ0ZGNmbnlaWFRxMUFrQUlKVktJUlFLd1RBTXZ3TG81T1NrRjhkS1k2V2xiYkhWckZrem5EdDNEZ3pENE50dnY4V1VLVk13WmNvVUxGKytIRFZyMXNTWU1lcmd1ek5tekVDblRwM1FxMWN2blRKVFUxUDVzbEpUVS9uOUxWcTBRSEJ3TUI0OWVzVEhZNW96Wnc1WWxvV2pvMk5GL0laVU1URXhaWkxGMHM3T3JxMUFJTWdyYkNrQVhBVVFsSjJkN1hmLy92M2t2TmM5Zi81Yyt2ejU4NUZpc2ZnVXBYVFR1WFBuYXQ2OWV4ZExseTZ0VkRIdE5CVGtvbExadVgvL1BtYk5tb1c0dURnQXlLQ1VUcFpJSkR1MFR1SEN3c0k0cUwrM0FvbUtpc3BBYm4vdzZORWpUSnc0MGVCNUNRa0plZ3NGZ0ZwZ2RuRnh1Ynh0MjdZaEJpNkxBeEJDS2QwbmtVZ3Vvd3BsQ0hOemMrTW5idHBVNVhaVEJEVDlTZzRBeE1iR2xyZ2dzVmhzYUhEMm1sSjZpaERpTDVGSXppSlBNTzNZMkZoWmJHenNORHM3dTcwc3krNTQrZkpseTU5Ly9oa0RCdzdFaEFrVHlsVWtWNzU0QWVucGs2ZzJZbVRoSnhjVFZYSVNVbWIraXRyck40TGtCaTVXUG4rT3RBM3JVR3ZaQ3QyVE9RNlpmbnRoMGZON01IbmpGYXBVNEtUWm9CbVo0TkxUb1hxVEFrR0RoaEEwYW9SOG9SUnBmNnhIOWY5TlVNZlhxb1J3SElmang0L0R4OGNIbVptWkFKQkdLZjFOSXBHczF6cU5BbEJHUjBjREFIcjA2SkVGSUJzb2VUL201T1Qwd01uSjZRWWhKTEdZVlNaaXNWaFAyS0tVcGdBNFF3alpMNWZMajVWWFVwNTNZYzZjT2JDd3NPQ0ZxVFZyMXFCNTgrWmdXUmJCd2NIWXUzY3ZVbEpTc0hIalJqN2c5SlFwVTNENjlHbUQ1VjI0Y0FHdXJxNDRkdXdZaGd3WlVobXNtdktEaTRtSnlVRUZUaW9ONGVEZ01KMVNtbGZZa2dLNERPQ1FVcW5jWDFweHRRcUQ0emlEQ1ZFMGRPellFWW1KaVJneVpBaGNYRnlLRlpCODc5NjljSEJ3UUpNbVRmRExMNy9ncDU5K1FxdFdyV0JoWVlHRkN4ZGk4ZUxGdkdCQkNFSFhybDNoNit1cjR5R2hVQ2g0TVdUanhvMklpNHN6S01SVkFHVTZwd01Bc1ZnOENQckNWaXFBTXh6SEJXWm1aaDdKYmQ5NUtWY3Q0TldyVjhqT3p0YkpuQW1vcmJqeWl0NTVqUTRvcFZpelpnMlNrcEpnWldXRmxpMWJvbTNidGpybkZDVXJZbXBxcWtFWFZJN2o0T25waVpFalIvS3huRFdKcGd4bFNDeHRER2dCNVU2VkZyWUlJZkVBNnIxNTh3YTFhbFZZQVA1OHVYSGpCbXh0Yll0OC9xaFJveEFlSG81Ly92a0hUNTQ4MFhOaHE4eWtwNmRyWHVxSkJXVUpwVFErVjh3S2tFZ2tJU2pqakQxZVhsNTQvdnc1Ykd4c2NQejRjUWdFQW9TRWhLQlJvMGFRU0NTOFlKU2RuVzJ3Z3cwTkRVWFRwazM1YlVNV1c0WklUVTNGeVpNbk1YRGdRTHg1OHdZeE1URjQrUEFobGl4Wm9uZXVrNU1UbGk5ZkRnQTRkT2dRdjc5bHk1Wll1M1l0dG03ZENvWmhjUExrU2JSdjM1N1BGdk9lb3FTVVhpU0VIQ0NFK0llRmhlV2JDVkdiOFBEdy9RNE9EamM0amd1SWo0OXZPMnJVS0l3Yk53N0RoZzBya2xCZDNrUkhSK1BubjM4MmVJd1F3aWMwcUF4d0hNZkgxTXBOaXgycFVxbGNjaTBZM3BsUFB2bUUveTBGQndmRHhzWUdIVHQyNUgzL0MvcWRhZkV2cGZRRUlXUnZlSGo0amRLb1YwV1FtS2llMjk2OGVSTnIxcXpoOXlzVUNyM0IvWklsU3pCOCtIQ2RmUnpIUVNxVjVtdWhrRjhXMXZlUVozZ3JibDVGRVpJRzVHYlFiQ1VTaVdZVFFtWUhCUVdaWDdwMENYUG16T0VYUU1vYTJhV0w0SXJncXBJdzFBMVVWZkJib2pJcDZnZTlqZlVvUFhjT3doYWY4NklXQU9UOGZRTW1obExORTNXQTk2VEpFMUZqNm5Rb1g4UWgwODhQVktrQUNBR1ZTaUZvM0JpTVZUVXcxdFl3KzdZVEdHdHJKSTdUNzlQcTdmTUhPQldrWjgrb2hTMHRsTS9qa0R6alY5MExLQWNxazRHWUc1N3cxTnRYK2xuRFhyeDRBVzl2Yjl5OGVWTmRCVXBEVkNyVm1LaW9xT2RGTGFPVStyR1M4Z3JxT0VmN0pSTEpLVlFoTVI4QURodzRBRUlJc3JPemNlellNWDZDQjZndGN2Nzk5MS9zM0xrVG4zMzJHYUtpb3FCVUt2TzF1bzJMaThQeDQ4Y1JHQmlJeDQ4ZjQ5aXhZL2ttaHpGU01KVFNMRUxJZVk3akRpb1Vpb081bHRubHdzT0hENUdTa2xLa2MxdTNibzI5ZS9maTFLbFRxRisvUG43NDRZZENMVjVldlhxRmZmdjJ3ZGRYN1JSU3YzNTl6SjgvSHhNbXFQdW9VYU5Hb1UyYnQ1cU5wYVVsWEYxZDRldnJxeU4rdEd2WFRtYzdieUtFL3doSkFFNVJTdmZuenVzS1hOd3NieTFnMjdadDZOcTFxMDZiVUNnVWtNbGtPdk8rL056SG56OS96b3RpTjI3Y3dPYk5td0dvc3ljT0dXSm9iYlhvYk5teUJlYm01cnhYRGdDTUhqMGFvMGVQUnBNbVRTQVNpZDZwL01Lb0tDMUFteW90YkVIOThMVkxTa3BDOCtiTks3b3VPdno3NzcvdzlmWFZNUzhzak9EZ1lLU21wbUxzMkxFWU4yNGNkdS9lWFlZMUxGM1MwdFI2QVNHa3ZCcHpnRktwdkJZVkZYVUJwWlNackNoOCt1bW5VQ3FWa0Vna3NMR3hnYjI5UGVMajQrSGw1UVUzTnplWW1wcENvVkRnM3IxN092RzJwRklwc3JPemNmNzhlZlRvMFFOS3BSSkxsaXpCdUhIamlyUWlwSW1iNWVmbmg0RURCMEtwVkdMdTNMazZnUkpUVWxMdzZORWpmUFBOTjlpNmRTdGV2WHFGaElRRWhJYUdZdENnUWZEeDhVSGp4bzM1YTNidTNJbjI3ZHZ6Q3Z2N0JNZHhpWlRTa1NxVktpQXFLaXFySkdXRWhZVTlBOUJlSkJKNWN4dzMvWTgvL21CdjNMZ0JMeSt2Y2czR1dCUnNiVzB4ZWZKa1JFVkZ3ZFB6cmFIYTQ4ZVA4Yi8vL2E4Q2E2WkxTa29LUEQwOWNlWEtGVkJLT1FBYkpSTEpWQlRCS3FzazkxcS9mcjNPNXdIb0R6YTBCeE5XVmxiYkVoTVQvU01qSXlXbFhaK0tnT000M0xwMUMyM2F0SUdmbngrL3YxMjdkanJiR3ZJS1ZhZFBuOGJwMDZmaDQrTlQ1bld0akZCS2ZRRWNsVWdrWVNqWjVGNHBrVWk4V3Jac0djQXd6STdrNU9SdnBrMmJoaTVkdXVEWFgzOUY3ZHExUzdmQ0toVmVEK3F2bHhVd1lhaWJ6amFYa1lINndXK3pmZFhkclcvVnB3MlZ5UkR2bXV2cXdIRklHT1lPTGxzS0loVHdaZGZkdlEvU1M1ZWdldmtDMlNmZmlpNjFWcStCNE1NR3NISnpoNkJKVTFCNURzeTc5NFI1NTY0Z1ptYWdjam5pQnc5QzdYVi82TjAzUDlHSmNwUVh5N1FSTkd5a2Q0M3M2aFhJcmw1QmpWbHpDbnlQcFlGU3FVUmdZQ0RXclZ1blNUQ1RTQWlaS3BGSTlwUzB6SkwwWXlXRVVrcDlLYVY3SXlJaVFncy92ZkppeUtJcU9Ua1p5NVl0UTF4Y0hENzc3RE04ZS9ZTWRuWjIrUHZ2djNXRUxVM29pTHAxNnlJdUxnNFRKa3lBaDRjSGF0ZXVqWWtUSjJMTW1ERm8yTEJobVU4UTN5ZFVLbFVrSWVUSHhNVEV3NldWOGJpb0tCUUs1T1RrWU5pd1lWaTRjQ0VZaGpINDdOTzQrYjErL1JyVHBrM0RnZ1VMVUw5K2Zlelpzd2R5dVJ4bVptYkl6czQyS0hCcHh1TjkrdlRCbDE5K0NVQTlCOVNJejRRUTNMdDNELy8rKzIrQlFjUzFrY3ZsVUNxVkJtUHV2YTlRU2s5eUhMY3RNakx5TElvM3J5c1hMVUF1bDJQanhvMjRmdjA2OXV6Wm94Tm42L1RwMC9qd3d3OTEyb2VocEYrYWhZbkNFb0tWaExObnorTG8wYVBZczJjUFh3KzVYSTRHRFJwZzJMQmhtREZqQnZidDI2Zm5jbDJhVklBV29FZVZGcllvcFE4SklkM2o0dUwwVFBrcWtzT0hEMlAxNnRVWU0yWk12bkVSOHVMbjU0ZjkrL2RqOCtiTnFGdTNMdXpzN05Dc1diTUNnNFpXSnVMajR6VXY0OHJqZmhLSnhLczg3cE1YUXliTTY5ZXZCOGR4R0RseUpFSkRRekZ0MmpRSUJBSk1uejZkUHljaElRR09qbzZZTldzV2Z2dnROeHc0Y0FEQndjRVlObXdZc3JLeVlHSmlncDQ5ZTBLbFVxRjM3OTRZUFhvME1qTXorY0NUNmVucHVIYnRHbTdkdW9WcTFhckJ5Y2tKUGo0K3VIMzdOa2FQSG8xNjllb2hNVEVSNGVIaGFOQ2dBUndjSE5DZ1FRT29WQ29zWExnUU8zZnV4TXFWSzFHalJnMnNYTGtTL2Z2M1I3MTY5WERvMENHc1diTkdrOFVDQVFFQk9wWWRWWlc3ZCs4K0J2QzRGSXBTU1NTU1dXS3grRFNsOUsrd3NMQUdycTZ1V0xSb0VUcDI3RmdLeFplTU9YUG00UGJ0MjVETDViemI2Y0tGQzNIOCtIR2Q4KzdmdjYreldsMlIzTHAxQzNQbXpFRktTZ29vcFlrQVJra2trakxKVXBDZW5vNXAwNmJCMGRFUnYvLytPNUtUay9tVXlnVU5LQTRkT3VSVEFoZWVTa2RVVkJTZVBYc0dsVW9GTHk4dmpCOC9IcnQyN2VLUDU3WFk2dGl4SThhTkd3ZEFkNFZZTHBlREVHSncxZmkvWUswbGtVZ1dsRVk1a1pHUkR3RjBFSWxFdnhCQ0ZwODllOWI2NXMyYm1ENTlPcjcvL3Z0U2QyMHFVS2pLRmI5S0RLWGdNakpRYi85QjlUYkhJZDdWR2ZMb3V5Qm1acWdYK05iYUlNSDlSeENXaFNyK05jQ3dNUHRHSzYxNUNiSlhLUjQvUnNxc1gvbDZ4RHVyWFhhb1FvRTYyM2FDelJVSzQ5MWN0UzZTQTRUbzdzdWxOSzIxWW1KaTRPWGxoYnQzNzRKU1NnRUV5T1h5LzBWSFJ4Zk5UTVFBSmUzSFNvcEVJaGxmNm9WV0FCb0JJalUxRlFLQkFPbnA2WEIxZFVXUEhqM2c3ZTJOTzNmdVlOYXNXZmpxcTY5dzc5NDkza1duYjkrK2ZEKzRhOWN1dUxtNVllalFvUmc2ZENnQW9Ibno1cGc5ZXpZbVRKaUFDUk1td01YRnBjTGVZMVVpSWlMaVRFWGRPenc4SEFBd2MrWk1kTy9lSGZQbXplT1B5ZVZ5TUF5RDE2OWY4MlB0clZ1M1l2ejQ4WHpvaVduVHBpRXVMZzZEQncrR1FDRGdZMlJwYy92MmJSQkNNR2JNR1BqNysrUE1tVE40K1BBaG5KMmRjZkRnUVZCS3NYWHJWcmk3dTZOeDQ4Wm8wNllOSmt5WUFJRkFZTkNsR0ZESDFRc0pDVUdYTGwySzlENDEvWUkyYytmTzVjZUhWWUU4b1NpS1RIbG9BYmR1M2NLaVJZdlFzR0ZEN055NUV6WTJOdGkyYlJzMmJkb0VobUZRdlhwMS9QYmJiL2xlbjU2ZURsTlRVeVFsSmNITXpLelEreG42M2dvS1EvVGd3UVBNbWpVTEppWW1HREJnQUNpbE1ERXhnYm01T1N3dExXRnFhb3FhTld0aTVzeVoyTEpsUzVsbGp5eHZMZUM5dzk3ZWZyeFlMS1lyVnF5Z2xZbnIxNi9UOFBEd2ZJOXYyclNKeXVWeW5YM1hybDJqU1VsSmV1ZE9uank1U1BzcW1yLysrb3VLeFdJcUVvbVdWblM3S0FpeFdFekZZbkdwdnZmazVHU2FscGJHYnlzVUNxcFNxZlRPNHppT1VrcHBhbXFxM3JHY25Cd3FsVXBwVGs0TzVUaU9kdTdjbWJadDI1YXVYcjJhaG9TRVVFZEhSenA4K0hCNjhPQkJtcE9UUXltbE5EMDluVzdjdUpFT0hUcTB3UHJGeE1UbzFTTTJOcGJLWkRLZGVoWEd6cDA3K1h1WEZNM25YOUh0b0NTMGFOR2lsa2drT3FGNUR5dFhydVEvdzRvZ05EUlVweTJucGFYUmI3NzVScWR2bVQ5L1B0MjFhMWRGVkk5SExwZlREUnMyOE4rOVNDUzZZR3RyVzc4MHZ4dEthUjFLNlNCS0tiMTc5eTd0MWFzWFhiSmtDVldwVkRRMk5wYk9temVQOXV6Wms3WnUzWnArOTkxM3RIUG56dFRKeVlsMjZ0U0p0bS9mWGxQVkh5aWxKVnJLS290KzVWMDRlUEFnOWZQem8xMjZkS0dob2FIMHhvMGJPc2ZidG0yYjc3VmlzVmpuZDM3NThtV2RQaUluSjZkU3ZWZEtxMWEvWW1kbjExQWtFb1ZvNmp4dTNEajYvUG56MHZrZ2xFcjZxbC92ZHo4bkQ1eFUrdmFhdk5mbmJxZHVXRWRsdC83V3VlNjFxek5WSmlYUjdOT25hTHliQzgwS09VRVZUNS9TMXo4TTBQbDcxYSszM3I2Q1VHVm0wdGN1UC9EYjhlNC9VdFdiTi96MnEzNjlLYWZWaG1XMy9xWlVxdzF6T1RuRi9nenlReWFUMGMyYk45TldyVnBwMnVFenNWaGNJbDgxV3NIOVdFbXBiUDNmMmJObmFkdTJiV25idG0zcGtpVkxLS1dVcHFTazZKd1RGQlJFMjdkdlQzdjM3azJsVXFsZUdVRkJRZlQyN2RzR3k3OTc5eTc5NTU5L1NyL2lKYVFxOVgvRm9UVGFsVlFxcGRldlgrZTNXN1ZxeGI4K2QrNGM3ZG16SiszVHB3OWR0MjRkcFRULzhiQktwVEk0cnRlUWs1TkRWU29WOWZUMHBJR0JnVFFySzB2dm5MUzBOQm9RRUVBUEhEaVFiemtGUFpzMWxOZHZyYXEwcS9MUUFtUXlHWlZJSkFhUEZkUXVOUHoxMTErMFU2ZE90RXVYTG5UTGxpM3ZYSjgzYjk3b3RZT0lpQWdhSHgrZjd6eE5LcFhTSlV1V0dKeURsaGFWUVF1bzBoWmJoSkFId0xzRmh5MExDbE9NRGNYQ3lVK0ovZjMzMzR1MHI2SzVmLzgrQUlEanVQZkNoYWM0Mk9RSmhwdWZFcTVabGE5ZXZicmVzYndaTU02ZVBhdXozYUZEQjcwNE45V3FWY080Y2VQeWphMms0ZU9QUDlhclI1TW1UZlRxVlJoNTQrLzgxOGdOTnQ5TEpCSk5CYkRFejgvUDlQYnQyMWk2ZENrKyt1aWpjcS9QaFFzWFFBakIrUEhqTVdiTUdOamIyNk54NDhhSWlJaUFvNk1qRkFvRnJsNjlpcEVqU3o5d2RGRjUrZklsNXM2ZGk2aW9LRkJLNVFDOEpSSkpRZGtxMzVtUFB2b0lzMmZQNWxjd216UnB3c2UrQTlUQk95bWw0RGkxcFhzbERnUmNZbUpqWS9sbnl0ZGZmNjFuYWRxMGFWT2RmZFdxVmNPV0xWc01salY1OG1TOXpMNUdTazV1bktXZVlySFluVks2NnViTm0zV2RuWjB4Y2VKRU9EczdsOHJubkRCOGFKSFBwVElaRWp5R3YvTTlxNC83SDlKM2JnZFVIRXcxc1dSVUtoQ2hFT1pkdTBIUXFCSFN0MnlDMmRkZjYxaDFhVndSdGZjQldsWlhDamxBS1dCaUNnQ292WFk5UUFpSTFxbzNWYWtLdEFCN3M5Z1Q5UThHQTZYY2h1L2N1WU5GaXhiaHlaTW5BS0NpbEc1VHFWVFRTdXIrcm8yeEh5czVuVHQzUnVmT3VySEs4NFo4R0RCZ0FMNy8vbnN3REdOd3pEWmd3SUI4eXk5TzdGd2pGWXVabVpuT25FdzdFTHVUa3hPY25KeDB6cy92ZDFSWWpDM05HTDRncXgxcmEyc01Iank0d0hLS2t0UWxiOER3L3pybG9RV1ltcHJDM3Q3ZTRMR2laQnpVdHZ3c0RXclVxS0hYRGdwTGNHVm1abVl3NDMxcFVobTBnQ290YkRFTUUwa3BSVXhNVEVWWDVUOVBaR1FrQUlCaG1Lc1ZYSlgza29MU1M1ZFhHbGNqYWlRU3lXcDdlL3Z6aEJEL1I0OGVmZWJ1N281WnMyYWhkKy9lNVRhNXlNckt3b3NYTHlBVUNqRnExQ2o4K3V1dldMNThPYnAyN1lyRGh3L0QwZEVScDA2ZHdpZWZmS0tUanJpOG9KVGk3Tm16OFBUMFJIWjJOZ0E4cFpRT0tjUFlMUndBT1FCWVdGZ1lOTXZYUUFnQkljVFE3eVlINVJpdnJ5eHAxNjRkdnZqaUMzN2J6ODh2M3dFMXk3TDVpbG9hVncxakgxUDZoSWVINzJuUm9rV0loWVhGSHprNU9TNHJWNjdFaVJNbk1ILysvSGVPRTFMM3p3TGljeHB3UmFUWldUb3h0L0pDYzNLUTlJdXVsMXJldUYxZ0dGaDA2NEdVK2ZOUTYrT1B3ZGF1RFpvcmJBR0FzTVhucUxWNmJaSGZnOFpOTUdYZUhGajA3S1hqeHFoNCtBQk1kYTJNVVVvbFNEN3AwYWxDQVRDTStxK1V5TXJLd3FaTm0vaU1vNVRTaHdCRzUyWk5mUmVNL1ZnNWtuZEIwWWdSSTFVUG94WlFlYWdNV2tDVkZyYkN3c0tTUkNMUm82U2twRSswc3d3WUtWOFNFaEx3NnRVckFJaVRTQ1F2SzdvK1JveVVOUkVSRVJGMmRuWU9MTXY2eW1TeW9Rc1hMc1QxNjljeGUvWnNWTXNUdUxrczhQUHpnNU9URXlRU0NjUmlNVmF0V29VUFAvd1F6Wm8xdzRBQkF4QWRIWTNObXpkai92ejVaVjZYdkdSbloyUDE2dFY4Ums1SzZjR01qQXlQbUppWTlFSXVmUmZrQU40MU5sWmliamxWSGtNV3dIRnhjUVpYZ3d1SzIvRHExU3ZVcmwzYmFBMVNSdVJhZ2JvNk9EanNwcFJ1akk2T2JqeGt5QkNNR2pVS3c0WU5xelFUYjJKcWlqcGJ0K3ZzNCtONGFRbGxna2FOWU5Hekp6SzJibFlIYTFlcGdGeGhDd0F5OSsyQlJjL3Z3ZFNzcVdkVnByMnRFZWJrLzBSRGxaUUVzN2J0a0w1MU02dzlSZ0VzQzhXVEp4QTBhcVErbVZKUWhZSVgwUEtpU2tnQVc3T21YcUQ1a3FKSklQTDY5V3RRU25Nb3BXdFpscDBYRmhaV0dna3dqUDJZRVNOR2pCUURveFpRT2Fnc1drQ1ZGclp5T1FwZzZwVXJWd3dHOWpaUzltZ1VXa3FwMFZyTHlIK0dYSGVUbjhSaThXa0FHMDZkT2xVOUtpb0t5NVl0NHpQamxCVnhjWEZ3ZDNmSHFsV3JBQUIyZG5iOHNaRWpSMkwwNk5IbzJyVXJIQjBkeTdRZWVYbjA2QkZtelpxRjJOaFlVRW96QWZ3cWtVZzJsY090Y3dBOEI5QU9RQjBBcHNXOE5qSDMrdmN2UldndWVRUEdheWdvNjlLWk0yY2dGQXB4NTg0ZGZQWFZWMlZadmY4MFlXRmh4MjF0YlcxTlRVMTlGQXJGNkUyYk5qRW5UNTdFd29VTFMvUzVGOGNWc1RoSXo1MkZ5ZWVmRjNpTzVZQkI0RktTUWVYcW9PMGsxODFMbFpTRXpNRDlzT2o1UFFDQVMwMDFhQ1gyZW1CdXNoeEtrYkZ6QjZ4K2NBWllGalFuQnpuaFlUQjFiSTJjVzMvRHRMWGEzWkhLWkdwUkt4L2hTaFo2RlJBSW9YandBTUozU0tTUm1wcUtOV3ZXNE9oUnZzNFNTcWxIUkVSRVJJa0wxY2ZZanhreFlzUkk4VEZxQVJWTVpkRUNxcnl3UlFnNUEyQnFhR2lvc1RGWEVKcnNXSVNRRXhWY2xmZUdTWk1tSWU5NDJkWFZGVUZCdW5GSU5JUHRvbWJmTkZMNmhJZUg3L25xcTYrdUNRU0NnRmV2WHJYeThQREFMNy84QW5kMzl6Sno0Wm83ZDY1QmF3NlpUSWFIRHgrQ1lSakV4c1lpSVNFaDM2dzdwUW5IY1RoNDhDQjhmSHlnVkNvQjRDNEFGNGxFOGsrWjMxeU5BdXBKWFRvQUlZRGlmUEJjN3ZVNXVmLy8weHc4ZUJCQ29SRGg0ZUhZdlhzM2hnOGZEbTl2YjdBc2l5RkRocUJidDI0NGZmcDBSVmZ6dlNNNk9qb1R3TmlXTFZ2dVlWbDJXMnhzN0djalJveUFtNXNieG80ZEN3c0xpeUtYVlZ4WHhLS1NkZmdRR0d2ckFzOGhRaUhZZXZYQnBhV0JtTDdWWmVRUkVnZy8vUlJNbmxoSCtaRzJZUjFVcjErQnFWRUQwb3NYUUFRQ1NDOWRCUHZCQjVEL0U0M3FrNmNDQUtoTUNtSm1ybk50N1EyK0lFSWg1TkYza1JWOENGWURCeUhOZHdNSXk4S2lUeitZZCtpQXVqdi9LbEk5S0tVNGQrNGNsaTVkaXRUVVZGQktzeWlsM2hFUkVjdFIraTUveG43TWlCRWpSb3FKVVF1b2VDcUxGbERsaGEyVWxKU0xOalkyNmJkdjM3Yk95TWdvRnpjZ0kyL0p6czdHK2ZQblFTbk5ZaGdtcVBBcmpCU0Z0V3ZYSWpNekUwNU9UZ2dLQ3VKTmExKytmSWxGaXhieGdzbTMzMzZMK3ZWTE5jR2NrUkp3NTg2ZGZ3RzBFNGxFeTVSSzVaUzFhOWN5MTY5Zmg2ZW5KK3JVS2YwRVZZWkVyU3RYcnNESHh3Y05HemJFc1dQSHNHSERCZ3dlUEJpalJvM0NvRUdEWUc1dWJxQ2tkeWMxTlJWZVhsNjRlUEVpS0tVY2dDMXl1WHhTZEhSMHVibkRFRUlvMUJNNm82VkNQZ2lGUXZqNStlbnR6K3VLcUZLcHNHelpNb1NFaEdET25Ebm8wYU1IUm93WWdSczNidURQUC8vRUgzLzhnV0hEaHFGLy8vNlZ4bFh1ZlNJeU12SnE4K2JOVzFwWldYa3lERE5sNzk2OXduUG56bUgrL1Bsb293bktYb29RRXhNUUV4UEk3MFRCNUNzN3d5ZFJDc1hEQjFDK2VBbGhidnl2ZUZmbkFzdFZQbmtDUml0Uml2VHFaWmkxemQvdE5TL0NwaDhCU2hYazBkRmdhdFNBOFBNdndDVWxJVzNEZWxqMjZRdGlZZ0txVkVMeCtER1lHalYwTCtaVVNOL3NDK25sUzZnKzduOHc2OUFSbGo4NEl5ZENncXlnQThqY3V4dVdBd2JCdkd1M2ZGMFlBYlZyeGZMbHkzSHg0c1hjajRGZUpvU01sRWdrWlJMTXhkaVBHVEZpeEVqeE1Xb0JGVXRsMGdLcXZMQVZHeHNyczdHeDJhTlFLTVlmUG53WTd1N3VGVjJsL3hTWExsMUNUazRPQUp3TUN3dkxydWo2dkUvY3ZIa1RYM3p4QlM5cXllVnlYTGx5aFJlMVpESVpNak16amNKVzVVRXBrVWltaThYaU13RCsvUHZ2dit1N3VyckN5OHNMWDMvOWRabmRORDA5SFJNblRzU1RKMDh3ZnZ4NERCNDhHSVFRekpzM0QrM2F0Y09xVmF2dzVNbVRBclAxbEpUdzhIRE1tVE1IaVltSkFKQU00R2VKUkhLdzFHOWtwRlNSeTlXYVkzSnlNdCtmUEgzNkZKTW5UMFpDUWdLNmQrOE9QejgvTkdqUWdMK21iZHUyYU51MkxTSWpJK0hyNjR2VHAwOWoyN1p0RlZMLzk1MlltSmdjQURORkl0RStRc2lPMTY5Zmk4ZVBINCsrZmZ0aTBxUkpxSkZYeU1sRHNWd1JHUVpXUTl6eHh0dHlybmgwQUFBU3ZFbEVRVlFMVkNiTDl6UmlZUUVyMXgvQldLdkZxbnIrZ2VvRFdoWmdPWkp3cEsxYkE4YkNBcXJFUkZnTlZtYzI1TjY4Z1R3cUN0Wmp4aFplejl3c2Z4WjkrdW9keXZockYwQTVXRHE3UUI0V2hqZExGd09zQU5halJnTUFsQzllNEkyM0o3amtaSmgxNklqYXY2OEZXKy90ODlIVVhnUlRleEhrOSs0aDAyOFBaRmV2d0diSk1nTlY0SERreUJHc1dyVUsyZG5ab0pTK0FUQlhJcEg0NXZzQkdURml4SWlSQ3NHb0JWUXNsVWtMcVBMQ0ZnQ29WS3B0TE11T0R3b0t3cEFoUTR5QmJzc0pTaW4yN05tajJWeGZrWFY1SHdrSkNZR2IyOXZNVTIvZXZJR05qUTIvblppWUNFdEx5d0l6SmhvcGY4TER3MC9aMmRtMVpGbDJUMnBxYXRjSkV5Wmc2TkNoR0Q5K2ZLbGJ1UHo4ODgrd3RyYkdxRkdqWUdkbkIrczhia0tkTzNkR2h3NGRRQ2t0MWZzcUZBcnMzTGtUbXpkdkJnQlFTa05WS3BWclZGVFU4MUs5a1pGM1lzaVFJUWIzSHo5K0hKczNid2JETUhCeGNRRUFOR25TQkRObXpFRExsaTBMZEh0cjJiSWxObTNhaERkdjNwUkpuWTI4UlNLUlJBSm9iVzl2UDROaG1IbEhqaHl4dUhMbENtYk5tb1hPblR2cmozVUlnWW50bDdEeFhwcC9vUnlIbE4vbTZ1eXk3RGNBbHYwR3FJTzlHNElRbmF5Q3RaYjd2RDNHc3FqanE4NnFhZktWSFd5OHZFRno1R0NzcmNIbVdxc3kxdGF3V2VnRndZZHZoVkxMZmdOUWJZU0gzcTB5ZHYyWmI5VXQrL2FENWNDQklBSUJUTnUwUWYyRGh3RHlOdU9ob0VFRFdJLytHU2FmZndGaVpwWnZPU2FmZnc0YlQyOXc2V2w2eDU0OWU0YkZpeGZ6cWRRcHBVY1podms1TEN6c1ZiNEZHakZpeElpUkNzV29CVlFNbFUwTGVHKytkWkZJZEpFUThxMjN0emQ2OU9oUjBkWDVUM0Q5K25YODhzc3ZBQkFlSGg3dVVOSDFLUXBpc1pnQzRBZXRsWlVYTDE2Z2YvLysrT0NERDBBSVFjMmFOVEZ6NWt5c1hyMGFXN2R1QmFDMmxsbTJiQm4yNzk5ZndiVXRPZzRPNm1ZU0hoNyszdlE5QlVCRUl0RU1Rb2duQUpNV0xWcGc2ZEtsYU55NGNVWFg2NTE0L2ZvMTVzMmJCNGxFQWdBS1N1bHlpVVF5SDBEcHFtZFZpS3JTcjd5di9CZjZGUWNIaDQ4NWp0dEJDT2tJQUowNmRjS01HVE5RcjE2OWlxN2FlNEZDb1lDL3Z6LysrT01QS0JRS1VFcmpBVXlXU0NUK0ZWMjN5bzZ4LzZ0WTN0Zit6OWl1S3BhcTJLNk1Xa0Q1VTltMGdMS0piRnd4ekFlQXpaczNRNkV3eHMwc2E1UktKZGF2Vnd1ekhNZDVWbkIxM2pzMmJ0ekl1ME1jUG53WUwxNjhRR3BxS3U3ZnY0K3VYYnVpYTlldW1ENTlPbDYrZklsT25UcHBVcXdhcVZ4UWlVU3luT080OWdBZTM3OS9IMjV1YmdnSkNTbDFDNnJ5Z0ZLS0N4Y3V3TVhGQlJLSkJKVFM1eHpIZFpOSUpML2hQeXhxR1RGU0hvU0ZoVDJXU0NUZlVrckhVVXBUTDE2OENHZG5aeHcrZkJnY1Y5b3h6UDliUEh6NEVNT0hEOGVhTldzZ2w4czVBSHNvcFMyTW9wWVJJMGFNVkNtTVdrQTVVaG0xZ1BkRzJKSklKSmNCSEgvMjdCbHYwV0trN0FnTURNU0RCdzlBS1EyTmlJZzRYTkgxZVo5UUtwVjQvdnc1cW1zRjNnWFVRWjZ2WExtQ00yZk80TXlaTXpoLy9qeXVYcjBLYzNOem1Kb1dKeXU0a2ZJa0lpTGlWbFpXbG9oUzZpK1ZTakZ2M2p3c1hMZ1FXVmxaRlYyMUlpT1ZTckY4K1hKTW56NGRtWm1ab0pRZW9aUitGUkVSY2JHaTYyYkV5SDhKaVVTeVNTYVRmUUhnV0ZaV0ZqdzlQVEYyN0ZnOGUvYXNvcXRXNVpESlpQRDE5WVdibXh2dTM3OFBTbWtzSWVUNzhQRHdvUkVSRWFrVlhUOGpSb3dZTVZKMGpGcEErVkladFlEM1J0Z0NBS1ZTT1FGQTFxNWR1M0RuenAyS3JzNTdTMHhNRE5hdFd3Y0FVbzdqZnE3bytyeHZDQVFDK1ByNmdtWFpJcDB2azhtS2xRcmVTUG56NE1HRERJbEU4aU1BRHdBWng0NGRnNXViRys3ZHUxZlJWU3VVZi8vOUY4T0dEVU5nWUNBQVpGTktKMG9ra243R2laOFJJeFhEdlh2M1hvV0hoL2VobFA0STRIVllXQmhjWEZ5d1o4OGVLSlhLaXE1ZWxTQWlJZ0kvL3ZnanRtM2JCa3FwRXNBZmlZbUpYNFQvdjczN2o0MjZ6dk00L3ZwTVc3YlNka0dSdy9vaklFaFpscGIrNEV3d2dHN09sVVF2d1QzQThFT29QN3BGNVdSUmcwSTUydDZCQmRGdzJFUHNJZUN1aXMwYUZycUdCSmZBZWF1QWdLUXpYNmNsRnFVbjVBcVcycFpRa0xiVG1mbmNIMUJQd3NyUHR0K1o0ZmxJK2srQjcrZFY4dWw3SnUvNS9QQjYvK0oyTmdEQTFhRVgwRE1pdFJjUVU0MHR2OS8vVFRnY2ZpNFlET3JGRjEvVThlUEgzWTRVYzVxYm0vWENDeThvRUFnb0hBNHYrZUtMTHc2NG5Ta1cvYTFHVmVjV3hCOS83ZGl4UTIxdGJVcTh5RUc1aUJ4ZXIvZjM0WEI0bENSZlhWMmRIbi84Y1pXWGwwZmtWaUpyclNvcUtqUjkrblRWMXRaS1VvMmtlM3crbit1SFF3S1FmRDdmSHpzNk9uNHA2ZjFBSUdCWHJseXB4eDU3VEY5OTlaWGIwU0xXNmRPbnRYejVjdVhsNVhXdWN2dlNXbnV2MSt0OXRxNnVydFh0ZkFDQXEwY3ZvUHRGY2k4Z3BocGJrdVE0empwSmE3Lzc3anZsNStkejlsQVhhbXhzMU5OUFA2MmpSNDlLMGtiSGNTNXk5Uks2d3NTSkV6Vng0a1JKK21FTDRvKy83cmpqamd1MkxDS3lPWTd6ZFh0NysyaHI3YXFPamc2N1lzVUtQZmZjYzJwdWJuWTcyZzlhV2xwVVVGQ2dsMTkrV1lGQXdFcDZ1N201T2R2cjlmcmR6Z2JnLzFWVlZaM3dlcjB6SkQxa3JUMWNVMU9qR1RObXFLeXNyUFA2YmVoc28zN1hybDE2NUpGSE9pOWNhUXVId3lWZXIzZWt6K2ZiNDNZK0FFRFhvQmZRZlNLOUZ4QnpqUzFKTXNiOHM2US9IejE2VkRObnp0VCsvZnZkamhUMXFxcXFOSFBtek02VkcvL1YwdEl5MCsxTTE0UE5temRyOCtiTjUzMHZGQXBwM0xoeEdqTm1qUEx5OHZUa2t4ZGVtWTdJZHVEQWdZRFA1L3RkT0J5ZVlLMzlidmZ1M1pveVpZbysvL3h6dDZQSjcvZHIyclJwMnI1OXU2eTFKeVJOOTNxOWVZY1BIMjV6T3h1QXY4M3I5ZjdGNC9HTWtMUTZGQXFGMXExYnA2bFRwOHB4SExlanVhNjV1Vm1GaFlXYU8zZXVHaG9hWkszZEh3d0c3M1ljWjVFazltNENRSXloRjlEMW9xRVhFRFZYZUY2RitKeWNuTGNselpTa0NSTW1hTmFzV1VwTlRYVTVWblJwYkd6VSt2WHJ0WEhqeHM2YjNDcU1NVk1xS3l1ajhycUphTG8rdUxhMlZrT0dESkVraGNOaGVUem45NkU3T2pvVUh4OHZZNkxuMXpnYXJ3L3Vic09IRDA5TlRFd3NOOGI4eWhpako1NTRRck5telZKQ1FrS1A1Z2dHZzNyMzNYZjE1cHR2ZHY2dTc3UFdUdkg1ZkVkNk5FZ1VpcWE2RW91b0srZkx6czYrUjlJNlk4d3ZKV25LbENtYVBYdTJrcE9UWFU3V3M2eTEyclp0bTVZdlg2NldsaFpKT2hVT2h4Yzdqck5DM09UYVphaC83b3JWK3NlOGNsZU16Q3Q2QVYwZ21ub0IwVHhaTDB0T1RzNVRrbDZWOUhOampNYU5HNmY3Nzc5Znc0WU5VLy8rL1pXY25LejQrSGkzWTBhRVVDaWswNmRQcTdHeFVRY1BIdFFubjN5aWp6Lyt1UFA4bisrdHRjVStuMitGMnptdkJTK1U3b3FSRjhydTRNbk96bDVvakNtU2xEQml4QWd0WGJwVXQ5OStlNDhNM3REUW9LS2lvczVQdElMVzJoVStuMitocE1nNy9Dc0NVVmZjUlYyNTBLaFJveEtzdGNYVzJoZU5NYjM2OSsrdndzSkNqUmt6eHUxb1BhSyt2bDdMbGkzVHJsMjdKRW5XMm85RG9kQnYvWDcvTnk1SGl6blVQM2ZGYXYxalhya3JsdVlWdllETEYrMjlnS2lmckpkajVNaVJmeGNYRjdkVTBsUmpUSkxiZWFKTXE2VE53V0J3Z2QvdnIzTTd6TFhpaGRKZHNmUkMyUjNPcmJRb044WU1Ta3BLVW1GaG9SNTQ0SUZ1SFhQbnpwMHFLaXJxWE5Gd3pGcjdtTS9uMjlHdGc4WVk2b3E3cUNzL0xUTXpjNFRINC9tOU1lWnVTWHJvb1lmMC9QUFA2NmFiYm5JN1dyY0loVUtxcUtqUXlwVXIxZGJXSm10dHM3VjIvcmt6VjlBTnFIL3VpdFg2eDd4eVY2ek5LM29CMXlScWVnSFhSWHZTNy9jM1NQcnRzR0hEbnUvZHUvY01ZOHl2SkkyVTFGOVNIMTBuL3crWElXU3RQU21wU1pMZldyc3pGQXE5VzFWVmRjTHRZTUQxd09mejdSazhlSEJXMzc1OTEzLy8vZmVURml4WW9MMTc5MnJldkhtNjRZWWJ1blNzdHJZMnJWNjlXdVhsNVpJa2ErMUhyYTJ0TTJ0cWFwcTZkQ0FBcmpsM1c5SG9yS3lzRjR3eHhWdTNiazNldlh1MzVzK2ZyL0hqeDBmVlZ2WkxPWHo0c0pZc1dkSjVycGlWOU9kUUtQVDB1ZmVBQUlEckZMMkF5eGJWdllEWWVVY0RYSWJPVDREZ3JsajVCS2c3blZzNnZVSlMwc0NCQS9YS0s2OG9MUzJ0UzU1OTVNZ1JGUlFVNk9EQmc1TFVhcTB0ak9TbHhaR091aElacUNzWGw1V1ZOY2pqOGF5WDlBK1NOSGJzV0JVVUZPaVdXMjV4T2RtMUNRUUNLaTh2VjFsWm1ZTEJvS3kxMzBxYTQvUDVOcm1kN1hwQS9Zc01zVmIvbUZlUklkYm1GV0piVE42S0NQd1VhNjM3MTg2aDJ1MEEwY0RyOWE2UmRMZWtxaU5IamlnM04vZkhCemRlRld1dHRtelpvbW5UcHVuZ3dZT3kxbjRkREFiSDB0UzZOdFNWaUVCZHVRVEhjUTU3dmQ3N3crRnd2clcyZWRldVhabzhlYkkyYmRyVWVYNUcxUG55eXkrVm01dXJWYXRXcWFPakl5enBENmRPbmZvRlRhMmVRLzJMQ0RGWC81aFhFU0htNWhWaUcxMVlBSWhnZDkxMTE4OVNVbEpLalRHekpKbjc3cnRQUlVWRjZ0dTM3eFU5NTlTcFUxcStmTGsrK3VnajZldzJuUTBORFExUDFkWFZ0WFpEYkFBUkxEMDlmVUN2WHIzK1U5SnZKQ2tySzB1RmhZVWFOR2lRdThFdVUydHJxOWF1WGF0MzNubW44MXYvWTYxOWl2TUJBUUM0UHRIWUFvQW9rSm1aK1U5eGNYRnJKZlc3K2VhYnRYVHAwaDhPOTd5VUF3Y09hTUdDQlRwMjdKZ2tuYlRXenZINWZPOTFaMTRBa1M4N08zdVNNZVkvSk4yYWtKQ2daNTU1UnRPblQxZENRb0xiMFg1U1pXV2xGaTllckxxNk9rbnFrTFM2cGFWbHdhRkRoOXBkamdZQUFGeENZd3NBb2tSbVp1WnRjWEZ4ZjVRMDFoaWovUHg4NWVYbC9lUTF4YUZRU08rLy83NVdyVnJWdWRXb01oQUlUS211cnE3dHlkd0FJdGZnd1lQNzlPblRwMVJTcmpIR0RCMDZWTVhGeFJvK2ZMamIwYzdUMHRLaU45NTRRNXMyL2JETHNEb2NEai9wT001K04zTUJBQUQzMGRnQ2dPaml5YzdPL2xkalRJR2srTXpNVEpXVWxDZzFOZlc4djlUWTJLamk0bUx0M2J0WE9udkxTYW5QNTN0SlVzaUZ6QUFpWEhaMjl2M0dtRFdTaG5nOEh1WG01aW8vUDErSmlZbXU1ckxXNnROUFAxVkpTWW1hbXBxa3MxZVB2K3IxZXBlSWVnWUFBQ1RGdVIwQUFIQkZiSDE5L1grbnBxYitWZEt2ang4LzNtZkxsaTBhT0hDZzdyenpUa25TbmoxN05IdjJiQjA2ZEVqVzJ1UFcycW1PNDZ6VzJiTzFBT0FDOWZYMTM4VEZ4YTFOU2twS3R0Yit2ZU00bm0zYnRpa3RMVTIzM25xcks1bWFtcHEwZVBGaWxaV1ZxYlcxVlpMMlNQcEhyOWY3SjFIUEFBREFPYXpZQW9Bb2xaR1JjV044ZlB3ZmpERVRKT25oaHg5V1ltS2lQdmpnQTBtU3RYWkhLQlI2MU8vM043Z2FGRUJVeWNyS3V0dmo4YXlYbENGSmt5Wk4wcHc1YzVTU2t0SWo0NGZEWVczZHVsV3Z2ZmFhVHA4K0xVa3R4cGlpeXNySzBoNEpBQUFBb2dxTkxRQ0ljams1T2M5S2VsWFNEWkprclcyMzF2NmI0empMM0UwR0lJckY1K1RrTEpJMFgxSml2Mzc5dEdqUkl0MTc3NzNkT3VpeFk4ZFVVbExTdVkxYWtyWUZBb0g4NnVycS8rM1dnUUVBUU5TaXNRVUFNU0FqSXlNaklTR2hYRkppTUJpYzRmZjc5N21kQ1VEMEd6VnExQytzdFc5THVrZVN4bzhmcjNuejVxbGZ2MzVkT2s0d0dOU21UWnRVV2xxcTl2WjJTV29NaDhQekhNZDVwMHNIQWdBQU1ZZkdGZ0FBQUM3RzVPVGt6SlcwV0ZKS1NrcUtYbnJwSlQzNDRJTXk1dHJmU3RiVzFtckpraVdxcXFxU3RkWWFZLzUwNXN5WloycHFhcHF1K2VFQUFDRG0wZGdDQUFEQUphV25wOS9ScTFldmRaTEdTOUxvMGFPMWNPRkMzWGJiYlZmMXZQYjJkcjMzM250NjY2MjNGQXFGWksydHM5WSs2empPaDEyWkd3QUF4RFp1UlFRQUFNQWxOVFEwdEh6NzdiY2JCZ3dZY05nWU03YXVycTUzUlVXRmtwT1ROWHo0Y0hrOG5zdCtWblYxdGViT25hdnQyN2ZMV2h1U3RENFFDRXlvcXFxcTZyNmZBQUFBeENKV2JBRUFBT0NLcEtXbDNaeVVsRlJtakprc1NSa1pHU29zTE5TUUlVTXUrdS9PbkRtak5XdldhTU9HRFpJa2ErM1gxdHBaanVQOHRkdERBd0NBbU1TS0xRQUFBRnlScHFhbU0vWDE5UnNIREJqZ1NCcmIwTkR3ODRxS0NobGpsSjZlcnJpNEM5OWk3dHUzVDNQbXpORm5uMzBtYTIzQUdMTXlFQWhNcnFxcXF1MzVud0FBQU1RS1Ztd0JBQURncWcwYk5peWxkKy9lL3k3cFNXT01aL0Rnd1NvdUxsWjZlcm9rNmVUSmt5b3RMZFdISDU0OU9zdGE2NFJDb1R5LzMrOTFNVFlBQUlnUk5MWUFBQUJ3emJLenMrK1Q5Sll4SnMwWW8wY2ZmVlJEaHc3VjY2Ky9yaE1uVGtqU0dVbEx2Vjd2TWtsaFY4TUNBSUNZUVdNTEFBQUFYV0xRb0VHSk45NTQ0OHZHbU45SlN2alJIKzBNaDhONWp1Tjg3VlkyQUFBUW0yaHNBUUFBb0V0bFptWm14OFhGcmJmVzN1bnhlUDZsc3JMeVRiY3pBUUFBQUFBQUFGY2kzdTB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FBQUJjbGY4RDhZeTZKRE05cThjQUFBQUFTVVZPUks1Q1lJST0iLAoJIlR5cGUiIDogImZsb3ciCn0K"/>
    </extobj>
  </extobjs>
</s:customData>
</file>

<file path=customXml/itemProps1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8118</Words>
  <Application>WPS 演示</Application>
  <PresentationFormat>宽屏</PresentationFormat>
  <Paragraphs>1139</Paragraphs>
  <Slides>122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122</vt:i4>
      </vt:variant>
    </vt:vector>
  </HeadingPairs>
  <TitlesOfParts>
    <vt:vector size="190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 Light</vt:lpstr>
      <vt:lpstr>汉仪中等线KW</vt:lpstr>
      <vt:lpstr>Calibri Light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社群裂变活动策划全流程 ——短期内实现规模化快速增长</vt:lpstr>
      <vt:lpstr>PowerPoint 演示文稿</vt:lpstr>
      <vt:lpstr>经典裂变活动案例「寻找锦鲤」创意拆解</vt:lpstr>
      <vt:lpstr>PowerPoint 演示文稿</vt:lpstr>
      <vt:lpstr>经典爆款裂变案例「寻找锦鲤」创意拆解</vt:lpstr>
      <vt:lpstr>经典爆款裂变案例「寻找锦鲤」创意拆解</vt:lpstr>
      <vt:lpstr>经典爆款裂变案例「寻找锦鲤」创意拆解</vt:lpstr>
      <vt:lpstr>经典爆款裂变案例「寻找锦鲤」创意拆解</vt:lpstr>
      <vt:lpstr>思考</vt:lpstr>
      <vt:lpstr>思考</vt:lpstr>
      <vt:lpstr>思考</vt:lpstr>
      <vt:lpstr>经典爆款裂变案例「寻找锦鲤」创意拆解</vt:lpstr>
      <vt:lpstr>活动背景</vt:lpstr>
      <vt:lpstr>PowerPoint 演示文稿</vt:lpstr>
      <vt:lpstr>思考</vt:lpstr>
      <vt:lpstr>活动背景</vt:lpstr>
      <vt:lpstr>活动背景</vt:lpstr>
      <vt:lpstr>活动背景</vt:lpstr>
      <vt:lpstr>活动背景</vt:lpstr>
      <vt:lpstr>活动背景</vt:lpstr>
      <vt:lpstr>思考</vt:lpstr>
      <vt:lpstr>活动背景</vt:lpstr>
      <vt:lpstr>活动目的</vt:lpstr>
      <vt:lpstr>PowerPoint 演示文稿</vt:lpstr>
      <vt:lpstr>思考</vt:lpstr>
      <vt:lpstr>活动目的</vt:lpstr>
      <vt:lpstr>活动目的</vt:lpstr>
      <vt:lpstr>活动目的</vt:lpstr>
      <vt:lpstr>活动目的</vt:lpstr>
      <vt:lpstr>活动目的</vt:lpstr>
      <vt:lpstr>活动目的</vt:lpstr>
      <vt:lpstr>活动目的</vt:lpstr>
      <vt:lpstr>思考</vt:lpstr>
      <vt:lpstr>活动目的</vt:lpstr>
      <vt:lpstr>练习</vt:lpstr>
      <vt:lpstr>活动目标</vt:lpstr>
      <vt:lpstr>PowerPoint 演示文稿</vt:lpstr>
      <vt:lpstr>思考</vt:lpstr>
      <vt:lpstr>活动目标</vt:lpstr>
      <vt:lpstr>活动目标</vt:lpstr>
      <vt:lpstr>活动目标</vt:lpstr>
      <vt:lpstr>活动目标</vt:lpstr>
      <vt:lpstr>活动目标</vt:lpstr>
      <vt:lpstr>活动主题</vt:lpstr>
      <vt:lpstr>PowerPoint 演示文稿</vt:lpstr>
      <vt:lpstr>场景再现</vt:lpstr>
      <vt:lpstr>场景再现</vt:lpstr>
      <vt:lpstr>思考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活动主题</vt:lpstr>
      <vt:lpstr>思考</vt:lpstr>
      <vt:lpstr>活动主题</vt:lpstr>
      <vt:lpstr>练习</vt:lpstr>
      <vt:lpstr>活动规则</vt:lpstr>
      <vt:lpstr>PowerPoint 演示文稿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活动规则</vt:lpstr>
      <vt:lpstr>思考</vt:lpstr>
      <vt:lpstr>思考</vt:lpstr>
      <vt:lpstr>活动规则</vt:lpstr>
      <vt:lpstr>活动规则</vt:lpstr>
      <vt:lpstr>练习</vt:lpstr>
      <vt:lpstr>活动规则</vt:lpstr>
      <vt:lpstr>PowerPoint 演示文稿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活动规则</vt:lpstr>
      <vt:lpstr>思考</vt:lpstr>
      <vt:lpstr>社群裂变活动策划全流程</vt:lpstr>
      <vt:lpstr>社群裂变活动策划全流程</vt:lpstr>
      <vt:lpstr>社群裂变活动策划全流程</vt:lpstr>
      <vt:lpstr>社群裂变活动策划全流程</vt:lpstr>
      <vt:lpstr>社群裂变活动策划全流程</vt:lpstr>
      <vt:lpstr>思考</vt:lpstr>
      <vt:lpstr>思考</vt:lpstr>
      <vt:lpstr>社群裂变活动策划全流程</vt:lpstr>
      <vt:lpstr>社群裂变活动策划全流程</vt:lpstr>
      <vt:lpstr>活动渠道</vt:lpstr>
      <vt:lpstr>PowerPoint 演示文稿</vt:lpstr>
      <vt:lpstr>种子用户寻找的底层逻辑：</vt:lpstr>
      <vt:lpstr>启动期种子用户的寻找</vt:lpstr>
      <vt:lpstr>思考</vt:lpstr>
      <vt:lpstr>启动期种子用户的寻找</vt:lpstr>
      <vt:lpstr>练习</vt:lpstr>
      <vt:lpstr>活动预算</vt:lpstr>
      <vt:lpstr>PowerPoint 演示文稿</vt:lpstr>
      <vt:lpstr>活动预算</vt:lpstr>
      <vt:lpstr>活动预算</vt:lpstr>
      <vt:lpstr>活动预算</vt:lpstr>
      <vt:lpstr>活动预算</vt:lpstr>
      <vt:lpstr>活动预算</vt:lpstr>
      <vt:lpstr>活动预算</vt:lpstr>
      <vt:lpstr>活动预算</vt:lpstr>
      <vt:lpstr>思考</vt:lpstr>
      <vt:lpstr>思考</vt:lpstr>
      <vt:lpstr>活动预算</vt:lpstr>
      <vt:lpstr>练习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Mr.liu</cp:lastModifiedBy>
  <cp:revision>852</cp:revision>
  <dcterms:created xsi:type="dcterms:W3CDTF">2024-11-06T09:17:19Z</dcterms:created>
  <dcterms:modified xsi:type="dcterms:W3CDTF">2024-11-06T09:17:19Z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2052-6.7.1.8828</vt:lpwstr>
  </property>
  <property fmtid="{D5CDD505-2E9C-101B-9397-08002B2CF9AE}" pid="3" name="ICV">
    <vt:lpwstr>2FBA3DB7156D49D38FE5BF7338882AF3</vt:lpwstr>
  </property>
</Properties>
</file>