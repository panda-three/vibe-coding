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工具会换，结构不换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三年前你们纠结"要不要用电脑做课件"，再往前纠结"要不要用投影"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72186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今天回头看，纠结的都是工具，留下来的都是结构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这个顺序，三十年没换过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工具换了一茬又一茬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没换的：想清楚"这堂课要让学生带走什么"，再决定用什么工具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豆包、GPT、新模型——工具会换；双三角、场景、数据、判断力、人机分工——结构十年不换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最不稳定的，是工具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 时代最不稳定的是工具，只有结构才是可靠的地基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你今天不是学会了某个 AI，是学会了看透并用好这套结构——结构，不会过时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敢、能、信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D1 敢了——敢让 AI 干活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D2 能了——做出过东西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D3 懂了——懂它凭什么、你凭什么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 好神吗？神。但更神的，是那个看清它、用好它的人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“工具会换，结构不换”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四阶段成长宝图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白天你学了框架、入口、燃料、判断、分工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这张宝图，告诉你从哪一天开始练、按什么顺序练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启动期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跨越：从上手恐惧，到真爽一次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驱动：信心飞轮——不敢碰，永远学不会；爽一次，就上路了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练的角：场景。口诀：先爽一次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例子：每周班级小结——每周五 15 分钟，3 件事说给 AI；第一周拿到能发的 60 分版本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坑：别一上来搞大项目，场景越大越难，越容易吓退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你要的是第一个 60 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加速期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跨越：从简单能做，到持续变强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驱动：结果飞轮——每一轮都比上一轮好一点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练的角：基本功＋审美。口诀：互相教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例子：家长会发言稿——3 篇满意的稿拆成"标题/开头/结构/金句/禁忌"教给 AI，让它越写越像你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 替你完成任务是效率，帮你提升能力才是复利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复利期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跨越：从一个人做，到团队体系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驱动：复利飞轮。练的角：数据＋体系。口诀：沉淀复制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例子：三类数据攒成发言 Agent——标准/范例/反馈，攒成"发言五件套"，发给全年级同事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2359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你白天写的那三行数据，不是作业——是你第一笔"别人偷不走的你"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迁移期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跨越：从单一领域，到跨界领先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驱动：跨界飞轮。练的角：创造力＋体系。口诀：底层迁移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例子：同一套框架迁到招生/校本课——还是那套"标准＋范例＋反馈＋建模"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高手换个行业照样降维打击，这才是终极形态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阶段错配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原话：我们卡住、或带不动下属，往往是因为阶段和飞轮错配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新人一上来就想"封装复制、做套系统"——太难，直接崩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老人早过了信心建立，还停在"先试试、找找感觉"——太慢，原地打转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先判断自己在哪个阶段——阶段对了，方法才有效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你在哪一段？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四阶段：启动、加速、复利、迁移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口诀连读：先爽一次、互相教、沉淀复制、底层迁移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我现在在＿＿，下一步做＿＿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7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1"/>
              <a:t>“先爽一次，再互相教；先自己跑起来，再沉淀复制；最后带着练成的框架，去更大的世界”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带走 4 样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一张双三角图——模块1，黑板拍下来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一个一句话场景——模块2，宝图"启动期"的最小场景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一份三类数据清单——模块3，"复利期"的第一笔数据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一条判断/验收红线——模块4，"加速期"的审美基本功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百日行动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从今天起，每天把一件最烦的事，说给 AI 听一次——让它先出，你来收敛定稿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你不是在"用 AI"——你是在按宝图走第一步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说给 AI 听是发散（口喷）；你来收敛定稿，是判断，是审美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明天开始，三小步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找一个最小场景（启动）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喂进去一份数据（复利）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做一次判断、留一条红线（加速）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三个月后，你手里有一抽屉"你的数据"——差的不是工具，是习惯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回去第一件，说给 AI 听的事？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有答案的，今天这课，你带走了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出活的是 AI，说了算的是你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三天前：AI 好神啊，我学不会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D1 让 AI 干活了——原来我也能；D2 做出了自己的东西——原来我也能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今天：上午定场景、喂数据；下午验答案、十个里挑一个、给口喷定调性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“原来，我早就在指挥 AI 了”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你们不是来学 AI 的——你们是来确认一件事：AI 再神，方向在你手里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你定的标准，落款是你的名字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