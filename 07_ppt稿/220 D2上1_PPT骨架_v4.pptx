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32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72" Type="http://schemas.openxmlformats.org/officeDocument/2006/relationships/slide" Target="slides/slide6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5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97" Type="http://schemas.openxmlformats.org/officeDocument/2006/relationships/slide" Target="slides/slide35.xml"/><Relationship Id="rId98" Type="http://schemas.openxmlformats.org/officeDocument/2006/relationships/slide" Target="slides/slide36.xml"/><Relationship Id="rId99" Type="http://schemas.openxmlformats.org/officeDocument/2006/relationships/slide" Target="slides/slide37.xml"/><Relationship Id="rId100" Type="http://schemas.openxmlformats.org/officeDocument/2006/relationships/slide" Target="slides/slide38.xml"/><Relationship Id="rId101" Type="http://schemas.openxmlformats.org/officeDocument/2006/relationships/slide" Target="slides/slide39.xml"/><Relationship Id="rId102" Type="http://schemas.openxmlformats.org/officeDocument/2006/relationships/slide" Target="slides/slide40.xml"/><Relationship Id="rId103" Type="http://schemas.openxmlformats.org/officeDocument/2006/relationships/slide" Target="slides/slide41.xml"/><Relationship Id="rId104" Type="http://schemas.openxmlformats.org/officeDocument/2006/relationships/slide" Target="slides/slide42.xml"/><Relationship Id="rId105" Type="http://schemas.openxmlformats.org/officeDocument/2006/relationships/slide" Target="slides/slide43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D2上午 · 从一句话到400+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728216" y="2926080"/>
            <a:ext cx="92994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/>
              <a:t>朋友一句话 → 400多个付费用户——不是运气，是流程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“先验证，再投入”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这四个字，是这个故事的地基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出发点：朋友一句话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“设计师出图太贵了。”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就这一句，没头没尾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就这一句抱怨，值400多个付费用户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场景：我那朋友是设计师，天天出图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AI 出图，一张几毛钱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一天几百张，天天在掏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一个月下来，上千块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天天掏钱的事，才是真事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我当时什么反应？——“哦，贵就贵呗。”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我没当回事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可那句话，它没走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回去一想：这句话里，藏着三样东西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没走的那句话，里头有货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真需求三特征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有人——谁在说这句话？设计师，一群人，不是一个人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有痛——出图太贵，天天在掏钱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高频——天天出图，天天痛，不是一年痛一次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一句话是抱怨，三样凑齐是需求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边界：什么不是需求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“我家门口树太高”——有人、有痛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但一年痛一次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那不是需求，是闲事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三样凑不齐，别动手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60秒：写一句你听过的抱怨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【任务卡】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工作里、生活里，哪句抱怨你听得最多？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“太贵了”“太慢了”“太烦了”——写下来，一句就行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想不起来？你抱怨过别人也行，写下来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不是会写代码的人发现需求，是听见抱怨的人发现需求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“不是会写代码的人发现需求，是听见抱怨的人发现需求”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你刚才写下的那句，可能就是你未来的“400个付费用户”的起点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五行模板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第一行：给谁用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第二行：解决什么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第三行：现在怎么做的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第四行：贵在哪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第五行：他愿不愿意换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前四行是事实，第五行是判断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五行填好，长这样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给谁用：设计师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解决什么：出图太贵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现在怎么做的：自己找图、外包、硬扛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贵在哪：一张几毛 × 一天几百张 = 一个月上千块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愿不愿意换：能省一半成本——换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事实拷问清楚了，判断才有底气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【指令卡】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“帮我把‘设计师出图太贵了’这句话，拷问成五行需求模板：给谁用/解决什么/现在怎么做的/贵在哪/愿不愿意换。”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讲师机动作：切豆包 → 打这句 → 回车（等待期话术：稍等，它在想）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演示②：它填的，都是有人、有痛、高频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看大屏中间，五行一行一行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有人、有痛、高频——就是刚才那三样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先拷问，后动手——顺序不能反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纠偏：直接问，它就给你个随便的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你要是直接问“做个生图网站行不行”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它就给你一个随便的答案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先拷问，后动手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顺序反了，答案就水了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90秒：把你的抱怨逼成五行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【任务卡】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基础版：照模板一行一行填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进阶版：填完发豆包，让它补第五行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挑战版：拷问完再问“这个需求值得做吗？”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你没画一张图，已经把一个需求想清楚了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初版三件事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第一，让它能跑——点一下，出来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第二，让它能用——丑没关系，功能是真的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第三，先给人用——没自己藏着，直接给朋友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初版的敌人不是丑，是“没跑起来”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我当时那个初版，丑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没有设计，没有品牌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就是一个能出图的东西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但我没等——直接给朋友：你先用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人先用起来，才知道哪里该改；自己憋着改，永远改不完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“初版的敌人不是丑，是‘没跑起来’”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有人问“这么丑怎么好意思给人用”——我当时也这么想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生图网站本质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一个网页 + 一个调用的接口 = 生图网站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网页好办，难在怎么让网站会出图——调别人的接口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新问题：接口，怎么接？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我没学过接口。我的做法，你也能做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喂文档法第一步：调研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不是拿到一家就接——先把几家生图接口的文档都翻一遍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比什么：接口稳不稳、参数全不全、价格多少、返回啥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像挑菜，先逛一圈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调研不花钱，踩坑才花钱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喂文档法三步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① 接口链接——接口地址给它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② 接口参数——要传什么：提示词、尺寸、数量、钥匙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③ 返回结果——图片网址藏在哪个字段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就这三样喂进去，它基本就能用这个接口了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【指令卡】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“这是 XXX 生图接口的文档（链接+参数+返回示例），请帮我在我的网站里接入它：用户输入提示词→调这个接口→把返回的图片显示出来。”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讲师机动作：切豆包 → 打字 → 回车（等待期话术：它读文档呢）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演示②：看，代码出来了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关键在这：我不是让 AI 猜接口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我是把接口的“说明书”喂给它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先让它学会，再让它干活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纠偏：不给文档，它就编一个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直接说“接个生图接口”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它十有八九编一个——那接口根本不存在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喂的是真文档，出的才是真代码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“先让它学会，再让它干活”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耳熟吗？昨天下午的主锤——今天，用在了接口上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上午三件事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听见一句话 → 逼成五行 → 搭个能跑的初版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没有一件需要“会写代码”——你干的活是听、是问、是判断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“听、问、判断——你天天都在干”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400+的第一步，就是这么来的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下午：接口自己“翻车”了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【悬念】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用着用着，出事了——接口不稳定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时而慢、时而挂、时而出错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怎么接住这一波？下午见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只许记住这一句：先验证，再投入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