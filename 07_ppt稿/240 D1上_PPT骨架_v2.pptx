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56" r:id="rId63"/>
    <p:sldId id="257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6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84" r:id="rId91"/>
    <p:sldId id="285" r:id="rId92"/>
    <p:sldId id="286" r:id="rId93"/>
    <p:sldId id="287" r:id="rId59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295" r:id="rId102"/>
    <p:sldId id="296" r:id="rId103"/>
    <p:sldId id="297" r:id="rId104"/>
    <p:sldId id="298" r:id="rId105"/>
    <p:sldId id="299" r:id="rId106"/>
    <p:sldId id="300" r:id="rId107"/>
    <p:sldId id="301" r:id="rId108"/>
    <p:sldId id="302" r:id="rId109"/>
    <p:sldId id="303" r:id="rId110"/>
    <p:sldId id="304" r:id="rId111"/>
    <p:sldId id="305" r:id="rId112"/>
    <p:sldId id="306" r:id="rId113"/>
    <p:sldId id="307" r:id="rId11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0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6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06" Type="http://schemas.openxmlformats.org/officeDocument/2006/relationships/slide" Target="slides/slide44.xml"/><Relationship Id="rId107" Type="http://schemas.openxmlformats.org/officeDocument/2006/relationships/slide" Target="slides/slide45.xml"/><Relationship Id="rId108" Type="http://schemas.openxmlformats.org/officeDocument/2006/relationships/slide" Target="slides/slide46.xml"/><Relationship Id="rId109" Type="http://schemas.openxmlformats.org/officeDocument/2006/relationships/slide" Target="slides/slide47.xml"/><Relationship Id="rId110" Type="http://schemas.openxmlformats.org/officeDocument/2006/relationships/slide" Target="slides/slide48.xml"/><Relationship Id="rId111" Type="http://schemas.openxmlformats.org/officeDocument/2006/relationships/slide" Target="slides/slide49.xml"/><Relationship Id="rId112" Type="http://schemas.openxmlformats.org/officeDocument/2006/relationships/slide" Target="slides/slide50.xml"/><Relationship Id="rId113" Type="http://schemas.openxmlformats.org/officeDocument/2006/relationships/slide" Target="slides/slide51.xml"/><Relationship Id="rId114" Type="http://schemas.openxmlformats.org/officeDocument/2006/relationships/slide" Target="slides/slide52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结果证据页 | 源段:B2-12/13/14/15/16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源段:B1-02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悬念页 | 源段:B1-01/03/04/05/06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锚点页 | 源段:B1-07/08/09/10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任务卡 | 源段:B1-11/12/13/14/15/16/17/18/19/20/21 | 时长:240s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桥页 | 源段:B1-22/23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章节页 | 源段:B2-01/02/03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结果证据页 | 源段:B2-04/05/06/07/08/09/10/11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反差页 | 源段:B2-17/18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桥页 | 源段:B2-19/20/24/25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锚点页 | 源段:B2-21/22/23/26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章节页/模型页 | 源段:B3-01/02/03/04/05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锚点页 | 源段:B3-06/07/08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章节页 | 源段:B4-01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演示指令卡 | 源段:B4-02/03/04/05/06/07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结果诊断页 | 源段:B4-08/09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对比/迭代页 | 源段:B4-10/11/12/13/14/15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对比/迭代页 | 源段:B4-17/18/19/20/21/22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金句页 | 源段:B4-16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源段:B4-23/24/25/26/27/28/29/30/31 | 时长:300s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锚点页 | 源段:B4-32/33/34/35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桥页 | 源段:B4-36/37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命名页 | 源段:B5-01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公式页 | 源段:B5-02/03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套用页 | 源段:B5-04/05/06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案例对比页（左） | 源段:B5-07/08/09/10/11/12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案例对比页（右） | 源段:B5-13/14/15/16/17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案例对比页 | 源段:B5-18/19/20/21/22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存屏页/任务卡 | 源段:B5-23/24/25/26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金句页＋桥 | 源段:B5-27/28/29/30/31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章节页 | 源段:B6-01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名词页① | 源段:B6-02/03/04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名词页② | 源段:B6-05/06/07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名词页③ | 源段:B6-08/09/10/11/12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名词页④ | 源段:B6-13/14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演示指令卡 | 源段:B6-15/16/17/18/19/20/30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结果证据页 | 源段:B6-21/22/23/24/25 | 时长:180s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拆解页 | 源段:B6-26/27/28/29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名词页⑤ | 源段:B6-31/32/33/34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名词页⑥ | 源段:B6-35/36/37/38/39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名词页⑦ | 源段:B6-40/41/42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名词页⑧ | 源段:B6-43/44/45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链条总图 | 源段:B6-47/48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金句＋锚点页 | 源段:B6-46/49/50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章节页 | 源段:B7-01/02/03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回扣页 | 源段:B7-04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演示指令卡 | 源段:B7-05/06/07/08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结果证据页/回扣页 | 源段:B7-09/10/11/12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名词页 | 源段:B7-13/14/21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迭代页 | 源段:B7-15/16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锚点＋行动页 | 源段:B7-17/18/19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封底 | 源段:B7-20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6.xml"/><Relationship Id="rId7" Type="http://schemas.openxmlformats.org/officeDocument/2006/relationships/image" Target="../media/image1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7.xml"/><Relationship Id="rId7" Type="http://schemas.openxmlformats.org/officeDocument/2006/relationships/image" Target="../media/image1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Vibe Coding 3天营 · D1上午</a:t>
            </a:r>
            <a:br/>
            <a:r>
              <a:rPr lang="zh-CN" altLang="en-US" sz="3600" b="1"/>
              <a:t>你没写一行代码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猜：从开口到能给别人看，要多久？</a:t>
            </a:r>
          </a:p>
          <a:p>
            <a:r>
              <a:rPr lang="zh-CN" altLang="en-US"/>
              <a:t>30秒／3分钟／3小时／3天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“你没写一行代码”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一个词：评语/海报/通知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你的一个词，凭什么能变成一个东西？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【待放图：不是图片，是网页】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【待放图：能点、能滚、能发给别人】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不是找人做的，不是花钱买的——是一个人，用一个工具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破除"这得花多少钱"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它们怎么来的？答案先放一放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“你也能做成这样：今天下午之前，手机里就有一个”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三天的路：敢 → 能 → 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“今天上午，只走第一步：敢”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动手：一句话做出来，再一步步改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第一版：就一句话——帮我做一个贪吃蛇游戏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起步指令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第一版有点普通：没分数，死了没提示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【结果诊断页】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【待放图：找到问题才能迭代】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迭代①：不重写，接着加一句——加分数、加死亡提示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迭代＝追加，不是重写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迭代②：继续说人话——蛇变绿、速度更快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全程没碰代码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“提示词不是一次写对的，是越改越好的”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轮到你了：加一个你自己的要求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颜色/分数/速度/难度任选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“你手机里，已经有一个你改过的贪吃蛇”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你刚才干的这件事，有一个名字</a:t>
            </a:r>
          </a:p>
          <a:p>
            <a:r>
              <a:rPr lang="zh-CN" altLang="en-US"/>
              <a:t>承接块五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你刚才干的那件事，叫"提示词"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【命名页】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命名时刻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一句话的公式：角色＋任务＋背景＋要求＋格式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【公式页】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万能公式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拿贪吃蛇套公式：任务一句话，要求越具体越准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【套用页】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不会问：帮我写个卖苹果的文案 → 万能广告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【案例对比页（左）】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谁都能用＝谁都不想要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会问：角色+场景+价格+要求 → 直接能发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【案例对比页（右）】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把活派清楚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请假也一样：加背景和要求，出来就能发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模式复用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万能模板：存下来，以后照抄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【存屏页/任务卡】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五要素模板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“提示词不是咒语，是派活说明书”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接下来这几个词：不是背的，是一条链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大模型：一个读过很多书、你说话它干活的实习生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【名词页①】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会说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Token：大模型数数的单位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只认数字不认字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上下文：它的记忆是装的，全靠每次重新说一遍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【名词页③】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临时记忆体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提示词：你发给它的那句话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【名词页④】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派活说明书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我就打这一句话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揭密时刻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出来了：能点、能滚、能发给别人——就一句话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【待放图：揭晓答案】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越具体，越省事：那句话里藏着任务和要求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【拆解页】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公式回扣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工具：让大模型的手伸到外面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【名词页⑤】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从"会说"到"会做"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智能体：你给任务，它自己拆步骤自己干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【名词页⑥】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自主干活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Skill：把好用的说法存成技能包，下次一句话调用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【名词页⑦】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可复用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Vibe Coding：用大白话指挥电脑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【名词页⑧】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理念收口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不是八个词，是一条链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【链条总图】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大模型 → Token → 上下文 → 提示词 → 工具 → 智能体 → 技能包 → Vibe Coding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每个都是因为上一个做不到，才有了下一个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“你不是在学编程，你是在学指挥”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上午最后留个彩蛋：生图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它的做法跟网页一模一样：我描述，它出图</a:t>
            </a:r>
          </a:p>
          <a:p>
            <a:r>
              <a:rPr lang="zh-CN" altLang="en-US"/>
              <a:t>套路复用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一句话：一张星空海报，深蓝背景，银河横穿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生图指令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出来了——这就是刚才那张海报的做法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【结果证据页/回扣页】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【待放图：悬念回收】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  <p:pic>
        <p:nvPicPr>
          <p:cNvPr id="23" name="Picture 22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3192471"/>
            <a:ext cx="3099816" cy="17440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生图模型：把一句话变成一张图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文生图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不满意接着改：星星少一点、字大一点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同款迭代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“明天下午，做一张你自己的海报”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上午到这里，下午两点</a:t>
            </a:r>
            <a:br/>
            <a:r>
              <a:rPr lang="zh-CN" altLang="en-US" sz="3600" b="1"/>
              <a:t>做你自己的简历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