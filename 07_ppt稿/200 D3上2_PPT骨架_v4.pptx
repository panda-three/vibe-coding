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Relationship Id="rId7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数据进阶：从"会聊天"到"会喂数据"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同一个 AI，喂没喂数据，差一大截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三类数据：标准·范例·反馈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标准：什么是好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范例：好的长什么样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反馈：你怎么改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① 标准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标准＝评分标准，每一项怎么算，写清楚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例：发言稿，结构 30 分、语气 20 分、结尾 20 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标准就是你心里那把尺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② 范例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范例＝优秀作品，3–5 篇就够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例：你收藏的、大家点赞高的好通知、好教案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 看范例，比看一堆道理管用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③ 反馈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反馈＝你的修改，哪里好、哪里不对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例：改完 AI 稿子，把"为什么改"说给它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反馈最容易被忽略，也最值钱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数据，是别人偷不走的私有资产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你攒的不是一堆文件，是你自己的风格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体感：睡前故事四阶段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没数据 30 分 → 喂标准 50 分 → 喂范例 65 分 → 喂反馈 80 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喂得越多，越讲越像你</a:t>
            </a:r>
          </a:p>
        </p:txBody>
      </p:sp>
      <p:pic>
        <p:nvPicPr>
          <p:cNvPr id="1011" name="Picture 1010" descr="200占位_睡前故事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动笔：写三类数据清单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打开便签，写三行：标准、范例、反馈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每项先写一个，不用全，等会儿看完案例再补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案例：优秀教案库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把教案攒成一个库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五件套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基本信息：学段、学科、课型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标准：好教案的要求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范例：3–5 份优秀教案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风格：你的语言习惯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禁忌：不能出现的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这五样齐了，它就像你带的实习生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 vs 喂数据版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初版：平均水平，谁都像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喂数据版：结构、语气、例子都像你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你再看，这还是那个豆包吗？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方法论出处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组件思维＋Z 模型：拆成可复用的块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池子→雷达图：把范例攒成库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Few-Shot：1·3·5 个范例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风格三步法：固定你的语气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加数据，比换提示词管用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不是 AI 变聪明，是你喂得好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C 题库：只讲结构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MinerU：把题录成结构化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考纲标签：按知识点归类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错题：错哪、为什么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版本化：每次改留痕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相似题：自动推同类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处理四步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脱敏：去掉姓名等隐私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结构化：按统一格式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标签化：打关键词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版本化：改了留 v2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6+1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6 类常见数据：文档、表格、图片、音频、网页、对话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＋1：你自己的反馈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补清单：边干边攒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把刚才三行清单补全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改东西，记得留个 v2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这就是你私有资产的起点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上午收束：把六角再串一遍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我们一起，从第一个角开始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双三角，还记得吗？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人类三角：审美、体系、创造力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AI 三角：场景、数据、基本功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六角映射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场景：任务×对象×约束×输出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数据：标准、范例、反馈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基本功：会提问、会调用工具、会迭代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“收：场景卡＋数据清单”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场景卡：你最想交给 AI 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数据清单：你最该攒的私有资产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从"AI 好神"到"我也能"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你带走的不是一堆笔记，是底气：我知道让 AI 干哪一半、我知道先喂什么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下午预告：成长宝图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下午：成长宝图，把六角"怎么练"串成图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你会从"用 AI"，走到"指挥 AI 一起干"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“先有场景，再谈数据。”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