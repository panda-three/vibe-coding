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D3上午 · 人和AI怎么分工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同样用AI，人和人差10倍——差的不在工具，在分工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“缺的不是问法，是框架”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一封信，两种问法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左："帮我写封信。"——客气工整，谁都能写，谁都不想要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右："收信人是家长，孩子刚转学来，要让他觉得被重视，语气像熟人聊天，结尾给一个具体行动。"——是个人话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01 双三角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人类三角：不能交给AI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审美——一眼看出这东西好还是不好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体系——把乱糟糟的事拆成几步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创造力——提出新组合、新假设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这三个角，AI替不了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AI三角：尽管交给AI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场景——哪个环节值得让AI干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数据——喂标准、好例子、你的反馈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基本功——会问、会判、会改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人类定方向，AI提产能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02 一封信，六角串起来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 + 审美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场景：期末，给每个学生一封"被看见"的信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审美：什么叫"好"？先自己找十封好信看——那个感觉就是标准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审美的标准，不能交给AI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数据 + 基本功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数据：喂你对孩子的了解——成绩、谈话记录、印象里的事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基本功：提示词——D1学的五步法，在这用上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喂的是你对孩子的了解，不是网上搜的范文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体系 + 创造力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体系：好信 = 看见 × 命名 × 锚定 × 展开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创造力：写给最头疼的孩子——写他好怕他飘，写他问题怕他伤——这个纠结和自洽，AI没有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六个角齐了，活才出得来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03 场景怎么找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场景公式：四个词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任务——做什么事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对象——给谁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约束——什么不能错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输出——要什么结果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先有场景，再谈数据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三源四筛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三源：抱怨里 / 重复里 / 痛点里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四筛：高频 / 高痛 / 容错 / 数据可得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四个都过才值得做；细到"谁、什么时候、要什么、什么不能错"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案例：《第一份档案》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新生入校，跟每个家长视频通话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把沟通丢给AI总结 → 一份只关于这个孩子的档案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发给家长——"您比我们还要懂孩子……"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场景从痛点里长出来，不是从工具功能里长出来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60秒：写你的一句话场景卡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给谁、在什么时候、解决什么任务、什么不能错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写不出来抄模板——帮我在__（什么时候），把__（任务）做成__（输出），对象是__，不能错的是__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