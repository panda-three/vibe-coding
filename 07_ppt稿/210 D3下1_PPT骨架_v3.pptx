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D3下午 · AI说的话，你敢信多少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54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判断，比提问更值钱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“判断，比提问更值钱”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AI一本正经地胡说时，一眼分出哪句能信、哪句要查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第一类：套话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"感谢大家百忙之中""让我们携手并进"——没错，但没信息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判断标准：删掉它，意思变不变？不变，就是套话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套话，直接删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第二类：可用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说得对、能用、改改就能用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判断标准：这段，我自己写得出吗？写不出，留着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第三类：必须核查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涉及事实、数据、人名、时间、知识点的——AI可能一本正经地编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判断标准：这句话错了，后果严重吗？严重，必须查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套话删掉，可用留着，事实必查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现场演示：AI出题你敢直接用吗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让AI出3道指针练习题带参考答案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运行一遍：3道题，2道对，1道是编的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题目长得像真题，但答案算出来是错的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不跑直接发学生——全班学错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“AI说的不等于对的”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落款是你的名字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5623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600" b="0">
                <a:solidFill>
                  <a:srgbClr val="888888"/>
                </a:solidFill>
              </a:rPr>
              <a:t>它不知道"对不对"，它只知道"像不像"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三色标注规则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绿色 = 套话，删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黄色 = 可用，留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红色 = 必须核查，查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不用交，自己标——这是你判断力的第一张成绩单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90秒：标一封表扬信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AI写的期末表扬信，里面藏了AI的毛病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绿=套话 / 黄=可用 / 红=必查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先标最明显的——哪句放谁家都行，那就是绿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公开过三色：逐句判定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"希望你在新学期继续保持优异表现。"——绿，套话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"我记得你在运动会上的那个转身，全班都喊你名字。"——黄，真细节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"你本学期语文成绩稳定在95分以上。"——红，成绩是95还是94？AI编的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哪句不像我，哪句就值得重写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AI写得再像，有一类话它写不像：你的"私下话"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"你上次偷偷把同桌的笔捡起来，我看见了。"——这种话AI编不出来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你改的那句，就是反馈数据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协作五层级（上）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替代——啥都让它干，你只看结果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辅助——你干主活，它打下手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这两层的问题：它写的，不是你的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协作五层级（下）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协作——你干一半，它干一半，来回改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委托——完整的事交给它，你只管验收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⑤ 共创——它出十个方向，你选一个，一起做深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今天目标——至少站上"协作"和"委托"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人类负责什么，AI负责什么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人类：定义问题 / 审美判断 / 伦理责任 / 最终决策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AI：穷举 / 生成 / 初稿 / 检查 / 格式化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AI做初稿，人做终稿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口喷是什么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对着手机，把脑子里那团东西，用嘴说出来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不是偷懒——是先把人类思维倒出来，让AI做结构化工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你只管说，它负责接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口喷三好处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说得比打得快——张嘴就来，打字要组织半天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说得比打字真——原生态里有你的真想法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AI最擅长收拾烂摊子——你越乱，它越有活干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口喷，是把脑子里的矿，倒出来给AI炼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90秒：口喷你的场景卡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打开豆包，按住语音键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把上午那张场景卡，用嘴说出来，让它整理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别想好再说，边说边想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十个它给你，一个你选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AI出10个活动方案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十秒，挑一个你"最想要"的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凭什么？——这三个字，就是你的审美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发散的归它，收敛的归你——这一"收"，AI替不了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