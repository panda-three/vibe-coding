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  <p:sldId id="2064" r:id="rId102"/>
    <p:sldId id="2065" r:id="rId103"/>
    <p:sldId id="2066" r:id="rId104"/>
    <p:sldId id="2067" r:id="rId105"/>
    <p:sldId id="2068" r:id="rId106"/>
    <p:sldId id="2069" r:id="rId107"/>
    <p:sldId id="2070" r:id="rId108"/>
    <p:sldId id="2071" r:id="rId109"/>
    <p:sldId id="2072" r:id="rId110"/>
    <p:sldId id="2073" r:id="rId111"/>
    <p:sldId id="2074" r:id="rId112"/>
    <p:sldId id="2075" r:id="rId113"/>
    <p:sldId id="2076" r:id="rId114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98" Type="http://schemas.openxmlformats.org/officeDocument/2006/relationships/slide" Target="slides/slide45.xml"/><Relationship Id="rId99" Type="http://schemas.openxmlformats.org/officeDocument/2006/relationships/slide" Target="slides/slide46.xml"/><Relationship Id="rId100" Type="http://schemas.openxmlformats.org/officeDocument/2006/relationships/slide" Target="slides/slide47.xml"/><Relationship Id="rId101" Type="http://schemas.openxmlformats.org/officeDocument/2006/relationships/slide" Target="slides/slide48.xml"/><Relationship Id="rId102" Type="http://schemas.openxmlformats.org/officeDocument/2006/relationships/slide" Target="slides/slide49.xml"/><Relationship Id="rId103" Type="http://schemas.openxmlformats.org/officeDocument/2006/relationships/slide" Target="slides/slide50.xml"/><Relationship Id="rId104" Type="http://schemas.openxmlformats.org/officeDocument/2006/relationships/slide" Target="slides/slide51.xml"/><Relationship Id="rId105" Type="http://schemas.openxmlformats.org/officeDocument/2006/relationships/slide" Target="slides/slide52.xml"/><Relationship Id="rId106" Type="http://schemas.openxmlformats.org/officeDocument/2006/relationships/slide" Target="slides/slide53.xml"/><Relationship Id="rId107" Type="http://schemas.openxmlformats.org/officeDocument/2006/relationships/slide" Target="slides/slide54.xml"/><Relationship Id="rId108" Type="http://schemas.openxmlformats.org/officeDocument/2006/relationships/slide" Target="slides/slide55.xml"/><Relationship Id="rId109" Type="http://schemas.openxmlformats.org/officeDocument/2006/relationships/slide" Target="slides/slide56.xml"/><Relationship Id="rId110" Type="http://schemas.openxmlformats.org/officeDocument/2006/relationships/slide" Target="slides/slide57.xml"/><Relationship Id="rId111" Type="http://schemas.openxmlformats.org/officeDocument/2006/relationships/slide" Target="slides/slide58.xml"/><Relationship Id="rId112" Type="http://schemas.openxmlformats.org/officeDocument/2006/relationships/slide" Target="slides/slide59.xml"/><Relationship Id="rId113" Type="http://schemas.openxmlformats.org/officeDocument/2006/relationships/slide" Target="slides/slide60.xml"/><Relationship Id="rId114" Type="http://schemas.openxmlformats.org/officeDocument/2006/relationships/slide" Target="slides/slide61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结果证据页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悬念页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桥页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结果证据页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反差页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桥页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章节页/模型页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演示指令卡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结果诊断页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对比/迭代页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对比/迭代页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金句页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桥页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命名页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公式页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套用页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案例对比页（左）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案例对比页（右）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案例对比页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存屏页/任务卡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金句页＋桥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名词页①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名词页②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名词页③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名词页④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演示指令卡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结果证据页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拆解页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名词页⑤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P40 | 名词页⑥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P41 | 名词页⑦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P42 | 名词页⑧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P43 | 链条总图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P44 | 金句＋锚点页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P45 | 章节页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P46 | 回扣页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P47 | 演示指令卡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P48 | 结果证据页/回扣页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P49 | 名词页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P50 | 迭代页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P51 | 锚点＋行动页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P52 | 封底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6.xml"/><Relationship Id="rId7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3.xml"/><Relationship Id="rId7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5.xml"/><Relationship Id="rId7" Type="http://schemas.openxmlformats.org/officeDocument/2006/relationships/image" Target="../media/image1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46.xml"/><Relationship Id="rId7" Type="http://schemas.openxmlformats.org/officeDocument/2006/relationships/image" Target="../media/image1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57.xml"/><Relationship Id="rId7" Type="http://schemas.openxmlformats.org/officeDocument/2006/relationships/image" Target="../media/image12.jpg"/><Relationship Id="rId8" Type="http://schemas.openxmlformats.org/officeDocument/2006/relationships/image" Target="../media/image1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59.xml"/><Relationship Id="rId7" Type="http://schemas.openxmlformats.org/officeDocument/2006/relationships/image" Target="../media/image17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3200" b="1"/>
              <a:t>Vibe Coding 3天营 · D1上午：不写代码，做出来</a:t>
            </a:r>
            <a:br/>
            <a:r>
              <a:rPr lang="zh-CN" altLang="en-US" sz="3200" b="1"/>
              <a:t>你没写一行代码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 algn="ctr">
            <a:r>
              <a:rPr lang="zh-CN" altLang="en-US" sz="2000" b="1"/>
              <a:t>猜：从开口到能给别人看，要多久？</a:t>
            </a:r>
          </a:p>
          <a:p algn="ctr">
            <a:r>
              <a:rPr lang="zh-CN" altLang="en-US" sz="2400" b="0"/>
              <a:t>屏幕上一个网页，从我开口到能给别人看，要多久？30秒？3分钟？3小时？3天？</a:t>
            </a:r>
          </a:p>
          <a:p algn="ctr">
            <a:r>
              <a:rPr lang="zh-CN" altLang="en-US" sz="2400" b="0"/>
              <a:t>不用说出来——等会儿对着答案看。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“你没写一行代码”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——这一句，是三天所有事情的起点。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写下你最烦的一件小事，它就是你的干粮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①打开手机便签。</a:t>
            </a:r>
          </a:p>
          <a:p>
            <a:r>
              <a:rPr lang="zh-CN" altLang="en-US" sz="1400" b="0"/>
              <a:t>②想一件工作里最烦、最重复的小事——不用大，越琐碎越好。</a:t>
            </a:r>
          </a:p>
          <a:p>
            <a:r>
              <a:rPr lang="zh-CN" altLang="en-US" sz="1400" b="0"/>
              <a:t>③写一个词就行：评语、海报、通知。</a:t>
            </a:r>
          </a:p>
          <a:p>
            <a:r>
              <a:rPr lang="zh-CN" altLang="en-US" sz="1400" b="0"/>
              <a:t>给你60秒。写好的不用举、不用发、不用告诉我——</a:t>
            </a:r>
          </a:p>
          <a:p>
            <a:r>
              <a:rPr lang="zh-CN" altLang="en-US" sz="1400" b="0"/>
              <a:t>这个词，是你今天下午的干粮。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教师→写通知 ｜ 宣传→编文案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 algn="ctr">
            <a:r>
              <a:rPr lang="zh-CN" altLang="en-US" sz="2000" b="1"/>
              <a:t>你的一个词，凭什么能变成一个东西？</a:t>
            </a:r>
          </a:p>
          <a:p algn="ctr">
            <a:r>
              <a:rPr lang="zh-CN" altLang="en-US" sz="2400" b="0"/>
              <a:t>你写的那个词，凭什么能变成一个东西？</a:t>
            </a:r>
          </a:p>
          <a:p algn="ctr">
            <a:r>
              <a:rPr lang="zh-CN" altLang="en-US" sz="2400" b="0"/>
              <a:t>下一段，我不说，先给你们看两样东西——它们已经做好了。</a:t>
            </a:r>
          </a:p>
          <a:p algn="ctr">
            <a:r>
              <a:rPr lang="zh-CN" altLang="en-US" sz="1200" b="0">
                <a:solidFill>
                  <a:srgbClr val="888888"/>
                </a:solidFill>
              </a:rPr>
              <a:t>下一段，先看两样东西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炸场：先看两个做好的东西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0"/>
              <a:t>这两个东西，是我提前做好的。</a:t>
            </a:r>
          </a:p>
          <a:p algn="ctr">
            <a:r>
              <a:rPr lang="zh-CN" altLang="en-US" sz="1800" b="0"/>
              <a:t>今天上午，你们先看我做的；今天下午，轮到你们做。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成品①：一个能点能动的星空海报页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>
                <a:solidFill>
                  <a:srgbClr val="444444"/>
                </a:solidFill>
              </a:rPr>
              <a:t>深蓝背景、银河横穿、右下角一行字。</a:t>
            </a:r>
          </a:p>
          <a:p>
            <a:r>
              <a:rPr lang="zh-CN" altLang="en-US" sz="1000" b="0">
                <a:solidFill>
                  <a:srgbClr val="444444"/>
                </a:solidFill>
              </a:rPr>
              <a:t>它不是一张图片，是一个网页——能点、能动。</a:t>
            </a:r>
          </a:p>
        </p:txBody>
      </p:sp>
      <p:pic>
        <p:nvPicPr>
          <p:cNvPr id="22" name="Picture 21" descr="ppt素材_01_星空海报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成品②：一个能点能发的简历网页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>
                <a:solidFill>
                  <a:srgbClr val="444444"/>
                </a:solidFill>
              </a:rPr>
              <a:t>能点、能滚、能发给别人。</a:t>
            </a:r>
          </a:p>
          <a:p>
            <a:r>
              <a:rPr lang="zh-CN" altLang="en-US" sz="1000" b="0">
                <a:solidFill>
                  <a:srgbClr val="444444"/>
                </a:solidFill>
              </a:rPr>
              <a:t>点一下这个按钮，跳到我的项目；再点，我的联系方式。</a:t>
            </a:r>
          </a:p>
        </p:txBody>
      </p:sp>
      <p:pic>
        <p:nvPicPr>
          <p:cNvPr id="22" name="Picture 21" descr="ppt素材_02_简历网页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不是找人做的，不是花钱买的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【反差页】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不是找人做的，不是花钱买的——</a:t>
            </a:r>
          </a:p>
          <a:p>
            <a:r>
              <a:rPr lang="zh-CN" altLang="en-US" sz="1400" b="0"/>
              <a:t>是我，一个人，用了一个工具。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 algn="ctr">
            <a:r>
              <a:rPr lang="zh-CN" altLang="en-US" sz="2000" b="1"/>
              <a:t>它们怎么来的？答案先放一放</a:t>
            </a:r>
          </a:p>
          <a:p algn="ctr">
            <a:r>
              <a:rPr lang="zh-CN" altLang="en-US" sz="2400" b="0"/>
              <a:t>这两个东西是怎么来的？答案先放一放。</a:t>
            </a:r>
          </a:p>
          <a:p algn="ctr">
            <a:r>
              <a:rPr lang="zh-CN" altLang="en-US" sz="2400" b="0"/>
              <a:t>做法有多简单？等学完几个词，就会吓一跳。</a:t>
            </a:r>
          </a:p>
          <a:p algn="ctr">
            <a:r>
              <a:rPr lang="zh-CN" altLang="en-US" sz="2400" b="0"/>
              <a:t>不过在学词之前——先动手。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“你也能做成这样：今天下午之前，手机里就有一个”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不是三个月以后，不是三天以后，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今天下午之前，你们手机里就能有一个。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三天的路：敢 → 能 → 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0"/>
              <a:t>第一步，敢——今天，先敢看、敢试；</a:t>
            </a:r>
          </a:p>
          <a:p algn="ctr">
            <a:r>
              <a:rPr lang="zh-CN" altLang="en-US" sz="1800" b="0"/>
              <a:t>第二步，能——明天，亲手做出一个东西；</a:t>
            </a:r>
          </a:p>
          <a:p algn="ctr">
            <a:r>
              <a:rPr lang="zh-CN" altLang="en-US" sz="1800" b="0"/>
              <a:t>第三步，信——后天，看懂它、一直用它。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“今天上午，只走第一步：敢”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刚才那两样东西——你敢了没有？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接下来，动手。</a:t>
            </a:r>
          </a:p>
          <a:p algn="ctr">
            <a:r>
              <a:rPr lang="zh-CN" altLang="en-US" sz="1200" b="0">
                <a:solidFill>
                  <a:srgbClr val="888888"/>
                </a:solidFill>
              </a:rPr>
              <a:t>你敢了没有？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动手：一句话做出来，再一步步改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0"/>
              <a:t>看也看过了，接下来，你们要亲手玩一个东西。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第一版：就一句话——帮我做一个贪吃蛇游戏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我先来，我就打一句话：</a:t>
            </a:r>
          </a:p>
          <a:p>
            <a:r>
              <a:rPr lang="zh-CN" altLang="en-US" sz="1400" b="0"/>
              <a:t>“帮我做一个贪吃蛇游戏。”</a:t>
            </a:r>
          </a:p>
          <a:p>
            <a:r>
              <a:rPr lang="zh-CN" altLang="en-US" sz="1400" b="0"/>
              <a:t>回车。看，出来了。能玩吗？我点一下。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第一版有点普通：没分数，死了没提示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【结果诊断页】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>
                <a:solidFill>
                  <a:srgbClr val="444444"/>
                </a:solidFill>
              </a:rPr>
              <a:t>好玩吗？说实话，有点普通——没分数，死了没提示。</a:t>
            </a:r>
          </a:p>
          <a:p>
            <a:r>
              <a:rPr lang="zh-CN" altLang="en-US" sz="1000" b="0">
                <a:solidFill>
                  <a:srgbClr val="444444"/>
                </a:solidFill>
              </a:rPr>
              <a:t>但注意，我没有重来。</a:t>
            </a:r>
          </a:p>
        </p:txBody>
      </p:sp>
      <p:pic>
        <p:nvPicPr>
          <p:cNvPr id="22" name="Picture 21" descr="ppt素材_03_贪吃蛇基础版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迭代①：不重写，接着加一句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【对比/迭代页】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我就在这句话后面，加一句：</a:t>
            </a:r>
          </a:p>
          <a:p>
            <a:r>
              <a:rPr lang="zh-CN" altLang="en-US" sz="1400" b="0"/>
              <a:t>“加上分数显示，死了显示得分。”</a:t>
            </a:r>
          </a:p>
          <a:p>
            <a:r>
              <a:rPr lang="zh-CN" altLang="en-US" sz="1400" b="0"/>
              <a:t>回车。看，分数有了，死了能看见得分。</a:t>
            </a:r>
          </a:p>
          <a:p>
            <a:r>
              <a:rPr lang="zh-CN" altLang="en-US" sz="1400" b="0"/>
              <a:t>这就是迭代：不是重写，是接着改。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pic>
        <p:nvPicPr>
          <p:cNvPr id="63491" name="Picture 63490" descr="ppt素材_04_贪吃蛇有分数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525753"/>
            <a:ext cx="4023360" cy="22636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迭代②：继续说人话——蛇变绿、速度更快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【对比/迭代页】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还能再改：</a:t>
            </a:r>
          </a:p>
          <a:p>
            <a:r>
              <a:rPr lang="zh-CN" altLang="en-US" sz="1400" b="0"/>
              <a:t>“蛇做成绿色，速度再快一点。”</a:t>
            </a:r>
          </a:p>
          <a:p>
            <a:r>
              <a:rPr lang="zh-CN" altLang="en-US" sz="1400" b="0"/>
              <a:t>回车。看，它听我的话。我全程没碰代码——</a:t>
            </a:r>
          </a:p>
          <a:p>
            <a:r>
              <a:rPr lang="zh-CN" altLang="en-US" sz="1400" b="0"/>
              <a:t>一直在说人话：加分数、改绿色、快一点。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pic>
        <p:nvPicPr>
          <p:cNvPr id="63491" name="Picture 63490" descr="ppt素材_05_贪吃蛇绿蛇快速度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525753"/>
            <a:ext cx="4023360" cy="22636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“提示词不是一次写对的，是越改越好的”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轮到你了：加一个你自己的要求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①打开手机豆包。</a:t>
            </a:r>
          </a:p>
          <a:p>
            <a:r>
              <a:rPr lang="zh-CN" altLang="en-US" sz="1400" b="0"/>
              <a:t>②把这句话复制过去：“帮我做一个贪吃蛇游戏。”回车。</a:t>
            </a:r>
          </a:p>
          <a:p>
            <a:r>
              <a:rPr lang="zh-CN" altLang="en-US" sz="1400" b="0"/>
              <a:t>③自己加一个要求——什么都可以：颜色、分数、速度、难度。</a:t>
            </a:r>
          </a:p>
          <a:p>
            <a:r>
              <a:rPr lang="zh-CN" altLang="en-US" sz="1400" b="0"/>
              <a:t>加完的，玩一下，看它变没变。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“你手机里，已经有一个你改过的贪吃蛇”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你刚才，指挥AI改了一个东西——这，就是迭代。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 algn="ctr">
            <a:r>
              <a:rPr lang="zh-CN" altLang="en-US" sz="2000" b="1"/>
              <a:t>你刚才干的这件事，有一个名字</a:t>
            </a:r>
          </a:p>
          <a:p algn="ctr">
            <a:r>
              <a:rPr lang="zh-CN" altLang="en-US" sz="2400" b="0"/>
              <a:t>——下一段，拆给你看。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你刚才干的那件事，叫“提示词”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【命名页】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就是你对AI说的那句话。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一句话的公式：角色＋任务＋背景＋要求＋格式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【公式页】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那句话里，藏着一个公式：</a:t>
            </a:r>
          </a:p>
          <a:p>
            <a:r>
              <a:rPr lang="zh-CN" altLang="en-US" sz="1400" b="0"/>
              <a:t>角色＋任务＋背景＋要求＋格式。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拿贪吃蛇套公式：任务一句话，要求越具体越准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【套用页】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“帮我做贪吃蛇”——任务；</a:t>
            </a:r>
          </a:p>
          <a:p>
            <a:r>
              <a:rPr lang="zh-CN" altLang="en-US" sz="1400" b="0"/>
              <a:t>“加上分数”“改成绿色”——要求。</a:t>
            </a:r>
          </a:p>
          <a:p>
            <a:r>
              <a:rPr lang="zh-CN" altLang="en-US" sz="1400" b="0"/>
              <a:t>要求越具体，它改得越准。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不会问：帮我写个卖苹果的文案 → 万能广告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【案例对比页（左）】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不会问的人只说一句：“帮我写个卖苹果的文案。”</a:t>
            </a:r>
          </a:p>
          <a:p>
            <a:r>
              <a:rPr lang="zh-CN" altLang="en-US" sz="1400" b="0"/>
              <a:t>AI给的：“新鲜苹果上市，脆甜多汁，营养丰富，欢迎选购！”</a:t>
            </a:r>
          </a:p>
          <a:p>
            <a:r>
              <a:rPr lang="zh-CN" altLang="en-US" sz="1400" b="0"/>
              <a:t>像万能广告——谁都能用，谁都不想要。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会问：角色+场景+价格+要求 → 直接能发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【案例对比页（右）】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“你是一名社区团购水果店老板，帮我写3条卖烟台红富士苹果的朋友圈。</a:t>
            </a:r>
          </a:p>
          <a:p>
            <a:r>
              <a:rPr lang="zh-CN" altLang="en-US" sz="1400" b="0"/>
              <a:t>卖给小区邻居，5斤29.9，今晚8点截单，明天到货。</a:t>
            </a:r>
          </a:p>
          <a:p>
            <a:r>
              <a:rPr lang="zh-CN" altLang="en-US" sz="1400" b="0"/>
              <a:t>要求：像邻居推荐，口语化，每条80字以内，结尾引导评论“要几斤”。”</a:t>
            </a:r>
          </a:p>
          <a:p>
            <a:r>
              <a:rPr lang="zh-CN" altLang="en-US" sz="1400" b="0"/>
              <a:t>AI给的：“邻居们，红富士到了！5斤29.9，今晚8点截单，明天到货。要几斤？”</a:t>
            </a:r>
          </a:p>
          <a:p>
            <a:r>
              <a:rPr lang="zh-CN" altLang="en-US" sz="1400" b="0"/>
              <a:t>——直接能发。差别不在AI变聪明了，是你把活派清楚了。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请假也一样：加背景和要求，出来就能发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只写“帮我写请假条”——AI给你一篇公文。</a:t>
            </a:r>
          </a:p>
          <a:p>
            <a:r>
              <a:rPr lang="zh-CN" altLang="en-US" sz="1400" b="0"/>
              <a:t>加一句：“是给部门经理的微信，明天下午孩子打疫苗，</a:t>
            </a:r>
          </a:p>
          <a:p>
            <a:r>
              <a:rPr lang="zh-CN" altLang="en-US" sz="1400" b="0"/>
              <a:t>工作已交接给小李，100字以内，别用“望批准”。”</a:t>
            </a:r>
          </a:p>
          <a:p>
            <a:r>
              <a:rPr lang="zh-CN" altLang="en-US" sz="1400" b="0"/>
              <a:t>——出来的东西，直接能发。</a:t>
            </a:r>
          </a:p>
          <a:p>
            <a:r>
              <a:rPr lang="zh-CN" altLang="en-US" sz="1400" b="0"/>
              <a:t>同样一件事，差距就在你有没有把背景和要求说清楚。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万能模板：存下来，以后照抄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【存屏页/任务卡】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你是一个【角色】。我要【任务】。</a:t>
            </a:r>
          </a:p>
          <a:p>
            <a:r>
              <a:rPr lang="zh-CN" altLang="en-US" sz="1400" b="0"/>
              <a:t>背景：【给谁看/什么场景】。</a:t>
            </a:r>
          </a:p>
          <a:p>
            <a:r>
              <a:rPr lang="zh-CN" altLang="en-US" sz="1400" b="0"/>
              <a:t>要求：【语气/字数/重点】。输出成【格式】。</a:t>
            </a:r>
          </a:p>
          <a:p>
            <a:r>
              <a:rPr lang="zh-CN" altLang="en-US" sz="1400" b="0"/>
              <a:t>信息不够先问我。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拍照 / 收藏，存下来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“提示词不是咒语，是派活说明书”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你说得越清楚，它干得越漂亮。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你可能还不信——一句话真能做出刚才那个网页？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接下来这几个词：不是背的，是一条链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0"/>
              <a:t>每一个，都是因为上一个环节做不到，才有了下一个。</a:t>
            </a:r>
          </a:p>
          <a:p algn="ctr">
            <a:r>
              <a:rPr lang="zh-CN" altLang="en-US" sz="1800" b="0"/>
              <a:t>跟着走一遍，你就全懂了。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大模型：一个读过很多书、你说话它干活的实习生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【名词页①】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就是那个实习生，读过很多书，你说话，它干活。</a:t>
            </a:r>
          </a:p>
          <a:p>
            <a:r>
              <a:rPr lang="zh-CN" altLang="en-US" sz="1400" b="0"/>
              <a:t>刚才的贪吃蛇、那个网页，都是它干的。</a:t>
            </a:r>
          </a:p>
          <a:p>
            <a:r>
              <a:rPr lang="zh-CN" altLang="en-US" sz="1400" b="0"/>
              <a:t>但它有两个毛病，我们一个个治。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Token：大模型数数的单位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毛病一：它只认数字，不认字。你说“你好”，</a:t>
            </a:r>
          </a:p>
          <a:p>
            <a:r>
              <a:rPr lang="zh-CN" altLang="en-US" sz="1400" b="0"/>
              <a:t>它得先把“你好”翻译成数字，才算得动。</a:t>
            </a:r>
          </a:p>
          <a:p>
            <a:r>
              <a:rPr lang="zh-CN" altLang="en-US" sz="1400" b="0"/>
              <a:t>翻译出来的最小单位，叫Token——</a:t>
            </a:r>
          </a:p>
          <a:p>
            <a:r>
              <a:rPr lang="zh-CN" altLang="en-US" sz="1400" b="0"/>
              <a:t>你听过的“多少token”，就是数这个数。</a:t>
            </a:r>
          </a:p>
          <a:p>
            <a:r>
              <a:rPr lang="zh-CN" altLang="en-US" sz="1400" b="0"/>
              <a:t>记住：Token是大模型数数的单位。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上下文：它的记忆是装的，全靠每次重新说一遍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【名词页③】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毛病二：它没有记忆，你问完一句，它转头就忘。</a:t>
            </a:r>
          </a:p>
          <a:p>
            <a:r>
              <a:rPr lang="zh-CN" altLang="en-US" sz="1400" b="0"/>
              <a:t>那为什么你跟它聊天，它能接上？</a:t>
            </a:r>
          </a:p>
          <a:p>
            <a:r>
              <a:rPr lang="zh-CN" altLang="en-US" sz="1400" b="0"/>
              <a:t>因为每次发消息，后台把你俩前面所有的话一起打包发过去——</a:t>
            </a:r>
          </a:p>
          <a:p>
            <a:r>
              <a:rPr lang="zh-CN" altLang="en-US" sz="1400" b="0"/>
              <a:t>这个包，就叫上下文。</a:t>
            </a:r>
          </a:p>
          <a:p>
            <a:r>
              <a:rPr lang="zh-CN" altLang="en-US" sz="1400" b="0"/>
              <a:t>所以它记性好，是装的——全靠你每次把话重新说一遍。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提示词：你发给它的那句话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【名词页④】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那怎么派活？你发给它的那句话——提示词。</a:t>
            </a:r>
          </a:p>
          <a:p>
            <a:r>
              <a:rPr lang="zh-CN" altLang="en-US" sz="1400" b="0"/>
              <a:t>贪吃蛇，你已经用过了。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我就打这一句话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现在，正式揭晓。我就打这一句话：</a:t>
            </a:r>
          </a:p>
          <a:p>
            <a:r>
              <a:rPr lang="zh-CN" altLang="en-US" sz="1400" b="0"/>
              <a:t>“帮我做一个介绍我自己的网页，一页，</a:t>
            </a:r>
          </a:p>
          <a:p>
            <a:r>
              <a:rPr lang="zh-CN" altLang="en-US" sz="1400" b="0"/>
              <a:t>开头是我的名字和一句话介绍，</a:t>
            </a:r>
          </a:p>
          <a:p>
            <a:r>
              <a:rPr lang="zh-CN" altLang="en-US" sz="1400" b="0"/>
              <a:t>往下是三个我做过的事，最后是我的联系方式。”</a:t>
            </a:r>
          </a:p>
          <a:p>
            <a:r>
              <a:rPr lang="zh-CN" altLang="en-US" sz="1400" b="0"/>
              <a:t>回车。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出来了：能点、能滚、能发给别人——就一句话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>
                <a:solidFill>
                  <a:srgbClr val="444444"/>
                </a:solidFill>
              </a:rPr>
              <a:t>就这一句话。刚才你们猜的那个数——</a:t>
            </a:r>
          </a:p>
          <a:p>
            <a:r>
              <a:rPr lang="zh-CN" altLang="en-US" sz="1000" b="0">
                <a:solidFill>
                  <a:srgbClr val="444444"/>
                </a:solidFill>
              </a:rPr>
              <a:t>做这个要多久？答案在这：一句话的时间。30秒。</a:t>
            </a:r>
          </a:p>
        </p:txBody>
      </p:sp>
      <p:pic>
        <p:nvPicPr>
          <p:cNvPr id="22" name="Picture 21" descr="ppt素材_02_简历网页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越具体，越省事：那句话里藏着任务和要求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【拆解页】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注意那句话里有东西：</a:t>
            </a:r>
          </a:p>
          <a:p>
            <a:r>
              <a:rPr lang="zh-CN" altLang="en-US" sz="1400" b="0"/>
              <a:t>开头“帮我做网页”——任务；</a:t>
            </a:r>
          </a:p>
          <a:p>
            <a:r>
              <a:rPr lang="zh-CN" altLang="en-US" sz="1400" b="0"/>
              <a:t>中间“名字、一句话介绍、三个事、联系方式”——要求。</a:t>
            </a:r>
          </a:p>
          <a:p>
            <a:r>
              <a:rPr lang="zh-CN" altLang="en-US" sz="1400" b="0"/>
              <a:t>你说清楚，它就干得好。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金句：越具体，越省事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工具：让大模型的手伸到外面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【名词页⑤】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它还有个毛病：只会说，不会动手。</a:t>
            </a:r>
          </a:p>
          <a:p>
            <a:r>
              <a:rPr lang="zh-CN" altLang="en-US" sz="1400" b="0"/>
              <a:t>你问它“今天上海天气”，它答不上来——</a:t>
            </a:r>
          </a:p>
          <a:p>
            <a:r>
              <a:rPr lang="zh-CN" altLang="en-US" sz="1400" b="0"/>
              <a:t>它摸不到外面的世界。</a:t>
            </a:r>
          </a:p>
          <a:p>
            <a:r>
              <a:rPr lang="zh-CN" altLang="en-US" sz="1400" b="0"/>
              <a:t>所以有了工具：查天气、上网、读图片、读文件——</a:t>
            </a:r>
          </a:p>
          <a:p>
            <a:r>
              <a:rPr lang="zh-CN" altLang="en-US" sz="1400" b="0"/>
              <a:t>让大模型的手，伸到外面去。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智能体：你给任务，它自己拆步骤自己干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【名词页⑥】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麻烦：做一件大事要好几步。</a:t>
            </a:r>
          </a:p>
          <a:p>
            <a:r>
              <a:rPr lang="zh-CN" altLang="en-US" sz="1400" b="0"/>
              <a:t>查天气→下雨→找伞店→看路线，每一步都等你指挥？太累。</a:t>
            </a:r>
          </a:p>
          <a:p>
            <a:r>
              <a:rPr lang="zh-CN" altLang="en-US" sz="1400" b="0"/>
              <a:t>所以有了智能体：你给它一个任务，</a:t>
            </a:r>
          </a:p>
          <a:p>
            <a:r>
              <a:rPr lang="zh-CN" altLang="en-US" sz="1400" b="0"/>
              <a:t>它自己拆步骤、自己调工具、干完才交差。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Skill：把好用的说法存成技能包，下次一句话调用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【名词页⑦】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还有个麻烦：好用的说法，每次都要重新打一遍。</a:t>
            </a:r>
          </a:p>
          <a:p>
            <a:r>
              <a:rPr lang="zh-CN" altLang="en-US" sz="1400" b="0"/>
              <a:t>所以有了技能包Skill：把常用的话存成一份说明文档，</a:t>
            </a:r>
          </a:p>
          <a:p>
            <a:r>
              <a:rPr lang="zh-CN" altLang="en-US" sz="1400" b="0"/>
              <a:t>下次一句话就调用。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Vibe Coding：用大白话指挥电脑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【名词页⑧】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最后一个词：Vibe Coding——用大白话，指挥电脑。</a:t>
            </a:r>
          </a:p>
          <a:p>
            <a:r>
              <a:rPr lang="zh-CN" altLang="en-US" sz="1400" b="0"/>
              <a:t>你回头看：今天上午你干的每一件事，都是它。</a:t>
            </a:r>
          </a:p>
          <a:p>
            <a:r>
              <a:rPr lang="zh-CN" altLang="en-US" sz="1400" b="0"/>
              <a:t>贪吃蛇，网页。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不是八个词，是一条链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【链条总图】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大模型→Token→上下文→提示词→工具→智能体→技能包→Vibe Coding。</a:t>
            </a:r>
          </a:p>
          <a:p>
            <a:r>
              <a:rPr lang="zh-CN" altLang="en-US" sz="1400" b="0"/>
              <a:t>每个都是因为上一个做不到，才有了下一个。</a:t>
            </a:r>
          </a:p>
          <a:p>
            <a:r>
              <a:rPr lang="zh-CN" altLang="en-US" sz="1400" b="0"/>
              <a:t>今天不用背。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“你不是在学编程，你是在学“指挥””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锚点：你说得出“因为大模型摸不到外面，所以有了工具”——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说出一条，就算过。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上午最后留个彩蛋：生图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0"/>
              <a:t>还记得刚才那块，你们看到的那张星空海报页吗？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 algn="ctr">
            <a:r>
              <a:rPr lang="zh-CN" altLang="en-US" sz="2000" b="1"/>
              <a:t>它的做法跟网页一模一样：我描述，它出图</a:t>
            </a:r>
          </a:p>
          <a:p algn="ctr">
            <a:r>
              <a:rPr lang="zh-CN" altLang="en-US" sz="2400" b="0"/>
              <a:t>我描述，它出图。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一句话：一张星空海报，深蓝背景，银河横穿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就一句话：</a:t>
            </a:r>
          </a:p>
          <a:p>
            <a:r>
              <a:rPr lang="zh-CN" altLang="en-US" sz="1400" b="0"/>
              <a:t>“一张星空海报，深蓝背景，银河横穿，</a:t>
            </a:r>
          </a:p>
          <a:p>
            <a:r>
              <a:rPr lang="zh-CN" altLang="en-US" sz="1400" b="0"/>
              <a:t>右下角一行小字：今晚八点，操场见。”</a:t>
            </a:r>
          </a:p>
          <a:p>
            <a:r>
              <a:rPr lang="zh-CN" altLang="en-US" sz="1400" b="0"/>
              <a:t>回车。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出来了——这就是刚才那张海报的做法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【结果证据页/回扣页】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>
                <a:solidFill>
                  <a:srgbClr val="444444"/>
                </a:solidFill>
              </a:rPr>
              <a:t>你说“怎么来的”——就这么来的。</a:t>
            </a:r>
          </a:p>
        </p:txBody>
      </p:sp>
      <p:pic>
        <p:nvPicPr>
          <p:cNvPr id="22" name="Picture 21" descr="ppt素材_01_星空海报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  <p:pic>
        <p:nvPicPr>
          <p:cNvPr id="23" name="Picture 22" descr="ppt素材_06_星空海报改后版_v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3192471"/>
            <a:ext cx="3099816" cy="174407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生图模型：把一句话变成一张图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/>
              <a:t>这个工具叫生图模型——文生图，</a:t>
            </a:r>
          </a:p>
          <a:p>
            <a:r>
              <a:rPr lang="zh-CN" altLang="en-US" sz="1400" b="0"/>
              <a:t>就是“把一句话变成一张图”。</a:t>
            </a:r>
          </a:p>
          <a:p>
            <a:r>
              <a:rPr lang="zh-CN" altLang="en-US" sz="1400" b="0"/>
              <a:t>套路你已经会了：说清楚→生成→不满意接着改。</a:t>
            </a:r>
          </a:p>
          <a:p>
            <a:r>
              <a:rPr lang="zh-CN" altLang="en-US" sz="1400" b="0"/>
              <a:t>跟贪吃蛇一模一样。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不满意接着改：星星少一点、字大一点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【迭代页】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>
                <a:solidFill>
                  <a:srgbClr val="444444"/>
                </a:solidFill>
              </a:rPr>
              <a:t>觉得星星太多？加一句“星星少一点”。</a:t>
            </a:r>
          </a:p>
          <a:p>
            <a:r>
              <a:rPr lang="zh-CN" altLang="en-US" sz="1000" b="0">
                <a:solidFill>
                  <a:srgbClr val="444444"/>
                </a:solidFill>
              </a:rPr>
              <a:t>觉得字太小？加一句“字大一点”。</a:t>
            </a:r>
          </a:p>
        </p:txBody>
      </p:sp>
      <p:pic>
        <p:nvPicPr>
          <p:cNvPr id="22" name="Picture 21" descr="ppt素材_06_星空海报改后版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581672"/>
            <a:ext cx="5303520" cy="298395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 algn="ctr">
            <a:r>
              <a:rPr lang="zh-CN" altLang="en-US" sz="3000" b="1"/>
              <a:t>“明天下午，做一张你自己的海报”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就用你便签里那个词。</a:t>
            </a:r>
          </a:p>
          <a:p algn="ctr">
            <a:r>
              <a:rPr lang="zh-CN" altLang="en-US" sz="1600" b="0">
                <a:solidFill>
                  <a:srgbClr val="666666"/>
                </a:solidFill>
              </a:rPr>
              <a:t>生图跟做网页，是一个套路。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行动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3200" b="1"/>
              <a:t>上午到这里，下午两点：做你自己的简历</a:t>
            </a:r>
            <a:br/>
            <a:r>
              <a:rPr lang="zh-CN" altLang="en-US" sz="3200" b="1"/>
              <a:t>下午两点，咱们做你自己的简历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