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五步全貌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AI产品设计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产品原型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系统设计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AI代码生成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 完善优化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哪一步最花时间？——第一步，设计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“先想清楚，再动手”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设计省一天，后面省十天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手做 vs 专业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手做：想到哪，做到哪——做一半发现不对，推翻重来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专业：先想清楚，再动手——设计定了，后面按图施工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差别在返工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你已经在用了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你昨天逼的"五行" = 第一步产品设计的缩小版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你前天复刻的骨架 = 第二步原型的缩小版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专业不是另一个世界，是同一套流程的放大版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第一步：AI产品设计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干什么：一句话想法 → 跟AI多轮对话 → 写成需求文档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解决什么：想清楚——给谁用、解决什么、分几个功能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昨天你逼五行，今天它逼整本文档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第二步：产品原型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干什么：HTML+CSS做出"点得动"的界面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解决什么：看得见——需求是文字，原型是形状，低成本试错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第三步+第四步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系统设计——技术选型/数据库/接口，先画地图别返工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AI代码生成——按计划分模块开发，一块一块来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解决"别返工"+"干得动"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第五步：完善优化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干什么：真跑一遍，坏就修；再用Skills优化界面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解决什么：一直能用——迭代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上线不是终点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五步各一句话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设计——想清楚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原型——点得动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系统设计——画地图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代码——AI干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优化——迭代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Skills = 一类任务，打包成文件夹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让AI拿到新能力的机制：指令+脚本+资源，装进一个文件夹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三个词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不是产品——不是某个软件，是一种机制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是一类任务——不是一个任务，是一类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打包一个文件夹——AI要用，拿出来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你昨天打的包，就是迷你Skills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“流程留下来就是资产”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一个人手工做——拆、做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专业团队做——也是拆、做，只是把"怎么拆怎么做"打包成Skills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差别不在聪明，在把流程留下来了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收口：手做能不能专业？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能。不是"手做"不专业，是"想到哪做到哪"不专业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专业，不是工具、不是团队——是那一句：先想清楚，再动手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“两句话带走”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先拆，再做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先想清楚，再动手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你缺的不是技术——是流程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