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04 第一波：接口不稳定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怎么办？三件事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多接几家——不把鸡蛋放一个篮子里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后台加个开关——哪个模型干活，我说了算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挂一家，站不断——A家挂了切B家，用户毫无感觉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因果链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不稳定 → 多接几家 → 才需要后台开关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这个开关不是技术，是"备胎"——技术翻车了，你的站还开着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05 第二波：不够高大上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接反馈三不要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不辩解——客户说不够，就是不够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不慌——反馈是信号，不是判决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不单干——先问清楚：哪里不够？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升级三板斧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找对标——谁是这个领域的标杆？（当时对标的即梦）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抽骨架——拆它界面：分几块、放什么、配色怎么配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换皮——骨架拿过来，换成我的内容和功能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升级 = 换皮，不换骨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现场演示：按对标换皮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我打这一句：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"参考即梦的界面风格，把我的生图网站升级成高大上版。"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06 第三波：连续出图 + 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从出一张到出一套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单张工具，靠功能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画布工作台，靠连续性——让AI记得上一张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风格不丢、角色不跑偏、上一张当参考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测试排障：把问题喂给AI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先让它写"会失败的测试"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让它自己把整条路跑一遍（像用户一样操作）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最后一条主路径，我自己亲手走一遍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搞不定的，把现象喂给它：它定位→修→再测→清零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报错不可怕，可怕的是你不把报错喂给AI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07 部署上线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Supabase：数据库不是黑盒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一个开源云数据库，还自带接口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免费——500MB数据库、无限接口请求、每天自动备份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不用搭服务器——注册点新建，一两分钟建好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不用写代码建表——鼠标点一点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自带接口——建好表自动就有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部署四件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前端网页——用户看到、点的那面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Supabase——数据住的地方（用户、记录、配置）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Worker——跑代码的小工，用户访问快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图片CDN——全球节点，图片秒开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算账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一张图：7毛 → 3毛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1000张：省400块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不是靠感觉经营，是靠数据经营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“400+ 付费，200+ 年会员”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从朋友一句话开始——不是运气，是流程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两问抽查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 接口不稳定，为什么要有后台开关？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 Supabase一句话是什么？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全程六步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一句话 → 五行 → 初版 → 三波反馈 → 测试 → 部署 → 400+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每一步都是这两天你学的——没有一步是魔法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