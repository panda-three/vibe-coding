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数据是私有资产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三类数据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标准——什么叫"好"？你心里那把尺（不告状/有具体例子/结尾给合作动作）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范例——你收藏过的、佩服的、点赞高的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反馈——你改过的地方（删一句、换个词、加个例子）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标准定好坏，范例定风格，反馈定手感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60秒：写三行字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标准：我觉得什么叫好？（1条）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范例：我手头最佩服的1篇/1个例子？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反馈：上次做这事，被改最多的地方？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写不出来就写"还没有"，这周去找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 vs 喂数据版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左："帮我写一篇家长会发言稿。"——各位家长大家好，感谢百忙之中……（平均答案，谁都能写）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右：参照这三篇稿的风格，写一篇家长会发言稿，注意禁忌——味儿对了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加数据，比换提示词管用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案例：C题库三件套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考纲——标准：哪个知识点必考、考到什么难度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学生错题——反馈：错最多的那几道，课堂该讲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讲解稿——版本化：第一版讲得绕，第三版讲得通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数据不是一次做完的，是边干边攒——攒着就是复利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“工具会变，数据不会”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工具是借来的，数据是你自己的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脱敏——名字电话成绩换成"孩子A"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结构化——PDF转文字，拆段落标标题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标签化——贴标签：这是范例/这是反馈/这是标准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版本化——改一版存一版v1/v2/v3，别覆盖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凡是你改过的东西，都留个v2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上午三样东西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框架 = 双三角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入口 = 场景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燃料 = 数据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你手机里那张卡 + 那三行字，就是下午的本钱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“先有场景，再谈数据”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先有人类三角，再谈AI三角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