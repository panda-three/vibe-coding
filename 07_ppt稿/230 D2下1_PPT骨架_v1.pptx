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7.xml"/><Relationship Id="rId7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D2·下午场｜上午是生意，下午是手艺</a:t>
            </a:r>
            <a:br/>
            <a:r>
              <a:rPr lang="zh-CN" altLang="en-US" sz="2400" b="1"/>
              <a:t>0:00–1:30｜一个老师，用豆包，手做出作业系统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今天下午的主人公——是老师。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你不是缺技术，也不是缺团队——下午结束，你手机里有一个“拆成3块的题”，你会发现：专业不是玄学，是流程。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一个老师，用豆包，手做出作业系统。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一个老师做出一个系统，最卡的是哪一步？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①答案：他最花时间的，不是写代码。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他最花时间的，不是写代码——下午看完，你会发现：他干的活，你们都会。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“专业不是玄学，是流程。”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“今天下午的主人公，跟我是同行。”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“只许记住这一句：专业不是玄学，是流程。”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认识这个老师：他的麻烦，你们一定眼熟。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学生做完作业，交不上来、检查不了——这个烦了你们多少年的日常，他一个人，要把它变成系统。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他自己做一个——用豆包，纯手工。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①他第一步干的不是写代码，是拆。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作业系统先拆两块：上传、批改。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①第一块，上传作业：学生把作业传上来。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②第二块，批改：老师在上面批、上面改。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他做的第一件事，不是做，是拆。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为什么拆？三个原因。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①拆了才看得清：“作业系统”是四个字，“上传+批改”是两件事。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②拆了才做得动：一件一件做，每次只做一块。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③拆了才能长：做完了还能加评价、桌面宠物——一块一块往上长。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他没有团队，他靠“拆”赢的。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一个人，一次做一块，也能做出整套系统——他赢的不是技术，是“拆”。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演示：这就是那套系统。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①上传在左边，批改在中间。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②学生传上来的作业，一条一条。</a:t>
            </a:r>
          </a:p>
        </p:txBody>
      </p:sp>
      <p:pic>
        <p:nvPicPr>
          <p:cNvPr id="1011" name="Picture 1010" descr="230占位_C06系统截图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关键在这：它不花哨，但它“长”起来了。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①从“能传能批”到现在——它还在长。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②这就是“先跑起来，再改”。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他不是技术多好——是“把学生的事，当成了自己的事”。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①老师最不缺的就是用心；缺的是把用心变成东西的那条路。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②这条路，就是拆。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60秒：动脑拆一件最烦的事。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①想一件你工作里最烦的事——把它拆成两到三块。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②不用写全，脑子里拆就行。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C06就三件事：痛点是真的、活是拆着干的、东西还在长。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①他能拆，你也能拆。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②下一块：对着你自己的题，拆一遍。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“你能说出“C06的三件事”。”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①痛点是真的、活是拆着干的、东西还在长。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②锚点·第38分钟。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“只许记住这一句：专业不是玄学，是流程。”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现在轮到你们：把你的题，拆成3个模块。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四步：写下你的题→拆3个模块→标核心/后加→抬头看我。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①第一，写下你的题：这两天你手机里那个东西，或你最想解决的那件事。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②第二，拆成3个模块——每个模块一句话。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③第三，标一下：哪个是核心，哪个是后加。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④第四，拆完的，抬头看我。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这是你第一次用“专业”的干法做自己的题——昨天逼五行，今天拆三块；专业的第一脚，就这么踩出去了。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战·30分钟：把你的题拆成3模块。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①基础版：拆作业系统（上传/批改/评价）。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②进阶版：拆自己的题。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③挑战版：发豆包，让它看看你拆得对不对。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④时间盒：3/10/18/25分钟各提醒一次。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你们手里，都有一个“拆成3块”的题了。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①昨天逼五行，今天拆三块。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②你已经在用“专业”的方法干活了。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你手机里那个“拆成3块”的题——就是下午最重要的那件东西：你“专业”的入场券。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“每人有一个“拆成3模块”的题。”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①锚点·第1:08分钟。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手做能干——但，能不能专业？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①这个问题，下午回答。先收口。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“只许记住这一句：先拆，再做。”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手做能干——但，能不能专业？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①不用举手，心里答。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我拆三个层面，你们对照。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①工具：老师用豆包，专业团队用什么？——更多工具，但工具不是关键。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②流程：老师先拆再做，专业团队先设计再动手。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③分工：老师一个人干五样活，专业团队五个人各干一样。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差在“流程”和“分工”，不差在“聪明”。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专业和手做，差在流程和分工，不差在聪明——这句话，下午后半场我给你看证据。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今天到现在，两句话。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①上午——先验证，再投入。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②下午——先拆，再做。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③你手里现在有：一个拆成3块的题。这就是你“专业”的入场券。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第一问：C06老师赢在哪个词？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①答案：拆。先拆，再做。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第二问：专业和手做，差在哪？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①答案：流程和分工，不差在聪明。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悬念：一支专业的团队，做东西走哪五步？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“心里有答案（能/不能）＋一个理由。”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①锚点·第1:27分钟。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“只许记住这一句：先拆，再做。”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