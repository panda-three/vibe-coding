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5.xml"/><Relationship Id="rId7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下午后半场：你才是甲方，AI 是乙方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D3·下午后半场 15:25–17:00｜甲方三律·收口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你才是甲方，AI 是乙方。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966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1"/>
              <a:t>你不是来学"跟 AI 聊天"的——你是来学"让 AI 听懂人话"：一句话丢出去，换人、换工具、明天再开，零追问就能干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下一个 AI，永远看不到我们这次对话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①你今天跟豆包聊清楚了，明天换新对话、后天换工具——它什么都不知道。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②你能靠的，只有你写下来的那份"需求"。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需求，要写到"别人只读它，零追问"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①零追问＝丢给任何一个人、任何一个 AI，看完不问"这个什么意思""那个怎么办"——直接能干。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一段口喷 → 一份零歧义需求（上）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①第一轮口喷："我想做个给家长看的期末总结，别太长。"它问形式，我说图文、手机能看。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②它再问内容，我说表现和建议，不放成绩。</a:t>
            </a:r>
          </a:p>
        </p:txBody>
      </p:sp>
      <p:pic>
        <p:nvPicPr>
          <p:cNvPr id="1011" name="Picture 1010" descr="210占位_需求文档对话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97380"/>
            <a:ext cx="5303520" cy="3712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一段口喷 → 一份零歧义需求（下）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/>
              <a:t>【图文】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①最后它问语气，我说像老师写给孩子的话，不说教——六项齐了。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②零歧义：换人、换 AI、明天再开，照着就能干。</a:t>
            </a:r>
          </a:p>
        </p:txBody>
      </p:sp>
      <p:pic>
        <p:nvPicPr>
          <p:cNvPr id="1011" name="Picture 1010" descr="210占位_需求文档对话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97380"/>
            <a:ext cx="5303520" cy="3712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会定义四要素：对象、边界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①第一：对象——给谁。给家长看？给学生看？给领导看？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②第二：边界——做到哪算完。三句话？一页？一个网页？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会定义四要素：禁忌、验收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①第三：禁忌——什么不能有。不能放成绩、不能说教、不能有错别字。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②第四：验收——怎么算好。家长读完能说出"孩子这学期变化"，这就是验收。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③这四个写全，AI 想跑偏都难；缺一个，它的发挥通常不是你要的。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60秒微跟做：同桌互问"这里到底什么意思"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①A 把上午那张场景卡，用"对象/边界/禁忌/验收"说给 B 听。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②B 只干一件事：找出他没说清的地方，问一句"这里到底什么意思？"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③被问住的，恭喜你——你刚刚找到了你需求的坑。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你写下的那份需求，就是你的"甲方签名"——它写得越清楚，你当甲方就越有底气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“需求说清，AI 才接得住。”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律二会验收＋律三会指挥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①先记住一句：模型不可靠，亲自测。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前两天"电脑上正常、手机上乱"那个坑——不是 AI 的错，是你没验收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验收三查：一查、二点、三核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①一查：查它交的东西，全不全。说好三部分，少没少？说好手机能看，手机上试过没有？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②二点：点真的。每个按钮点一遍，每个链接走一遍。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③三核：核事实。数字对不对、名字对不对、知识点对不对——跟下午第一块的"必须核查"是同一个。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它说好了，不算好；你验过了，才算好。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两种问法：催活 vs 对齐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【对比】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①问法 A："你赶紧给我出个方案。"——它立刻给你一个，但大概率不是你想要的。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②问法 B："别急着出方案。先回答我：这个事，你觉得最大的坑在哪？"——让 AI 先跟你对齐，再动手。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对齐式追问＋最小必要干预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①对齐式追问：一次一个问题，直到你们达成共识。"要不要我直接做？"——"先不急，这个问题先聊清楚。"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②最小必要干预：不是每句话都要你管。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③关键路径（方向、边界、禁忌）你抓；细节（排版、措辞、顺序）放它自己干。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你管得越细，它越像你的打字员；你只管关键，它才像你的团队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三律收口：会定义、会验收、会指挥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①会定义——需求零歧义。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②会验收——亲自测。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③会指挥——对齐再开工。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“模型不可靠，亲自测。”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结构收束：工具会换，结构不换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①我不总结了——总结没用。我给你们看一样东西：时间。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966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800" b="1"/>
              <a:t>三年前你们纠结"要不要用电脑做课件"，再往前纠结"要不要用投影"——今天回头看，纠结的都是工具，留下来的都是结构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工具换了一茬又一茬，什么没换？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①三年前聊"要不要用电脑做课件"，再往前是"要不要用投影"——这些工具，现在还在吗？换了一茬又一茬。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②但有一个东西没换：想清楚"这堂课要让学生带走什么"，再决定用什么工具——这个顺序，三十年没换过。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AI 也一样：工具会换，结构十年不换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①豆包、GPT、明天又出个新模型——工具会换。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②但今天上午学的双三角、场景、数据，下午学的判断力、甲方——这套结构，十年不换。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工具会换，结构不换。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AI 时代最不稳定的，是工具；最可靠的，是结构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①你们今天，不是学会了某个 AI，是学会了当甲方。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07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②甲方，不会过时。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三天走成一条线：敢、能、信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①D1，你们敢了——敢让 AI 干活。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②D2，你们能了——做出过东西。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63093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③D3，你们懂了——懂它凭什么、你凭什么。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AI 好神吗？神。但更神的，是那个指挥它的人。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今天结束，带走五样东西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①一，一张双三角图——黑板拍下来。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②二，一个一句话场景——便签里那张卡。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③三，一份三类数据清单——标准、范例、反馈。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④四，一条判断标准——哪句必须核查。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454399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⑤五，一条红线——隐私、合规、事实核查、伦理责任，这四条，永远别让 AI 碰。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从今天起，你不是在"用 AI"——你是在"攒自己的数据"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三个月后，你手里会有一抽屉的"你的数据"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你回去第一件会说给 AI 听的事，是什么？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①有答案的，今天这课，你带走了。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“工具会换，结构不换。”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三天前：AI 好神啊，我学不会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①第一天，你们让 AI 干活了——原来我也能。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②第二天，你们做出了自己的东西——原来我也能。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今天，你们看懂了它凭什么、你凭什么——原来，我早就在指挥 AI 了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在 AI 面前，我不是观众，我是甲方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①你们不是来学 AI 的，是来确认这件事的。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②这个确认，今天完成了。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63093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③这三天，你带走的最贵的东西不是某个 AI——是你"当甲方"的底气：AI 再神，签字的是你。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三年后回看今天，你会感谢这个下午——你决定当甲方，不当观众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三天，敢、能、信。你们做到了。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下课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