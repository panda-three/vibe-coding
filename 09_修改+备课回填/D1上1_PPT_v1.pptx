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7" r:id="rId36"/>
    <p:sldMasterId id="2147484029" r:id="rId37"/>
    <p:sldMasterId id="2147484031" r:id="rId38"/>
    <p:sldMasterId id="2147484033" r:id="rId39"/>
    <p:sldMasterId id="2147484052" r:id="rId40"/>
    <p:sldMasterId id="2147484054" r:id="rId41"/>
    <p:sldMasterId id="2147484056" r:id="rId42"/>
    <p:sldMasterId id="2147484058" r:id="rId43"/>
    <p:sldMasterId id="2147484079" r:id="rId44"/>
  </p:sldMasterIdLst>
  <p:notesMasterIdLst>
    <p:notesMasterId r:id="rId46"/>
  </p:notesMasterIdLst>
  <p:handoutMasterIdLst>
    <p:handoutMasterId r:id="rId89"/>
  </p:handoutMasterIdLst>
  <p:sldIdLst>
    <p:sldId id="2025" r:id="rId45"/>
    <p:sldId id="2026" r:id="rId47"/>
    <p:sldId id="2027" r:id="rId48"/>
    <p:sldId id="2028" r:id="rId49"/>
    <p:sldId id="2029" r:id="rId50"/>
    <p:sldId id="2030" r:id="rId51"/>
    <p:sldId id="2031" r:id="rId52"/>
    <p:sldId id="2032" r:id="rId53"/>
    <p:sldId id="2033" r:id="rId54"/>
    <p:sldId id="2036" r:id="rId55"/>
    <p:sldId id="2038" r:id="rId56"/>
    <p:sldId id="2039" r:id="rId57"/>
    <p:sldId id="2040" r:id="rId58"/>
    <p:sldId id="2041" r:id="rId59"/>
    <p:sldId id="2042" r:id="rId60"/>
    <p:sldId id="2043" r:id="rId61"/>
    <p:sldId id="2044" r:id="rId62"/>
    <p:sldId id="2045" r:id="rId63"/>
    <p:sldId id="2048" r:id="rId64"/>
    <p:sldId id="2049" r:id="rId65"/>
    <p:sldId id="2050" r:id="rId66"/>
    <p:sldId id="2051" r:id="rId67"/>
    <p:sldId id="2052" r:id="rId68"/>
    <p:sldId id="2053" r:id="rId69"/>
    <p:sldId id="2078" r:id="rId70"/>
    <p:sldId id="2079" r:id="rId71"/>
    <p:sldId id="2080" r:id="rId72"/>
    <p:sldId id="2054" r:id="rId73"/>
    <p:sldId id="2055" r:id="rId74"/>
    <p:sldId id="2056" r:id="rId75"/>
    <p:sldId id="2057" r:id="rId76"/>
    <p:sldId id="2058" r:id="rId77"/>
    <p:sldId id="2059" r:id="rId78"/>
    <p:sldId id="2063" r:id="rId79"/>
    <p:sldId id="2064" r:id="rId80"/>
    <p:sldId id="2065" r:id="rId81"/>
    <p:sldId id="2066" r:id="rId82"/>
    <p:sldId id="2067" r:id="rId83"/>
    <p:sldId id="2068" r:id="rId84"/>
    <p:sldId id="2069" r:id="rId85"/>
    <p:sldId id="2070" r:id="rId86"/>
    <p:sldId id="2081" r:id="rId87"/>
    <p:sldId id="2082" r:id="rId88"/>
  </p:sldIdLst>
  <p:sldSz cx="12192000" cy="6858000"/>
  <p:notesSz cx="6858000" cy="9144000"/>
  <p:custDataLst>
    <p:tags r:id="rId9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4" Type="http://schemas.openxmlformats.org/officeDocument/2006/relationships/tags" Target="tags/tag27.xml"/><Relationship Id="rId93" Type="http://schemas.openxmlformats.org/officeDocument/2006/relationships/commentAuthors" Target="commentAuthors.xml"/><Relationship Id="rId92" Type="http://schemas.openxmlformats.org/officeDocument/2006/relationships/tableStyles" Target="tableStyles.xml"/><Relationship Id="rId91" Type="http://schemas.openxmlformats.org/officeDocument/2006/relationships/viewProps" Target="viewProps.xml"/><Relationship Id="rId90" Type="http://schemas.openxmlformats.org/officeDocument/2006/relationships/presProps" Target="presProps.xml"/><Relationship Id="rId9" Type="http://schemas.openxmlformats.org/officeDocument/2006/relationships/slideMaster" Target="slideMasters/slideMaster8.xml"/><Relationship Id="rId89" Type="http://schemas.openxmlformats.org/officeDocument/2006/relationships/handoutMaster" Target="handoutMasters/handoutMaster1.xml"/><Relationship Id="rId88" Type="http://schemas.openxmlformats.org/officeDocument/2006/relationships/slide" Target="slides/slide43.xml"/><Relationship Id="rId87" Type="http://schemas.openxmlformats.org/officeDocument/2006/relationships/slide" Target="slides/slide42.xml"/><Relationship Id="rId86" Type="http://schemas.openxmlformats.org/officeDocument/2006/relationships/slide" Target="slides/slide41.xml"/><Relationship Id="rId85" Type="http://schemas.openxmlformats.org/officeDocument/2006/relationships/slide" Target="slides/slide40.xml"/><Relationship Id="rId84" Type="http://schemas.openxmlformats.org/officeDocument/2006/relationships/slide" Target="slides/slide39.xml"/><Relationship Id="rId83" Type="http://schemas.openxmlformats.org/officeDocument/2006/relationships/slide" Target="slides/slide38.xml"/><Relationship Id="rId82" Type="http://schemas.openxmlformats.org/officeDocument/2006/relationships/slide" Target="slides/slide37.xml"/><Relationship Id="rId81" Type="http://schemas.openxmlformats.org/officeDocument/2006/relationships/slide" Target="slides/slide36.xml"/><Relationship Id="rId80" Type="http://schemas.openxmlformats.org/officeDocument/2006/relationships/slide" Target="slides/slide35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34.xml"/><Relationship Id="rId78" Type="http://schemas.openxmlformats.org/officeDocument/2006/relationships/slide" Target="slides/slide33.xml"/><Relationship Id="rId77" Type="http://schemas.openxmlformats.org/officeDocument/2006/relationships/slide" Target="slides/slide32.xml"/><Relationship Id="rId76" Type="http://schemas.openxmlformats.org/officeDocument/2006/relationships/slide" Target="slides/slide31.xml"/><Relationship Id="rId75" Type="http://schemas.openxmlformats.org/officeDocument/2006/relationships/slide" Target="slides/slide30.xml"/><Relationship Id="rId74" Type="http://schemas.openxmlformats.org/officeDocument/2006/relationships/slide" Target="slides/slide29.xml"/><Relationship Id="rId73" Type="http://schemas.openxmlformats.org/officeDocument/2006/relationships/slide" Target="slides/slide28.xml"/><Relationship Id="rId72" Type="http://schemas.openxmlformats.org/officeDocument/2006/relationships/slide" Target="slides/slide27.xml"/><Relationship Id="rId71" Type="http://schemas.openxmlformats.org/officeDocument/2006/relationships/slide" Target="slides/slide26.xml"/><Relationship Id="rId70" Type="http://schemas.openxmlformats.org/officeDocument/2006/relationships/slide" Target="slides/slide25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24.xml"/><Relationship Id="rId68" Type="http://schemas.openxmlformats.org/officeDocument/2006/relationships/slide" Target="slides/slide23.xml"/><Relationship Id="rId67" Type="http://schemas.openxmlformats.org/officeDocument/2006/relationships/slide" Target="slides/slide22.xml"/><Relationship Id="rId66" Type="http://schemas.openxmlformats.org/officeDocument/2006/relationships/slide" Target="slides/slide21.xml"/><Relationship Id="rId65" Type="http://schemas.openxmlformats.org/officeDocument/2006/relationships/slide" Target="slides/slide20.xml"/><Relationship Id="rId64" Type="http://schemas.openxmlformats.org/officeDocument/2006/relationships/slide" Target="slides/slide19.xml"/><Relationship Id="rId63" Type="http://schemas.openxmlformats.org/officeDocument/2006/relationships/slide" Target="slides/slide18.xml"/><Relationship Id="rId62" Type="http://schemas.openxmlformats.org/officeDocument/2006/relationships/slide" Target="slides/slide17.xml"/><Relationship Id="rId61" Type="http://schemas.openxmlformats.org/officeDocument/2006/relationships/slide" Target="slides/slide16.xml"/><Relationship Id="rId60" Type="http://schemas.openxmlformats.org/officeDocument/2006/relationships/slide" Target="slides/slide15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14.xml"/><Relationship Id="rId58" Type="http://schemas.openxmlformats.org/officeDocument/2006/relationships/slide" Target="slides/slide13.xml"/><Relationship Id="rId57" Type="http://schemas.openxmlformats.org/officeDocument/2006/relationships/slide" Target="slides/slide12.xml"/><Relationship Id="rId56" Type="http://schemas.openxmlformats.org/officeDocument/2006/relationships/slide" Target="slides/slide11.xml"/><Relationship Id="rId55" Type="http://schemas.openxmlformats.org/officeDocument/2006/relationships/slide" Target="slides/slide10.xml"/><Relationship Id="rId54" Type="http://schemas.openxmlformats.org/officeDocument/2006/relationships/slide" Target="slides/slide9.xml"/><Relationship Id="rId53" Type="http://schemas.openxmlformats.org/officeDocument/2006/relationships/slide" Target="slides/slide8.xml"/><Relationship Id="rId52" Type="http://schemas.openxmlformats.org/officeDocument/2006/relationships/slide" Target="slides/slide7.xml"/><Relationship Id="rId51" Type="http://schemas.openxmlformats.org/officeDocument/2006/relationships/slide" Target="slides/slide6.xml"/><Relationship Id="rId50" Type="http://schemas.openxmlformats.org/officeDocument/2006/relationships/slide" Target="slides/slide5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.xml"/><Relationship Id="rId48" Type="http://schemas.openxmlformats.org/officeDocument/2006/relationships/slide" Target="slides/slide3.xml"/><Relationship Id="rId47" Type="http://schemas.openxmlformats.org/officeDocument/2006/relationships/slide" Target="slides/slide2.xml"/><Relationship Id="rId46" Type="http://schemas.openxmlformats.org/officeDocument/2006/relationships/notesMaster" Target="notesMasters/notesMaster1.xml"/><Relationship Id="rId45" Type="http://schemas.openxmlformats.org/officeDocument/2006/relationships/slide" Target="slides/slide1.xml"/><Relationship Id="rId44" Type="http://schemas.openxmlformats.org/officeDocument/2006/relationships/slideMaster" Target="slideMasters/slideMaster43.xml"/><Relationship Id="rId43" Type="http://schemas.openxmlformats.org/officeDocument/2006/relationships/slideMaster" Target="slideMasters/slideMaster42.xml"/><Relationship Id="rId42" Type="http://schemas.openxmlformats.org/officeDocument/2006/relationships/slideMaster" Target="slideMasters/slideMaster41.xml"/><Relationship Id="rId41" Type="http://schemas.openxmlformats.org/officeDocument/2006/relationships/slideMaster" Target="slideMasters/slideMaster40.xml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" Type="http://schemas.openxmlformats.org/officeDocument/2006/relationships/slideMaster" Target="slideMasters/slideMaster38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P01 | 封面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补充简历</a:t>
            </a:r>
            <a:r>
              <a:rPr lang="zh-CN"/>
              <a:t>链接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P03 | 锚点页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动画效果，一个个</a:t>
            </a:r>
            <a:r>
              <a:rPr lang="zh-CN"/>
              <a:t>展开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P05 | 桥页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使用度工去做，要酷炫。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豆包帮我生成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格式，做动画效果。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不反过来挑他。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P14 | 章节页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P15 | 演示指令卡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P16 | 结果诊断页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P17 | 对比/迭代页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P18 | 对比/迭代页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P19 | 金句页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P20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P21 | 锚点页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这个地方后面可以做动效，然后每一块是一行，并给当前的块一个解释，比如角色：</a:t>
            </a:r>
            <a:r>
              <a:rPr lang="zh-CN"/>
              <a:t>解释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P25 | 套用页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P26 | 案例对比页（左）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P27 | 案例对比页（右）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P28 | 案例对比页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P29 | 存屏页/任务卡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P36 | 演示指令卡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P37 | 结果证据页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P38 | 拆解页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P30 | 金句页＋桥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P31 | 章节页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P32 | 名词页①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这里可以加</a:t>
            </a:r>
            <a:r>
              <a:rPr lang="en-US" altLang="zh-CN"/>
              <a:t>token</a:t>
            </a:r>
            <a:r>
              <a:rPr lang="zh-CN"/>
              <a:t>网站演示，参考</a:t>
            </a:r>
            <a:r>
              <a:rPr lang="en-US" altLang="zh-CN"/>
              <a:t>B</a:t>
            </a:r>
            <a:r>
              <a:rPr lang="zh-CN" altLang="en-US"/>
              <a:t>站马克的</a:t>
            </a:r>
            <a:r>
              <a:rPr lang="zh-CN" altLang="en-US"/>
              <a:t>工作坊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P34 | 名词页③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P35 | 名词页④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P39 | 名词页⑤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P40 | 名词页⑥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P41 | 名词页⑦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P42 | 名词页⑧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P43 | 链条总图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P44 | 金句＋锚点页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P45 | 章节页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P46 | 回扣页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在</a:t>
            </a:r>
            <a:r>
              <a:rPr lang="en-US" altLang="zh-CN"/>
              <a:t>AI</a:t>
            </a:r>
            <a:r>
              <a:rPr lang="zh-CN" altLang="en-US"/>
              <a:t>时代能不能做出超出预期的简历</a:t>
            </a:r>
            <a:r>
              <a:rPr lang="zh-CN" altLang="en-US"/>
              <a:t>呢？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在</a:t>
            </a:r>
            <a:r>
              <a:rPr lang="en-US" altLang="zh-CN"/>
              <a:t>AI</a:t>
            </a:r>
            <a:r>
              <a:rPr lang="zh-CN" altLang="en-US"/>
              <a:t>时代能不能做出超出预期的简历</a:t>
            </a:r>
            <a:r>
              <a:rPr lang="zh-CN" altLang="en-US"/>
              <a:t>呢？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9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2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2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3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3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4.xml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4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5.xml"/></Relationships>
</file>

<file path=ppt/slideLayouts/_rels/slideLayout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5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6.xml"/></Relationships>
</file>

<file path=ppt/slideLayouts/_rels/slideLayout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6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7.xml"/></Relationships>
</file>

<file path=ppt/slideLayouts/_rels/slideLayout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7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0" Type="http://schemas.openxmlformats.org/officeDocument/2006/relationships/theme" Target="../theme/theme6.xml"/><Relationship Id="rId2" Type="http://schemas.openxmlformats.org/officeDocument/2006/relationships/slideLayout" Target="../slideLayouts/slideLayout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Masters/_rels/slideMaster8.xml.rels><?xml version="1.0" encoding="UTF-8" standalone="yes"?>
<Relationships xmlns="http://schemas.openxmlformats.org/package/2006/relationships"><Relationship Id="rId4" Type="http://schemas.openxmlformats.org/officeDocument/2006/relationships/theme" Target="../theme/theme8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6.xml"/></Relationships>
</file>

<file path=ppt/slideMasters/_rels/slideMaster9.xml.rels><?xml version="1.0" encoding="UTF-8" standalone="yes"?>
<Relationships xmlns="http://schemas.openxmlformats.org/package/2006/relationships"><Relationship Id="rId4" Type="http://schemas.openxmlformats.org/officeDocument/2006/relationships/theme" Target="../theme/theme9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7.xml"/></Relationships>
</file>

<file path=ppt/slideMasters/_rels/slideMaster10.xml.rels><?xml version="1.0" encoding="UTF-8" standalone="yes"?>
<Relationships xmlns="http://schemas.openxmlformats.org/package/2006/relationships"><Relationship Id="rId4" Type="http://schemas.openxmlformats.org/officeDocument/2006/relationships/theme" Target="../theme/theme10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8.xml"/></Relationships>
</file>

<file path=ppt/slideMasters/_rels/slideMaster1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1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9.xml"/></Relationships>
</file>

<file path=ppt/slideMasters/_rels/slideMaster12.xml.rels><?xml version="1.0" encoding="UTF-8" standalone="yes"?>
<Relationships xmlns="http://schemas.openxmlformats.org/package/2006/relationships"><Relationship Id="rId5" Type="http://schemas.openxmlformats.org/officeDocument/2006/relationships/theme" Target="../theme/theme12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/Relationships>
</file>

<file path=ppt/slideMasters/_rels/slideMaster13.xml.rels><?xml version="1.0" encoding="UTF-8" standalone="yes"?>
<Relationships xmlns="http://schemas.openxmlformats.org/package/2006/relationships"><Relationship Id="rId4" Type="http://schemas.openxmlformats.org/officeDocument/2006/relationships/theme" Target="../theme/theme1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2.xml"/></Relationships>
</file>

<file path=ppt/slideMasters/_rels/slideMaster14.xml.rels><?xml version="1.0" encoding="UTF-8" standalone="yes"?>
<Relationships xmlns="http://schemas.openxmlformats.org/package/2006/relationships"><Relationship Id="rId4" Type="http://schemas.openxmlformats.org/officeDocument/2006/relationships/theme" Target="../theme/theme14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3.xml"/></Relationships>
</file>

<file path=ppt/slideMasters/_rels/slideMaster15.xml.rels><?xml version="1.0" encoding="UTF-8" standalone="yes"?>
<Relationships xmlns="http://schemas.openxmlformats.org/package/2006/relationships"><Relationship Id="rId4" Type="http://schemas.openxmlformats.org/officeDocument/2006/relationships/theme" Target="../theme/theme15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0" Type="http://schemas.openxmlformats.org/officeDocument/2006/relationships/theme" Target="../theme/theme16.xml"/><Relationship Id="rId2" Type="http://schemas.openxmlformats.org/officeDocument/2006/relationships/slideLayout" Target="../slideLayouts/slideLayout3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35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1.xml"/><Relationship Id="rId8" Type="http://schemas.openxmlformats.org/officeDocument/2006/relationships/slideLayout" Target="../slideLayouts/slideLayout60.xml"/><Relationship Id="rId7" Type="http://schemas.openxmlformats.org/officeDocument/2006/relationships/slideLayout" Target="../slideLayouts/slideLayout59.xml"/><Relationship Id="rId6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5.xml"/><Relationship Id="rId20" Type="http://schemas.openxmlformats.org/officeDocument/2006/relationships/theme" Target="../theme/theme17.xml"/><Relationship Id="rId2" Type="http://schemas.openxmlformats.org/officeDocument/2006/relationships/slideLayout" Target="../slideLayouts/slideLayout5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2.xml"/><Relationship Id="rId1" Type="http://schemas.openxmlformats.org/officeDocument/2006/relationships/slideLayout" Target="../slideLayouts/slideLayout53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9.xml"/><Relationship Id="rId8" Type="http://schemas.openxmlformats.org/officeDocument/2006/relationships/slideLayout" Target="../slideLayouts/slideLayout78.xml"/><Relationship Id="rId7" Type="http://schemas.openxmlformats.org/officeDocument/2006/relationships/slideLayout" Target="../slideLayouts/slideLayout77.xml"/><Relationship Id="rId6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5.xml"/><Relationship Id="rId4" Type="http://schemas.openxmlformats.org/officeDocument/2006/relationships/slideLayout" Target="../slideLayouts/slideLayout74.xml"/><Relationship Id="rId3" Type="http://schemas.openxmlformats.org/officeDocument/2006/relationships/slideLayout" Target="../slideLayouts/slideLayout73.xml"/><Relationship Id="rId20" Type="http://schemas.openxmlformats.org/officeDocument/2006/relationships/theme" Target="../theme/theme18.xml"/><Relationship Id="rId2" Type="http://schemas.openxmlformats.org/officeDocument/2006/relationships/slideLayout" Target="../slideLayouts/slideLayout72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88.xml"/><Relationship Id="rId17" Type="http://schemas.openxmlformats.org/officeDocument/2006/relationships/slideLayout" Target="../slideLayouts/slideLayout87.xml"/><Relationship Id="rId16" Type="http://schemas.openxmlformats.org/officeDocument/2006/relationships/slideLayout" Target="../slideLayouts/slideLayout86.xml"/><Relationship Id="rId15" Type="http://schemas.openxmlformats.org/officeDocument/2006/relationships/slideLayout" Target="../slideLayouts/slideLayout85.xml"/><Relationship Id="rId14" Type="http://schemas.openxmlformats.org/officeDocument/2006/relationships/slideLayout" Target="../slideLayouts/slideLayout84.xml"/><Relationship Id="rId13" Type="http://schemas.openxmlformats.org/officeDocument/2006/relationships/slideLayout" Target="../slideLayouts/slideLayout83.xml"/><Relationship Id="rId12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1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0" Type="http://schemas.openxmlformats.org/officeDocument/2006/relationships/theme" Target="../theme/theme19.xml"/><Relationship Id="rId2" Type="http://schemas.openxmlformats.org/officeDocument/2006/relationships/slideLayout" Target="../slideLayouts/slideLayout90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06.xml"/><Relationship Id="rId17" Type="http://schemas.openxmlformats.org/officeDocument/2006/relationships/slideLayout" Target="../slideLayouts/slideLayout105.xml"/><Relationship Id="rId16" Type="http://schemas.openxmlformats.org/officeDocument/2006/relationships/slideLayout" Target="../slideLayouts/slideLayout104.xml"/><Relationship Id="rId15" Type="http://schemas.openxmlformats.org/officeDocument/2006/relationships/slideLayout" Target="../slideLayouts/slideLayout103.xml"/><Relationship Id="rId14" Type="http://schemas.openxmlformats.org/officeDocument/2006/relationships/slideLayout" Target="../slideLayouts/slideLayout102.xml"/><Relationship Id="rId13" Type="http://schemas.openxmlformats.org/officeDocument/2006/relationships/slideLayout" Target="../slideLayouts/slideLayout101.xml"/><Relationship Id="rId12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5.xml"/><Relationship Id="rId8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10.xml"/><Relationship Id="rId3" Type="http://schemas.openxmlformats.org/officeDocument/2006/relationships/slideLayout" Target="../slideLayouts/slideLayout109.xml"/><Relationship Id="rId20" Type="http://schemas.openxmlformats.org/officeDocument/2006/relationships/theme" Target="../theme/theme20.xml"/><Relationship Id="rId2" Type="http://schemas.openxmlformats.org/officeDocument/2006/relationships/slideLayout" Target="../slideLayouts/slideLayout10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24.xml"/><Relationship Id="rId17" Type="http://schemas.openxmlformats.org/officeDocument/2006/relationships/slideLayout" Target="../slideLayouts/slideLayout123.xml"/><Relationship Id="rId16" Type="http://schemas.openxmlformats.org/officeDocument/2006/relationships/slideLayout" Target="../slideLayouts/slideLayout122.xml"/><Relationship Id="rId15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120.xml"/><Relationship Id="rId13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107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3.xml"/><Relationship Id="rId8" Type="http://schemas.openxmlformats.org/officeDocument/2006/relationships/slideLayout" Target="../slideLayouts/slideLayout132.xml"/><Relationship Id="rId7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0.xml"/><Relationship Id="rId5" Type="http://schemas.openxmlformats.org/officeDocument/2006/relationships/slideLayout" Target="../slideLayouts/slideLayout129.xml"/><Relationship Id="rId4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27.xml"/><Relationship Id="rId20" Type="http://schemas.openxmlformats.org/officeDocument/2006/relationships/theme" Target="../theme/theme21.xml"/><Relationship Id="rId2" Type="http://schemas.openxmlformats.org/officeDocument/2006/relationships/slideLayout" Target="../slideLayouts/slideLayout12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42.xml"/><Relationship Id="rId17" Type="http://schemas.openxmlformats.org/officeDocument/2006/relationships/slideLayout" Target="../slideLayouts/slideLayout141.xml"/><Relationship Id="rId16" Type="http://schemas.openxmlformats.org/officeDocument/2006/relationships/slideLayout" Target="../slideLayouts/slideLayout140.xml"/><Relationship Id="rId15" Type="http://schemas.openxmlformats.org/officeDocument/2006/relationships/slideLayout" Target="../slideLayouts/slideLayout139.xml"/><Relationship Id="rId14" Type="http://schemas.openxmlformats.org/officeDocument/2006/relationships/slideLayout" Target="../slideLayouts/slideLayout138.xml"/><Relationship Id="rId13" Type="http://schemas.openxmlformats.org/officeDocument/2006/relationships/slideLayout" Target="../slideLayouts/slideLayout137.xml"/><Relationship Id="rId12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25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1.xml"/><Relationship Id="rId8" Type="http://schemas.openxmlformats.org/officeDocument/2006/relationships/slideLayout" Target="../slideLayouts/slideLayout150.xml"/><Relationship Id="rId7" Type="http://schemas.openxmlformats.org/officeDocument/2006/relationships/slideLayout" Target="../slideLayouts/slideLayout149.xml"/><Relationship Id="rId6" Type="http://schemas.openxmlformats.org/officeDocument/2006/relationships/slideLayout" Target="../slideLayouts/slideLayout148.xml"/><Relationship Id="rId5" Type="http://schemas.openxmlformats.org/officeDocument/2006/relationships/slideLayout" Target="../slideLayouts/slideLayout147.xml"/><Relationship Id="rId4" Type="http://schemas.openxmlformats.org/officeDocument/2006/relationships/slideLayout" Target="../slideLayouts/slideLayout146.xml"/><Relationship Id="rId3" Type="http://schemas.openxmlformats.org/officeDocument/2006/relationships/slideLayout" Target="../slideLayouts/slideLayout145.xml"/><Relationship Id="rId20" Type="http://schemas.openxmlformats.org/officeDocument/2006/relationships/theme" Target="../theme/theme22.xml"/><Relationship Id="rId2" Type="http://schemas.openxmlformats.org/officeDocument/2006/relationships/slideLayout" Target="../slideLayouts/slideLayout14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60.xml"/><Relationship Id="rId17" Type="http://schemas.openxmlformats.org/officeDocument/2006/relationships/slideLayout" Target="../slideLayouts/slideLayout159.xml"/><Relationship Id="rId16" Type="http://schemas.openxmlformats.org/officeDocument/2006/relationships/slideLayout" Target="../slideLayouts/slideLayout158.xml"/><Relationship Id="rId15" Type="http://schemas.openxmlformats.org/officeDocument/2006/relationships/slideLayout" Target="../slideLayouts/slideLayout157.xml"/><Relationship Id="rId14" Type="http://schemas.openxmlformats.org/officeDocument/2006/relationships/slideLayout" Target="../slideLayouts/slideLayout156.xml"/><Relationship Id="rId13" Type="http://schemas.openxmlformats.org/officeDocument/2006/relationships/slideLayout" Target="../slideLayouts/slideLayout155.xml"/><Relationship Id="rId12" Type="http://schemas.openxmlformats.org/officeDocument/2006/relationships/slideLayout" Target="../slideLayouts/slideLayout154.xml"/><Relationship Id="rId11" Type="http://schemas.openxmlformats.org/officeDocument/2006/relationships/slideLayout" Target="../slideLayouts/slideLayout153.xml"/><Relationship Id="rId10" Type="http://schemas.openxmlformats.org/officeDocument/2006/relationships/slideLayout" Target="../slideLayouts/slideLayout152.xml"/><Relationship Id="rId1" Type="http://schemas.openxmlformats.org/officeDocument/2006/relationships/slideLayout" Target="../slideLayouts/slideLayout143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9.xml"/><Relationship Id="rId8" Type="http://schemas.openxmlformats.org/officeDocument/2006/relationships/slideLayout" Target="../slideLayouts/slideLayout168.xml"/><Relationship Id="rId7" Type="http://schemas.openxmlformats.org/officeDocument/2006/relationships/slideLayout" Target="../slideLayouts/slideLayout167.xml"/><Relationship Id="rId6" Type="http://schemas.openxmlformats.org/officeDocument/2006/relationships/slideLayout" Target="../slideLayouts/slideLayout166.xml"/><Relationship Id="rId5" Type="http://schemas.openxmlformats.org/officeDocument/2006/relationships/slideLayout" Target="../slideLayouts/slideLayout165.xml"/><Relationship Id="rId4" Type="http://schemas.openxmlformats.org/officeDocument/2006/relationships/slideLayout" Target="../slideLayouts/slideLayout164.xml"/><Relationship Id="rId3" Type="http://schemas.openxmlformats.org/officeDocument/2006/relationships/slideLayout" Target="../slideLayouts/slideLayout163.xml"/><Relationship Id="rId20" Type="http://schemas.openxmlformats.org/officeDocument/2006/relationships/theme" Target="../theme/theme23.xml"/><Relationship Id="rId2" Type="http://schemas.openxmlformats.org/officeDocument/2006/relationships/slideLayout" Target="../slideLayouts/slideLayout162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78.xml"/><Relationship Id="rId17" Type="http://schemas.openxmlformats.org/officeDocument/2006/relationships/slideLayout" Target="../slideLayouts/slideLayout177.xml"/><Relationship Id="rId16" Type="http://schemas.openxmlformats.org/officeDocument/2006/relationships/slideLayout" Target="../slideLayouts/slideLayout176.xml"/><Relationship Id="rId15" Type="http://schemas.openxmlformats.org/officeDocument/2006/relationships/slideLayout" Target="../slideLayouts/slideLayout175.xml"/><Relationship Id="rId14" Type="http://schemas.openxmlformats.org/officeDocument/2006/relationships/slideLayout" Target="../slideLayouts/slideLayout174.xml"/><Relationship Id="rId13" Type="http://schemas.openxmlformats.org/officeDocument/2006/relationships/slideLayout" Target="../slideLayouts/slideLayout173.xml"/><Relationship Id="rId12" Type="http://schemas.openxmlformats.org/officeDocument/2006/relationships/slideLayout" Target="../slideLayouts/slideLayout172.xml"/><Relationship Id="rId11" Type="http://schemas.openxmlformats.org/officeDocument/2006/relationships/slideLayout" Target="../slideLayouts/slideLayout171.xml"/><Relationship Id="rId10" Type="http://schemas.openxmlformats.org/officeDocument/2006/relationships/slideLayout" Target="../slideLayouts/slideLayout170.xml"/><Relationship Id="rId1" Type="http://schemas.openxmlformats.org/officeDocument/2006/relationships/slideLayout" Target="../slideLayouts/slideLayout161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7.xml"/><Relationship Id="rId8" Type="http://schemas.openxmlformats.org/officeDocument/2006/relationships/slideLayout" Target="../slideLayouts/slideLayout186.xml"/><Relationship Id="rId7" Type="http://schemas.openxmlformats.org/officeDocument/2006/relationships/slideLayout" Target="../slideLayouts/slideLayout185.xml"/><Relationship Id="rId6" Type="http://schemas.openxmlformats.org/officeDocument/2006/relationships/slideLayout" Target="../slideLayouts/slideLayout184.xml"/><Relationship Id="rId5" Type="http://schemas.openxmlformats.org/officeDocument/2006/relationships/slideLayout" Target="../slideLayouts/slideLayout183.xml"/><Relationship Id="rId4" Type="http://schemas.openxmlformats.org/officeDocument/2006/relationships/slideLayout" Target="../slideLayouts/slideLayout182.xml"/><Relationship Id="rId3" Type="http://schemas.openxmlformats.org/officeDocument/2006/relationships/slideLayout" Target="../slideLayouts/slideLayout181.xml"/><Relationship Id="rId20" Type="http://schemas.openxmlformats.org/officeDocument/2006/relationships/theme" Target="../theme/theme24.xml"/><Relationship Id="rId2" Type="http://schemas.openxmlformats.org/officeDocument/2006/relationships/slideLayout" Target="../slideLayouts/slideLayout180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96.xml"/><Relationship Id="rId17" Type="http://schemas.openxmlformats.org/officeDocument/2006/relationships/slideLayout" Target="../slideLayouts/slideLayout195.xml"/><Relationship Id="rId16" Type="http://schemas.openxmlformats.org/officeDocument/2006/relationships/slideLayout" Target="../slideLayouts/slideLayout194.xml"/><Relationship Id="rId15" Type="http://schemas.openxmlformats.org/officeDocument/2006/relationships/slideLayout" Target="../slideLayouts/slideLayout193.xml"/><Relationship Id="rId14" Type="http://schemas.openxmlformats.org/officeDocument/2006/relationships/slideLayout" Target="../slideLayouts/slideLayout192.xml"/><Relationship Id="rId13" Type="http://schemas.openxmlformats.org/officeDocument/2006/relationships/slideLayout" Target="../slideLayouts/slideLayout191.xml"/><Relationship Id="rId12" Type="http://schemas.openxmlformats.org/officeDocument/2006/relationships/slideLayout" Target="../slideLayouts/slideLayout190.xml"/><Relationship Id="rId11" Type="http://schemas.openxmlformats.org/officeDocument/2006/relationships/slideLayout" Target="../slideLayouts/slideLayout189.xml"/><Relationship Id="rId10" Type="http://schemas.openxmlformats.org/officeDocument/2006/relationships/slideLayout" Target="../slideLayouts/slideLayout188.xml"/><Relationship Id="rId1" Type="http://schemas.openxmlformats.org/officeDocument/2006/relationships/slideLayout" Target="../slideLayouts/slideLayout179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5.xml"/><Relationship Id="rId8" Type="http://schemas.openxmlformats.org/officeDocument/2006/relationships/slideLayout" Target="../slideLayouts/slideLayout204.xml"/><Relationship Id="rId7" Type="http://schemas.openxmlformats.org/officeDocument/2006/relationships/slideLayout" Target="../slideLayouts/slideLayout203.xml"/><Relationship Id="rId6" Type="http://schemas.openxmlformats.org/officeDocument/2006/relationships/slideLayout" Target="../slideLayouts/slideLayout202.xml"/><Relationship Id="rId5" Type="http://schemas.openxmlformats.org/officeDocument/2006/relationships/slideLayout" Target="../slideLayouts/slideLayout201.xml"/><Relationship Id="rId4" Type="http://schemas.openxmlformats.org/officeDocument/2006/relationships/slideLayout" Target="../slideLayouts/slideLayout200.xml"/><Relationship Id="rId3" Type="http://schemas.openxmlformats.org/officeDocument/2006/relationships/slideLayout" Target="../slideLayouts/slideLayout199.xml"/><Relationship Id="rId20" Type="http://schemas.openxmlformats.org/officeDocument/2006/relationships/theme" Target="../theme/theme25.xml"/><Relationship Id="rId2" Type="http://schemas.openxmlformats.org/officeDocument/2006/relationships/slideLayout" Target="../slideLayouts/slideLayout19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14.xml"/><Relationship Id="rId17" Type="http://schemas.openxmlformats.org/officeDocument/2006/relationships/slideLayout" Target="../slideLayouts/slideLayout213.xml"/><Relationship Id="rId16" Type="http://schemas.openxmlformats.org/officeDocument/2006/relationships/slideLayout" Target="../slideLayouts/slideLayout212.xml"/><Relationship Id="rId15" Type="http://schemas.openxmlformats.org/officeDocument/2006/relationships/slideLayout" Target="../slideLayouts/slideLayout211.xml"/><Relationship Id="rId14" Type="http://schemas.openxmlformats.org/officeDocument/2006/relationships/slideLayout" Target="../slideLayouts/slideLayout210.xml"/><Relationship Id="rId13" Type="http://schemas.openxmlformats.org/officeDocument/2006/relationships/slideLayout" Target="../slideLayouts/slideLayout209.xml"/><Relationship Id="rId12" Type="http://schemas.openxmlformats.org/officeDocument/2006/relationships/slideLayout" Target="../slideLayouts/slideLayout208.xml"/><Relationship Id="rId11" Type="http://schemas.openxmlformats.org/officeDocument/2006/relationships/slideLayout" Target="../slideLayouts/slideLayout207.xml"/><Relationship Id="rId10" Type="http://schemas.openxmlformats.org/officeDocument/2006/relationships/slideLayout" Target="../slideLayouts/slideLayout206.xml"/><Relationship Id="rId1" Type="http://schemas.openxmlformats.org/officeDocument/2006/relationships/slideLayout" Target="../slideLayouts/slideLayout197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3.xml"/><Relationship Id="rId8" Type="http://schemas.openxmlformats.org/officeDocument/2006/relationships/slideLayout" Target="../slideLayouts/slideLayout222.xml"/><Relationship Id="rId7" Type="http://schemas.openxmlformats.org/officeDocument/2006/relationships/slideLayout" Target="../slideLayouts/slideLayout221.xml"/><Relationship Id="rId6" Type="http://schemas.openxmlformats.org/officeDocument/2006/relationships/slideLayout" Target="../slideLayouts/slideLayout220.xml"/><Relationship Id="rId5" Type="http://schemas.openxmlformats.org/officeDocument/2006/relationships/slideLayout" Target="../slideLayouts/slideLayout219.xml"/><Relationship Id="rId4" Type="http://schemas.openxmlformats.org/officeDocument/2006/relationships/slideLayout" Target="../slideLayouts/slideLayout218.xml"/><Relationship Id="rId3" Type="http://schemas.openxmlformats.org/officeDocument/2006/relationships/slideLayout" Target="../slideLayouts/slideLayout217.xml"/><Relationship Id="rId20" Type="http://schemas.openxmlformats.org/officeDocument/2006/relationships/theme" Target="../theme/theme26.xml"/><Relationship Id="rId2" Type="http://schemas.openxmlformats.org/officeDocument/2006/relationships/slideLayout" Target="../slideLayouts/slideLayout21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32.xml"/><Relationship Id="rId17" Type="http://schemas.openxmlformats.org/officeDocument/2006/relationships/slideLayout" Target="../slideLayouts/slideLayout231.xml"/><Relationship Id="rId16" Type="http://schemas.openxmlformats.org/officeDocument/2006/relationships/slideLayout" Target="../slideLayouts/slideLayout230.xml"/><Relationship Id="rId15" Type="http://schemas.openxmlformats.org/officeDocument/2006/relationships/slideLayout" Target="../slideLayouts/slideLayout229.xml"/><Relationship Id="rId14" Type="http://schemas.openxmlformats.org/officeDocument/2006/relationships/slideLayout" Target="../slideLayouts/slideLayout228.xml"/><Relationship Id="rId13" Type="http://schemas.openxmlformats.org/officeDocument/2006/relationships/slideLayout" Target="../slideLayouts/slideLayout227.xml"/><Relationship Id="rId12" Type="http://schemas.openxmlformats.org/officeDocument/2006/relationships/slideLayout" Target="../slideLayouts/slideLayout226.xml"/><Relationship Id="rId11" Type="http://schemas.openxmlformats.org/officeDocument/2006/relationships/slideLayout" Target="../slideLayouts/slideLayout225.xml"/><Relationship Id="rId10" Type="http://schemas.openxmlformats.org/officeDocument/2006/relationships/slideLayout" Target="../slideLayouts/slideLayout224.xml"/><Relationship Id="rId1" Type="http://schemas.openxmlformats.org/officeDocument/2006/relationships/slideLayout" Target="../slideLayouts/slideLayout215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1.xml"/><Relationship Id="rId8" Type="http://schemas.openxmlformats.org/officeDocument/2006/relationships/slideLayout" Target="../slideLayouts/slideLayout240.xml"/><Relationship Id="rId7" Type="http://schemas.openxmlformats.org/officeDocument/2006/relationships/slideLayout" Target="../slideLayouts/slideLayout239.xml"/><Relationship Id="rId6" Type="http://schemas.openxmlformats.org/officeDocument/2006/relationships/slideLayout" Target="../slideLayouts/slideLayout238.xml"/><Relationship Id="rId5" Type="http://schemas.openxmlformats.org/officeDocument/2006/relationships/slideLayout" Target="../slideLayouts/slideLayout237.xml"/><Relationship Id="rId4" Type="http://schemas.openxmlformats.org/officeDocument/2006/relationships/slideLayout" Target="../slideLayouts/slideLayout236.xml"/><Relationship Id="rId3" Type="http://schemas.openxmlformats.org/officeDocument/2006/relationships/slideLayout" Target="../slideLayouts/slideLayout235.xml"/><Relationship Id="rId20" Type="http://schemas.openxmlformats.org/officeDocument/2006/relationships/theme" Target="../theme/theme27.xml"/><Relationship Id="rId2" Type="http://schemas.openxmlformats.org/officeDocument/2006/relationships/slideLayout" Target="../slideLayouts/slideLayout23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50.xml"/><Relationship Id="rId17" Type="http://schemas.openxmlformats.org/officeDocument/2006/relationships/slideLayout" Target="../slideLayouts/slideLayout249.xml"/><Relationship Id="rId16" Type="http://schemas.openxmlformats.org/officeDocument/2006/relationships/slideLayout" Target="../slideLayouts/slideLayout248.xml"/><Relationship Id="rId15" Type="http://schemas.openxmlformats.org/officeDocument/2006/relationships/slideLayout" Target="../slideLayouts/slideLayout247.xml"/><Relationship Id="rId14" Type="http://schemas.openxmlformats.org/officeDocument/2006/relationships/slideLayout" Target="../slideLayouts/slideLayout246.xml"/><Relationship Id="rId13" Type="http://schemas.openxmlformats.org/officeDocument/2006/relationships/slideLayout" Target="../slideLayouts/slideLayout245.xml"/><Relationship Id="rId12" Type="http://schemas.openxmlformats.org/officeDocument/2006/relationships/slideLayout" Target="../slideLayouts/slideLayout244.xml"/><Relationship Id="rId11" Type="http://schemas.openxmlformats.org/officeDocument/2006/relationships/slideLayout" Target="../slideLayouts/slideLayout243.xml"/><Relationship Id="rId10" Type="http://schemas.openxmlformats.org/officeDocument/2006/relationships/slideLayout" Target="../slideLayouts/slideLayout242.xml"/><Relationship Id="rId1" Type="http://schemas.openxmlformats.org/officeDocument/2006/relationships/slideLayout" Target="../slideLayouts/slideLayout233.xml"/></Relationships>
</file>

<file path=ppt/slideMasters/_rels/slideMaster28.xml.rels><?xml version="1.0" encoding="UTF-8" standalone="yes"?>
<Relationships xmlns="http://schemas.openxmlformats.org/package/2006/relationships"><Relationship Id="rId4" Type="http://schemas.openxmlformats.org/officeDocument/2006/relationships/theme" Target="../theme/theme28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1.xml"/></Relationships>
</file>

<file path=ppt/slideMasters/_rels/slideMaster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0.xml"/><Relationship Id="rId8" Type="http://schemas.openxmlformats.org/officeDocument/2006/relationships/slideLayout" Target="../slideLayouts/slideLayout259.xml"/><Relationship Id="rId7" Type="http://schemas.openxmlformats.org/officeDocument/2006/relationships/slideLayout" Target="../slideLayouts/slideLayout258.xml"/><Relationship Id="rId6" Type="http://schemas.openxmlformats.org/officeDocument/2006/relationships/slideLayout" Target="../slideLayouts/slideLayout257.xml"/><Relationship Id="rId5" Type="http://schemas.openxmlformats.org/officeDocument/2006/relationships/slideLayout" Target="../slideLayouts/slideLayout256.xml"/><Relationship Id="rId4" Type="http://schemas.openxmlformats.org/officeDocument/2006/relationships/slideLayout" Target="../slideLayouts/slideLayout255.xml"/><Relationship Id="rId3" Type="http://schemas.openxmlformats.org/officeDocument/2006/relationships/slideLayout" Target="../slideLayouts/slideLayout254.xml"/><Relationship Id="rId22" Type="http://schemas.openxmlformats.org/officeDocument/2006/relationships/theme" Target="../theme/theme29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271.xml"/><Relationship Id="rId2" Type="http://schemas.openxmlformats.org/officeDocument/2006/relationships/slideLayout" Target="../slideLayouts/slideLayout253.xml"/><Relationship Id="rId19" Type="http://schemas.openxmlformats.org/officeDocument/2006/relationships/slideLayout" Target="../slideLayouts/slideLayout270.xml"/><Relationship Id="rId18" Type="http://schemas.openxmlformats.org/officeDocument/2006/relationships/slideLayout" Target="../slideLayouts/slideLayout269.xml"/><Relationship Id="rId17" Type="http://schemas.openxmlformats.org/officeDocument/2006/relationships/slideLayout" Target="../slideLayouts/slideLayout268.xml"/><Relationship Id="rId16" Type="http://schemas.openxmlformats.org/officeDocument/2006/relationships/slideLayout" Target="../slideLayouts/slideLayout267.xml"/><Relationship Id="rId15" Type="http://schemas.openxmlformats.org/officeDocument/2006/relationships/slideLayout" Target="../slideLayouts/slideLayout266.xml"/><Relationship Id="rId14" Type="http://schemas.openxmlformats.org/officeDocument/2006/relationships/slideLayout" Target="../slideLayouts/slideLayout265.xml"/><Relationship Id="rId13" Type="http://schemas.openxmlformats.org/officeDocument/2006/relationships/slideLayout" Target="../slideLayouts/slideLayout264.xml"/><Relationship Id="rId12" Type="http://schemas.openxmlformats.org/officeDocument/2006/relationships/slideLayout" Target="../slideLayouts/slideLayout263.xml"/><Relationship Id="rId11" Type="http://schemas.openxmlformats.org/officeDocument/2006/relationships/slideLayout" Target="../slideLayouts/slideLayout262.xml"/><Relationship Id="rId10" Type="http://schemas.openxmlformats.org/officeDocument/2006/relationships/slideLayout" Target="../slideLayouts/slideLayout261.xml"/><Relationship Id="rId1" Type="http://schemas.openxmlformats.org/officeDocument/2006/relationships/slideLayout" Target="../slideLayouts/slideLayout252.xml"/></Relationships>
</file>

<file path=ppt/slideMasters/_rels/slideMaster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0.xml"/><Relationship Id="rId8" Type="http://schemas.openxmlformats.org/officeDocument/2006/relationships/slideLayout" Target="../slideLayouts/slideLayout279.xml"/><Relationship Id="rId7" Type="http://schemas.openxmlformats.org/officeDocument/2006/relationships/slideLayout" Target="../slideLayouts/slideLayout278.xml"/><Relationship Id="rId6" Type="http://schemas.openxmlformats.org/officeDocument/2006/relationships/slideLayout" Target="../slideLayouts/slideLayout277.xml"/><Relationship Id="rId5" Type="http://schemas.openxmlformats.org/officeDocument/2006/relationships/slideLayout" Target="../slideLayouts/slideLayout276.xml"/><Relationship Id="rId4" Type="http://schemas.openxmlformats.org/officeDocument/2006/relationships/slideLayout" Target="../slideLayouts/slideLayout275.xml"/><Relationship Id="rId3" Type="http://schemas.openxmlformats.org/officeDocument/2006/relationships/slideLayout" Target="../slideLayouts/slideLayout274.xml"/><Relationship Id="rId22" Type="http://schemas.openxmlformats.org/officeDocument/2006/relationships/theme" Target="../theme/theme30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291.xml"/><Relationship Id="rId2" Type="http://schemas.openxmlformats.org/officeDocument/2006/relationships/slideLayout" Target="../slideLayouts/slideLayout273.xml"/><Relationship Id="rId19" Type="http://schemas.openxmlformats.org/officeDocument/2006/relationships/slideLayout" Target="../slideLayouts/slideLayout290.xml"/><Relationship Id="rId18" Type="http://schemas.openxmlformats.org/officeDocument/2006/relationships/slideLayout" Target="../slideLayouts/slideLayout289.xml"/><Relationship Id="rId17" Type="http://schemas.openxmlformats.org/officeDocument/2006/relationships/slideLayout" Target="../slideLayouts/slideLayout288.xml"/><Relationship Id="rId16" Type="http://schemas.openxmlformats.org/officeDocument/2006/relationships/slideLayout" Target="../slideLayouts/slideLayout287.xml"/><Relationship Id="rId15" Type="http://schemas.openxmlformats.org/officeDocument/2006/relationships/slideLayout" Target="../slideLayouts/slideLayout286.xml"/><Relationship Id="rId14" Type="http://schemas.openxmlformats.org/officeDocument/2006/relationships/slideLayout" Target="../slideLayouts/slideLayout285.xml"/><Relationship Id="rId13" Type="http://schemas.openxmlformats.org/officeDocument/2006/relationships/slideLayout" Target="../slideLayouts/slideLayout284.xml"/><Relationship Id="rId12" Type="http://schemas.openxmlformats.org/officeDocument/2006/relationships/slideLayout" Target="../slideLayouts/slideLayout283.xml"/><Relationship Id="rId11" Type="http://schemas.openxmlformats.org/officeDocument/2006/relationships/slideLayout" Target="../slideLayouts/slideLayout282.xml"/><Relationship Id="rId10" Type="http://schemas.openxmlformats.org/officeDocument/2006/relationships/slideLayout" Target="../slideLayouts/slideLayout281.xml"/><Relationship Id="rId1" Type="http://schemas.openxmlformats.org/officeDocument/2006/relationships/slideLayout" Target="../slideLayouts/slideLayout272.xml"/></Relationships>
</file>

<file path=ppt/slideMasters/_rels/slideMaster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0.xml"/><Relationship Id="rId8" Type="http://schemas.openxmlformats.org/officeDocument/2006/relationships/slideLayout" Target="../slideLayouts/slideLayout299.xml"/><Relationship Id="rId7" Type="http://schemas.openxmlformats.org/officeDocument/2006/relationships/slideLayout" Target="../slideLayouts/slideLayout298.xml"/><Relationship Id="rId6" Type="http://schemas.openxmlformats.org/officeDocument/2006/relationships/slideLayout" Target="../slideLayouts/slideLayout297.xml"/><Relationship Id="rId5" Type="http://schemas.openxmlformats.org/officeDocument/2006/relationships/slideLayout" Target="../slideLayouts/slideLayout296.xml"/><Relationship Id="rId4" Type="http://schemas.openxmlformats.org/officeDocument/2006/relationships/slideLayout" Target="../slideLayouts/slideLayout295.xml"/><Relationship Id="rId3" Type="http://schemas.openxmlformats.org/officeDocument/2006/relationships/slideLayout" Target="../slideLayouts/slideLayout294.xml"/><Relationship Id="rId22" Type="http://schemas.openxmlformats.org/officeDocument/2006/relationships/theme" Target="../theme/theme31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11.xml"/><Relationship Id="rId2" Type="http://schemas.openxmlformats.org/officeDocument/2006/relationships/slideLayout" Target="../slideLayouts/slideLayout293.xml"/><Relationship Id="rId19" Type="http://schemas.openxmlformats.org/officeDocument/2006/relationships/slideLayout" Target="../slideLayouts/slideLayout310.xml"/><Relationship Id="rId18" Type="http://schemas.openxmlformats.org/officeDocument/2006/relationships/slideLayout" Target="../slideLayouts/slideLayout309.xml"/><Relationship Id="rId17" Type="http://schemas.openxmlformats.org/officeDocument/2006/relationships/slideLayout" Target="../slideLayouts/slideLayout308.xml"/><Relationship Id="rId16" Type="http://schemas.openxmlformats.org/officeDocument/2006/relationships/slideLayout" Target="../slideLayouts/slideLayout307.xml"/><Relationship Id="rId15" Type="http://schemas.openxmlformats.org/officeDocument/2006/relationships/slideLayout" Target="../slideLayouts/slideLayout306.xml"/><Relationship Id="rId14" Type="http://schemas.openxmlformats.org/officeDocument/2006/relationships/slideLayout" Target="../slideLayouts/slideLayout305.xml"/><Relationship Id="rId13" Type="http://schemas.openxmlformats.org/officeDocument/2006/relationships/slideLayout" Target="../slideLayouts/slideLayout304.xml"/><Relationship Id="rId12" Type="http://schemas.openxmlformats.org/officeDocument/2006/relationships/slideLayout" Target="../slideLayouts/slideLayout303.xml"/><Relationship Id="rId11" Type="http://schemas.openxmlformats.org/officeDocument/2006/relationships/slideLayout" Target="../slideLayouts/slideLayout302.xml"/><Relationship Id="rId10" Type="http://schemas.openxmlformats.org/officeDocument/2006/relationships/slideLayout" Target="../slideLayouts/slideLayout301.xml"/><Relationship Id="rId1" Type="http://schemas.openxmlformats.org/officeDocument/2006/relationships/slideLayout" Target="../slideLayouts/slideLayout292.xml"/></Relationships>
</file>

<file path=ppt/slideMasters/_rels/slideMaster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0.xml"/><Relationship Id="rId8" Type="http://schemas.openxmlformats.org/officeDocument/2006/relationships/slideLayout" Target="../slideLayouts/slideLayout319.xml"/><Relationship Id="rId7" Type="http://schemas.openxmlformats.org/officeDocument/2006/relationships/slideLayout" Target="../slideLayouts/slideLayout318.xml"/><Relationship Id="rId6" Type="http://schemas.openxmlformats.org/officeDocument/2006/relationships/slideLayout" Target="../slideLayouts/slideLayout317.xml"/><Relationship Id="rId5" Type="http://schemas.openxmlformats.org/officeDocument/2006/relationships/slideLayout" Target="../slideLayouts/slideLayout316.xml"/><Relationship Id="rId4" Type="http://schemas.openxmlformats.org/officeDocument/2006/relationships/slideLayout" Target="../slideLayouts/slideLayout315.xml"/><Relationship Id="rId3" Type="http://schemas.openxmlformats.org/officeDocument/2006/relationships/slideLayout" Target="../slideLayouts/slideLayout314.xml"/><Relationship Id="rId2" Type="http://schemas.openxmlformats.org/officeDocument/2006/relationships/slideLayout" Target="../slideLayouts/slideLayout313.xml"/><Relationship Id="rId13" Type="http://schemas.openxmlformats.org/officeDocument/2006/relationships/theme" Target="../theme/theme32.xml"/><Relationship Id="rId12" Type="http://schemas.openxmlformats.org/officeDocument/2006/relationships/slideLayout" Target="../slideLayouts/slideLayout323.xml"/><Relationship Id="rId11" Type="http://schemas.openxmlformats.org/officeDocument/2006/relationships/slideLayout" Target="../slideLayouts/slideLayout322.xml"/><Relationship Id="rId10" Type="http://schemas.openxmlformats.org/officeDocument/2006/relationships/slideLayout" Target="../slideLayouts/slideLayout321.xml"/><Relationship Id="rId1" Type="http://schemas.openxmlformats.org/officeDocument/2006/relationships/slideLayout" Target="../slideLayouts/slideLayout312.xml"/></Relationships>
</file>

<file path=ppt/slideMasters/_rels/slideMaster3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3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24.xml"/></Relationships>
</file>

<file path=ppt/slideMasters/_rels/slideMaster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3.xml"/><Relationship Id="rId8" Type="http://schemas.openxmlformats.org/officeDocument/2006/relationships/slideLayout" Target="../slideLayouts/slideLayout332.xml"/><Relationship Id="rId7" Type="http://schemas.openxmlformats.org/officeDocument/2006/relationships/slideLayout" Target="../slideLayouts/slideLayout331.xml"/><Relationship Id="rId6" Type="http://schemas.openxmlformats.org/officeDocument/2006/relationships/slideLayout" Target="../slideLayouts/slideLayout330.xml"/><Relationship Id="rId5" Type="http://schemas.openxmlformats.org/officeDocument/2006/relationships/slideLayout" Target="../slideLayouts/slideLayout329.xml"/><Relationship Id="rId4" Type="http://schemas.openxmlformats.org/officeDocument/2006/relationships/slideLayout" Target="../slideLayouts/slideLayout328.xml"/><Relationship Id="rId3" Type="http://schemas.openxmlformats.org/officeDocument/2006/relationships/slideLayout" Target="../slideLayouts/slideLayout327.xml"/><Relationship Id="rId23" Type="http://schemas.openxmlformats.org/officeDocument/2006/relationships/theme" Target="../theme/theme34.xml"/><Relationship Id="rId22" Type="http://schemas.openxmlformats.org/officeDocument/2006/relationships/image" Target="../media/image6.png"/><Relationship Id="rId21" Type="http://schemas.openxmlformats.org/officeDocument/2006/relationships/slideLayout" Target="../slideLayouts/slideLayout345.xml"/><Relationship Id="rId20" Type="http://schemas.openxmlformats.org/officeDocument/2006/relationships/slideLayout" Target="../slideLayouts/slideLayout344.xml"/><Relationship Id="rId2" Type="http://schemas.openxmlformats.org/officeDocument/2006/relationships/slideLayout" Target="../slideLayouts/slideLayout326.xml"/><Relationship Id="rId19" Type="http://schemas.openxmlformats.org/officeDocument/2006/relationships/slideLayout" Target="../slideLayouts/slideLayout343.xml"/><Relationship Id="rId18" Type="http://schemas.openxmlformats.org/officeDocument/2006/relationships/slideLayout" Target="../slideLayouts/slideLayout342.xml"/><Relationship Id="rId17" Type="http://schemas.openxmlformats.org/officeDocument/2006/relationships/slideLayout" Target="../slideLayouts/slideLayout341.xml"/><Relationship Id="rId16" Type="http://schemas.openxmlformats.org/officeDocument/2006/relationships/slideLayout" Target="../slideLayouts/slideLayout340.xml"/><Relationship Id="rId15" Type="http://schemas.openxmlformats.org/officeDocument/2006/relationships/slideLayout" Target="../slideLayouts/slideLayout339.xml"/><Relationship Id="rId14" Type="http://schemas.openxmlformats.org/officeDocument/2006/relationships/slideLayout" Target="../slideLayouts/slideLayout338.xml"/><Relationship Id="rId13" Type="http://schemas.openxmlformats.org/officeDocument/2006/relationships/slideLayout" Target="../slideLayouts/slideLayout337.xml"/><Relationship Id="rId12" Type="http://schemas.openxmlformats.org/officeDocument/2006/relationships/slideLayout" Target="../slideLayouts/slideLayout336.xml"/><Relationship Id="rId11" Type="http://schemas.openxmlformats.org/officeDocument/2006/relationships/slideLayout" Target="../slideLayouts/slideLayout335.xml"/><Relationship Id="rId10" Type="http://schemas.openxmlformats.org/officeDocument/2006/relationships/slideLayout" Target="../slideLayouts/slideLayout334.xml"/><Relationship Id="rId1" Type="http://schemas.openxmlformats.org/officeDocument/2006/relationships/slideLayout" Target="../slideLayouts/slideLayout325.xml"/></Relationships>
</file>

<file path=ppt/slideMasters/_rels/slideMaster35.xml.rels><?xml version="1.0" encoding="UTF-8" standalone="yes"?>
<Relationships xmlns="http://schemas.openxmlformats.org/package/2006/relationships"><Relationship Id="rId2" Type="http://schemas.openxmlformats.org/officeDocument/2006/relationships/theme" Target="../theme/theme35.xml"/><Relationship Id="rId1" Type="http://schemas.openxmlformats.org/officeDocument/2006/relationships/slideLayout" Target="../slideLayouts/slideLayout346.xml"/></Relationships>
</file>

<file path=ppt/slideMasters/_rels/slideMaster36.xml.rels><?xml version="1.0" encoding="UTF-8" standalone="yes"?>
<Relationships xmlns="http://schemas.openxmlformats.org/package/2006/relationships"><Relationship Id="rId2" Type="http://schemas.openxmlformats.org/officeDocument/2006/relationships/theme" Target="../theme/theme36.xml"/><Relationship Id="rId1" Type="http://schemas.openxmlformats.org/officeDocument/2006/relationships/slideLayout" Target="../slideLayouts/slideLayout347.xml"/></Relationships>
</file>

<file path=ppt/slideMasters/_rels/slideMaster37.xml.rels><?xml version="1.0" encoding="UTF-8" standalone="yes"?>
<Relationships xmlns="http://schemas.openxmlformats.org/package/2006/relationships"><Relationship Id="rId4" Type="http://schemas.openxmlformats.org/officeDocument/2006/relationships/theme" Target="../theme/theme37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8.xml"/></Relationships>
</file>

<file path=ppt/slideMasters/_rels/slideMaster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7.xml"/><Relationship Id="rId8" Type="http://schemas.openxmlformats.org/officeDocument/2006/relationships/slideLayout" Target="../slideLayouts/slideLayout356.xml"/><Relationship Id="rId7" Type="http://schemas.openxmlformats.org/officeDocument/2006/relationships/slideLayout" Target="../slideLayouts/slideLayout355.xml"/><Relationship Id="rId6" Type="http://schemas.openxmlformats.org/officeDocument/2006/relationships/slideLayout" Target="../slideLayouts/slideLayout354.xml"/><Relationship Id="rId5" Type="http://schemas.openxmlformats.org/officeDocument/2006/relationships/slideLayout" Target="../slideLayouts/slideLayout353.xml"/><Relationship Id="rId4" Type="http://schemas.openxmlformats.org/officeDocument/2006/relationships/slideLayout" Target="../slideLayouts/slideLayout352.xml"/><Relationship Id="rId3" Type="http://schemas.openxmlformats.org/officeDocument/2006/relationships/slideLayout" Target="../slideLayouts/slideLayout351.xml"/><Relationship Id="rId20" Type="http://schemas.openxmlformats.org/officeDocument/2006/relationships/theme" Target="../theme/theme38.xml"/><Relationship Id="rId2" Type="http://schemas.openxmlformats.org/officeDocument/2006/relationships/slideLayout" Target="../slideLayouts/slideLayout350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366.xml"/><Relationship Id="rId17" Type="http://schemas.openxmlformats.org/officeDocument/2006/relationships/slideLayout" Target="../slideLayouts/slideLayout365.xml"/><Relationship Id="rId16" Type="http://schemas.openxmlformats.org/officeDocument/2006/relationships/slideLayout" Target="../slideLayouts/slideLayout364.xml"/><Relationship Id="rId15" Type="http://schemas.openxmlformats.org/officeDocument/2006/relationships/slideLayout" Target="../slideLayouts/slideLayout363.xml"/><Relationship Id="rId14" Type="http://schemas.openxmlformats.org/officeDocument/2006/relationships/slideLayout" Target="../slideLayouts/slideLayout362.xml"/><Relationship Id="rId13" Type="http://schemas.openxmlformats.org/officeDocument/2006/relationships/slideLayout" Target="../slideLayouts/slideLayout361.xml"/><Relationship Id="rId12" Type="http://schemas.openxmlformats.org/officeDocument/2006/relationships/slideLayout" Target="../slideLayouts/slideLayout360.xml"/><Relationship Id="rId11" Type="http://schemas.openxmlformats.org/officeDocument/2006/relationships/slideLayout" Target="../slideLayouts/slideLayout359.xml"/><Relationship Id="rId10" Type="http://schemas.openxmlformats.org/officeDocument/2006/relationships/slideLayout" Target="../slideLayouts/slideLayout358.xml"/><Relationship Id="rId1" Type="http://schemas.openxmlformats.org/officeDocument/2006/relationships/slideLayout" Target="../slideLayouts/slideLayout349.xml"/></Relationships>
</file>

<file path=ppt/slideMasters/_rels/slideMaster39.xml.rels><?xml version="1.0" encoding="UTF-8" standalone="yes"?>
<Relationships xmlns="http://schemas.openxmlformats.org/package/2006/relationships"><Relationship Id="rId4" Type="http://schemas.openxmlformats.org/officeDocument/2006/relationships/theme" Target="../theme/theme39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67.xml"/></Relationships>
</file>

<file path=ppt/slideMasters/_rels/slideMaster40.xml.rels><?xml version="1.0" encoding="UTF-8" standalone="yes"?>
<Relationships xmlns="http://schemas.openxmlformats.org/package/2006/relationships"><Relationship Id="rId4" Type="http://schemas.openxmlformats.org/officeDocument/2006/relationships/theme" Target="../theme/theme40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8.xml"/></Relationships>
</file>

<file path=ppt/slideMasters/_rels/slideMaster41.xml.rels><?xml version="1.0" encoding="UTF-8" standalone="yes"?>
<Relationships xmlns="http://schemas.openxmlformats.org/package/2006/relationships"><Relationship Id="rId4" Type="http://schemas.openxmlformats.org/officeDocument/2006/relationships/theme" Target="../theme/theme41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9.xml"/></Relationships>
</file>

<file path=ppt/slideMasters/_rels/slideMaster4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8.xml"/><Relationship Id="rId8" Type="http://schemas.openxmlformats.org/officeDocument/2006/relationships/slideLayout" Target="../slideLayouts/slideLayout377.xml"/><Relationship Id="rId7" Type="http://schemas.openxmlformats.org/officeDocument/2006/relationships/slideLayout" Target="../slideLayouts/slideLayout376.xml"/><Relationship Id="rId6" Type="http://schemas.openxmlformats.org/officeDocument/2006/relationships/slideLayout" Target="../slideLayouts/slideLayout375.xml"/><Relationship Id="rId5" Type="http://schemas.openxmlformats.org/officeDocument/2006/relationships/slideLayout" Target="../slideLayouts/slideLayout374.xml"/><Relationship Id="rId4" Type="http://schemas.openxmlformats.org/officeDocument/2006/relationships/slideLayout" Target="../slideLayouts/slideLayout373.xml"/><Relationship Id="rId3" Type="http://schemas.openxmlformats.org/officeDocument/2006/relationships/slideLayout" Target="../slideLayouts/slideLayout372.xml"/><Relationship Id="rId22" Type="http://schemas.openxmlformats.org/officeDocument/2006/relationships/theme" Target="../theme/theme42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71.xml"/><Relationship Id="rId19" Type="http://schemas.openxmlformats.org/officeDocument/2006/relationships/slideLayout" Target="../slideLayouts/slideLayout388.xml"/><Relationship Id="rId18" Type="http://schemas.openxmlformats.org/officeDocument/2006/relationships/slideLayout" Target="../slideLayouts/slideLayout387.xml"/><Relationship Id="rId17" Type="http://schemas.openxmlformats.org/officeDocument/2006/relationships/slideLayout" Target="../slideLayouts/slideLayout386.xml"/><Relationship Id="rId16" Type="http://schemas.openxmlformats.org/officeDocument/2006/relationships/slideLayout" Target="../slideLayouts/slideLayout385.xml"/><Relationship Id="rId15" Type="http://schemas.openxmlformats.org/officeDocument/2006/relationships/slideLayout" Target="../slideLayouts/slideLayout384.xml"/><Relationship Id="rId14" Type="http://schemas.openxmlformats.org/officeDocument/2006/relationships/slideLayout" Target="../slideLayouts/slideLayout383.xml"/><Relationship Id="rId13" Type="http://schemas.openxmlformats.org/officeDocument/2006/relationships/slideLayout" Target="../slideLayouts/slideLayout382.xml"/><Relationship Id="rId12" Type="http://schemas.openxmlformats.org/officeDocument/2006/relationships/slideLayout" Target="../slideLayouts/slideLayout381.xml"/><Relationship Id="rId11" Type="http://schemas.openxmlformats.org/officeDocument/2006/relationships/slideLayout" Target="../slideLayouts/slideLayout380.xml"/><Relationship Id="rId10" Type="http://schemas.openxmlformats.org/officeDocument/2006/relationships/slideLayout" Target="../slideLayouts/slideLayout379.xml"/><Relationship Id="rId1" Type="http://schemas.openxmlformats.org/officeDocument/2006/relationships/slideLayout" Target="../slideLayouts/slideLayout370.xml"/></Relationships>
</file>

<file path=ppt/slideMasters/_rels/slideMaster4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8.xml"/><Relationship Id="rId8" Type="http://schemas.openxmlformats.org/officeDocument/2006/relationships/slideLayout" Target="../slideLayouts/slideLayout397.xml"/><Relationship Id="rId7" Type="http://schemas.openxmlformats.org/officeDocument/2006/relationships/slideLayout" Target="../slideLayouts/slideLayout396.xml"/><Relationship Id="rId6" Type="http://schemas.openxmlformats.org/officeDocument/2006/relationships/slideLayout" Target="../slideLayouts/slideLayout395.xml"/><Relationship Id="rId5" Type="http://schemas.openxmlformats.org/officeDocument/2006/relationships/slideLayout" Target="../slideLayouts/slideLayout394.xml"/><Relationship Id="rId4" Type="http://schemas.openxmlformats.org/officeDocument/2006/relationships/slideLayout" Target="../slideLayouts/slideLayout393.xml"/><Relationship Id="rId3" Type="http://schemas.openxmlformats.org/officeDocument/2006/relationships/slideLayout" Target="../slideLayouts/slideLayout392.xml"/><Relationship Id="rId22" Type="http://schemas.openxmlformats.org/officeDocument/2006/relationships/theme" Target="../theme/theme43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409.xml"/><Relationship Id="rId2" Type="http://schemas.openxmlformats.org/officeDocument/2006/relationships/slideLayout" Target="../slideLayouts/slideLayout391.xml"/><Relationship Id="rId19" Type="http://schemas.openxmlformats.org/officeDocument/2006/relationships/slideLayout" Target="../slideLayouts/slideLayout408.xml"/><Relationship Id="rId18" Type="http://schemas.openxmlformats.org/officeDocument/2006/relationships/slideLayout" Target="../slideLayouts/slideLayout407.xml"/><Relationship Id="rId17" Type="http://schemas.openxmlformats.org/officeDocument/2006/relationships/slideLayout" Target="../slideLayouts/slideLayout406.xml"/><Relationship Id="rId16" Type="http://schemas.openxmlformats.org/officeDocument/2006/relationships/slideLayout" Target="../slideLayouts/slideLayout405.xml"/><Relationship Id="rId15" Type="http://schemas.openxmlformats.org/officeDocument/2006/relationships/slideLayout" Target="../slideLayouts/slideLayout404.xml"/><Relationship Id="rId14" Type="http://schemas.openxmlformats.org/officeDocument/2006/relationships/slideLayout" Target="../slideLayouts/slideLayout403.xml"/><Relationship Id="rId13" Type="http://schemas.openxmlformats.org/officeDocument/2006/relationships/slideLayout" Target="../slideLayouts/slideLayout402.xml"/><Relationship Id="rId12" Type="http://schemas.openxmlformats.org/officeDocument/2006/relationships/slideLayout" Target="../slideLayouts/slideLayout401.xml"/><Relationship Id="rId11" Type="http://schemas.openxmlformats.org/officeDocument/2006/relationships/slideLayout" Target="../slideLayouts/slideLayout400.xml"/><Relationship Id="rId10" Type="http://schemas.openxmlformats.org/officeDocument/2006/relationships/slideLayout" Target="../slideLayouts/slideLayout399.xml"/><Relationship Id="rId1" Type="http://schemas.openxmlformats.org/officeDocument/2006/relationships/slideLayout" Target="../slideLayouts/slideLayout3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  <p:sldLayoutId id="2147484026" r:id="rId2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8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4" r:id="rId1"/>
    <p:sldLayoutId id="2147484035" r:id="rId2"/>
    <p:sldLayoutId id="2147484036" r:id="rId3"/>
    <p:sldLayoutId id="2147484037" r:id="rId4"/>
    <p:sldLayoutId id="2147484038" r:id="rId5"/>
    <p:sldLayoutId id="2147484039" r:id="rId6"/>
    <p:sldLayoutId id="2147484040" r:id="rId7"/>
    <p:sldLayoutId id="2147484041" r:id="rId8"/>
    <p:sldLayoutId id="2147484042" r:id="rId9"/>
    <p:sldLayoutId id="2147484043" r:id="rId10"/>
    <p:sldLayoutId id="2147484044" r:id="rId11"/>
    <p:sldLayoutId id="2147484045" r:id="rId12"/>
    <p:sldLayoutId id="2147484046" r:id="rId13"/>
    <p:sldLayoutId id="2147484047" r:id="rId14"/>
    <p:sldLayoutId id="2147484048" r:id="rId15"/>
    <p:sldLayoutId id="2147484049" r:id="rId16"/>
    <p:sldLayoutId id="2147484050" r:id="rId17"/>
    <p:sldLayoutId id="214748405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9" r:id="rId1"/>
    <p:sldLayoutId id="2147484060" r:id="rId2"/>
    <p:sldLayoutId id="2147484061" r:id="rId3"/>
    <p:sldLayoutId id="2147484062" r:id="rId4"/>
    <p:sldLayoutId id="2147484063" r:id="rId5"/>
    <p:sldLayoutId id="2147484064" r:id="rId6"/>
    <p:sldLayoutId id="2147484065" r:id="rId7"/>
    <p:sldLayoutId id="2147484066" r:id="rId8"/>
    <p:sldLayoutId id="2147484067" r:id="rId9"/>
    <p:sldLayoutId id="2147484068" r:id="rId10"/>
    <p:sldLayoutId id="2147484069" r:id="rId11"/>
    <p:sldLayoutId id="2147484070" r:id="rId12"/>
    <p:sldLayoutId id="2147484071" r:id="rId13"/>
    <p:sldLayoutId id="2147484072" r:id="rId14"/>
    <p:sldLayoutId id="2147484073" r:id="rId15"/>
    <p:sldLayoutId id="2147484074" r:id="rId16"/>
    <p:sldLayoutId id="2147484075" r:id="rId17"/>
    <p:sldLayoutId id="2147484076" r:id="rId18"/>
    <p:sldLayoutId id="2147484077" r:id="rId19"/>
    <p:sldLayoutId id="214748407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0" r:id="rId1"/>
    <p:sldLayoutId id="2147484081" r:id="rId2"/>
    <p:sldLayoutId id="2147484082" r:id="rId3"/>
    <p:sldLayoutId id="2147484083" r:id="rId4"/>
    <p:sldLayoutId id="2147484084" r:id="rId5"/>
    <p:sldLayoutId id="2147484085" r:id="rId6"/>
    <p:sldLayoutId id="2147484086" r:id="rId7"/>
    <p:sldLayoutId id="2147484087" r:id="rId8"/>
    <p:sldLayoutId id="2147484088" r:id="rId9"/>
    <p:sldLayoutId id="2147484089" r:id="rId10"/>
    <p:sldLayoutId id="2147484090" r:id="rId11"/>
    <p:sldLayoutId id="2147484091" r:id="rId12"/>
    <p:sldLayoutId id="2147484092" r:id="rId13"/>
    <p:sldLayoutId id="2147484093" r:id="rId14"/>
    <p:sldLayoutId id="2147484094" r:id="rId15"/>
    <p:sldLayoutId id="2147484095" r:id="rId16"/>
    <p:sldLayoutId id="2147484096" r:id="rId17"/>
    <p:sldLayoutId id="2147484097" r:id="rId18"/>
    <p:sldLayoutId id="2147484098" r:id="rId19"/>
    <p:sldLayoutId id="214748409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3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3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2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2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32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2" Type="http://schemas.openxmlformats.org/officeDocument/2006/relationships/notesSlide" Target="../notesSlides/notesSlide42.xml"/><Relationship Id="rId21" Type="http://schemas.openxmlformats.org/officeDocument/2006/relationships/slideLayout" Target="../slideLayouts/slideLayout345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3.xml"/><Relationship Id="rId8" Type="http://schemas.openxmlformats.org/officeDocument/2006/relationships/slideLayout" Target="../slideLayouts/slideLayout345.xml"/><Relationship Id="rId7" Type="http://schemas.openxmlformats.org/officeDocument/2006/relationships/tags" Target="../tags/tag26.xml"/><Relationship Id="rId6" Type="http://schemas.openxmlformats.org/officeDocument/2006/relationships/image" Target="../media/image17.png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46860" y="2451735"/>
            <a:ext cx="9299575" cy="1158875"/>
          </a:xfrm>
        </p:spPr>
        <p:txBody>
          <a:bodyPr/>
          <a:lstStyle/>
          <a:p>
            <a:r>
              <a:rPr lang="zh-CN" altLang="en-US" sz="3200" b="1"/>
              <a:t>Vibe Coding  · 不写一行代码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猜：从开口到能给别人看，要多久？需要写代码</a:t>
            </a:r>
            <a:r>
              <a:rPr lang="zh-CN" altLang="en-US" sz="2400" b="1"/>
              <a:t>么？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555875"/>
            <a:ext cx="5760720" cy="1291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b="0"/>
              <a:t>1.</a:t>
            </a:r>
            <a:r>
              <a:rPr lang="zh-CN" altLang="en-US" sz="2600" b="0"/>
              <a:t>可交互式</a:t>
            </a:r>
            <a:r>
              <a:rPr lang="zh-CN" altLang="en-US" sz="2600" b="0"/>
              <a:t>简历</a:t>
            </a:r>
            <a:endParaRPr lang="zh-CN" altLang="en-US" sz="2600" b="0"/>
          </a:p>
          <a:p>
            <a:endParaRPr lang="zh-CN" altLang="en-US" sz="2600" b="0"/>
          </a:p>
          <a:p>
            <a:r>
              <a:rPr lang="en-US" altLang="zh-CN" sz="2600" b="0"/>
              <a:t>2.</a:t>
            </a:r>
            <a:r>
              <a:rPr lang="zh-CN" altLang="en-US" sz="2600" b="0"/>
              <a:t>块状</a:t>
            </a:r>
            <a:r>
              <a:rPr lang="zh-CN" altLang="en-US" sz="2600" b="0"/>
              <a:t>简历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5011014" y="1554480"/>
            <a:ext cx="5760538" cy="4511040"/>
          </a:xfrm>
        </p:spPr>
        <p:txBody>
          <a:bodyPr wrap="square"/>
          <a:lstStyle/>
          <a:p>
            <a:pPr marL="0" indent="0">
              <a:buNone/>
            </a:pPr>
            <a:endParaRPr lang="zh-CN" altLang="en-US" sz="2800" b="1">
              <a:sym typeface="+mn-ea"/>
            </a:endParaRPr>
          </a:p>
          <a:p>
            <a:pPr marL="0" indent="0">
              <a:buNone/>
            </a:pPr>
            <a:r>
              <a:rPr lang="zh-CN" altLang="en-US" sz="2800" b="1">
                <a:sym typeface="+mn-ea"/>
              </a:rPr>
              <a:t> </a:t>
            </a:r>
            <a:r>
              <a:rPr lang="en-US" altLang="zh-CN" sz="2800" b="1">
                <a:sym typeface="+mn-ea"/>
              </a:rPr>
              <a:t> </a:t>
            </a:r>
            <a:r>
              <a:rPr lang="zh-CN" altLang="en-US" sz="2800" b="1">
                <a:sym typeface="+mn-ea"/>
              </a:rPr>
              <a:t>“我是一个指挥官”</a:t>
            </a:r>
            <a:endParaRPr lang="zh-CN" altLang="en-US" sz="2800" b="1"/>
          </a:p>
          <a:p>
            <a:pPr marL="0" indent="0">
              <a:buNone/>
            </a:pPr>
            <a:endParaRPr lang="zh-CN" altLang="en-US" sz="2800" b="1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</a:t>
            </a:r>
            <a:r>
              <a:rPr lang="zh-CN" altLang="en-US" sz="3200" b="1"/>
              <a:t>不需要写一行代码”</a:t>
            </a:r>
            <a:endParaRPr lang="zh-CN" altLang="en-US" sz="3200" b="1"/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>
                <a:solidFill>
                  <a:srgbClr val="666666"/>
                </a:solidFill>
              </a:rPr>
              <a:t>——这一句，是三天所有事情的起点。</a:t>
            </a:r>
            <a:endParaRPr lang="zh-CN" altLang="en-US" sz="2000" b="0">
              <a:solidFill>
                <a:srgbClr val="6666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写下你最烦的一件小事，它就是你的干粮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①打开手机便签。</a:t>
            </a:r>
            <a:endParaRPr lang="zh-CN" altLang="en-US" sz="22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②想一件工作里最烦、最重复的小事——不用大，越琐碎越好。</a:t>
            </a:r>
            <a:endParaRPr lang="zh-CN" altLang="en-US" sz="22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③写一个词就行：评语、海报、通知。</a:t>
            </a:r>
            <a:endParaRPr lang="zh-CN" altLang="en-US" sz="2200" b="0"/>
          </a:p>
          <a:p>
            <a:endParaRPr lang="zh-CN" altLang="en-US" sz="2200" b="0"/>
          </a:p>
          <a:p>
            <a:endParaRPr lang="zh-CN" altLang="en-US" sz="22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3013709"/>
            <a:ext cx="10241280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2200" b="0"/>
          </a:p>
          <a:p>
            <a:endParaRPr lang="zh-CN" altLang="en-US" sz="2200" b="0"/>
          </a:p>
          <a:p>
            <a:r>
              <a:rPr lang="zh-CN" altLang="en-US" sz="2200" b="0"/>
              <a:t>给你60秒。写好的不用举、不用发、不用告诉我——</a:t>
            </a:r>
            <a:r>
              <a:rPr lang="en-US" altLang="zh-CN" sz="2200" b="0"/>
              <a:t> </a:t>
            </a:r>
            <a:r>
              <a:rPr lang="zh-CN" altLang="en-US" sz="2200" b="0"/>
              <a:t>看今天上完课是否</a:t>
            </a:r>
            <a:r>
              <a:rPr lang="zh-CN" altLang="en-US" sz="2200" b="0"/>
              <a:t>能解决？</a:t>
            </a:r>
            <a:endParaRPr lang="zh-CN" altLang="en-US" sz="2200" b="0"/>
          </a:p>
        </p:txBody>
      </p:sp>
      <p:sp>
        <p:nvSpPr>
          <p:cNvPr id="63496" name="TextBox 6349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教师→写通知 ｜ 宣传→编文案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4684649" y="3183255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你的一个词，凭什么能变成一个东西？</a:t>
            </a:r>
            <a:endParaRPr lang="zh-CN" altLang="en-US" sz="24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炸场：先看两个做好的东西</a:t>
            </a:r>
            <a:endParaRPr lang="zh-CN" altLang="en-US" sz="2600" b="1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0</a:t>
            </a:r>
            <a:r>
              <a:rPr lang="en-US" altLang="zh-CN" sz="1800"/>
              <a:t>1</a:t>
            </a:r>
            <a:endParaRPr lang="en-US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成品①：一个能点能动的星空海报页</a:t>
            </a:r>
            <a:endParaRPr lang="en-US" altLang="zh-CN" sz="2800" b="1"/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1011" name="Picture 1010" descr="ppt素材_01_星空海报_v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1525" y="1589405"/>
            <a:ext cx="7500620" cy="42202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成品②：一个能点能发的简历网页</a:t>
            </a:r>
            <a:endParaRPr lang="zh-CN" altLang="en-US" sz="2800" b="1"/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1011" name="Picture 1010" descr="ppt素材_02_简历网页_v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8290" y="1243330"/>
            <a:ext cx="8549640" cy="4810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 fontScale="90000"/>
          </a:bodyPr>
          <a:lstStyle/>
          <a:p>
            <a:r>
              <a:rPr lang="zh-CN" altLang="en-US" sz="2800" b="1"/>
              <a:t>工具</a:t>
            </a:r>
            <a:endParaRPr lang="zh-CN" altLang="en-US" sz="28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70915" y="1691640"/>
            <a:ext cx="102412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豆包</a:t>
            </a:r>
            <a:r>
              <a:rPr lang="en-US" altLang="zh-CN" sz="2000" b="0"/>
              <a:t>- </a:t>
            </a:r>
            <a:r>
              <a:rPr lang="zh-CN" altLang="en-US" sz="2000" b="0"/>
              <a:t>工作</a:t>
            </a:r>
            <a:r>
              <a:rPr lang="zh-CN" altLang="en-US" sz="2000" b="0"/>
              <a:t>模式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70915" y="2327910"/>
            <a:ext cx="102412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豆包输入</a:t>
            </a:r>
            <a:r>
              <a:rPr lang="zh-CN" altLang="en-US" sz="2000" b="0"/>
              <a:t>法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三天的路：敢 → 能 → 信</a:t>
            </a:r>
            <a:endParaRPr lang="zh-CN" altLang="en-US" sz="2600" b="1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1800"/>
              <a:t>0</a:t>
            </a:r>
            <a:r>
              <a:rPr lang="zh-CN" altLang="en-US" sz="1800"/>
              <a:t>2</a:t>
            </a:r>
            <a:endParaRPr lang="zh-CN" altLang="en-US" sz="1800"/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第一步，敢——今天，先敢看、敢试；</a:t>
            </a:r>
            <a:endParaRPr lang="zh-CN" altLang="en-US" sz="2200" b="0"/>
          </a:p>
        </p:txBody>
      </p:sp>
      <p:sp>
        <p:nvSpPr>
          <p:cNvPr id="6" name="TextBox 5"/>
          <p:cNvSpPr txBox="1"/>
          <p:nvPr/>
        </p:nvSpPr>
        <p:spPr>
          <a:xfrm>
            <a:off x="2560320" y="4372610"/>
            <a:ext cx="704088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第二步，能——明天，亲手做出一个</a:t>
            </a:r>
            <a:r>
              <a:rPr lang="zh-CN" altLang="en-US" sz="2200" b="0"/>
              <a:t>成品东西；</a:t>
            </a:r>
            <a:endParaRPr lang="zh-CN" altLang="en-US" sz="2200" b="0"/>
          </a:p>
        </p:txBody>
      </p:sp>
      <p:sp>
        <p:nvSpPr>
          <p:cNvPr id="7" name="TextBox 6"/>
          <p:cNvSpPr txBox="1"/>
          <p:nvPr/>
        </p:nvSpPr>
        <p:spPr>
          <a:xfrm>
            <a:off x="2560320" y="481330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第三步，信——后天，看懂它、一直用它。</a:t>
            </a:r>
            <a:endParaRPr lang="zh-CN" alt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动手：</a:t>
            </a:r>
            <a:r>
              <a:rPr lang="zh-CN" altLang="en-US" sz="2600" b="1"/>
              <a:t>先做出来，再一步步改</a:t>
            </a:r>
            <a:endParaRPr lang="zh-CN" altLang="en-US" sz="2600" b="1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1800"/>
              <a:t>03</a:t>
            </a:r>
            <a:endParaRPr lang="en-US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 fontScale="90000"/>
          </a:bodyPr>
          <a:lstStyle/>
          <a:p>
            <a:r>
              <a:rPr lang="zh-CN" altLang="en-US" sz="2800" b="1"/>
              <a:t>第一版：就一句话——帮我做一个贪吃蛇游戏</a:t>
            </a:r>
            <a:endParaRPr lang="zh-CN" altLang="en-US" sz="28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2" name="TextBox 63491"/>
          <p:cNvSpPr txBox="1"/>
          <p:nvPr/>
        </p:nvSpPr>
        <p:spPr>
          <a:xfrm>
            <a:off x="1108710" y="2325370"/>
            <a:ext cx="1067054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/>
              <a:t>豆包</a:t>
            </a:r>
            <a:r>
              <a:rPr lang="en-US" altLang="zh-CN" sz="2800" b="1"/>
              <a:t>-</a:t>
            </a:r>
            <a:r>
              <a:rPr lang="zh-CN" altLang="en-US" sz="2800" b="1"/>
              <a:t>工作：</a:t>
            </a:r>
            <a:r>
              <a:rPr lang="en-US" altLang="zh-CN" sz="2800" b="1"/>
              <a:t> </a:t>
            </a:r>
            <a:r>
              <a:rPr lang="zh-CN" altLang="en-US" sz="2800" b="1"/>
              <a:t>“帮我做一个贪吃蛇游戏。”</a:t>
            </a:r>
            <a:r>
              <a:rPr lang="en-US" altLang="zh-CN" sz="2800" b="1"/>
              <a:t>  </a:t>
            </a:r>
            <a:endParaRPr lang="zh-CN" altLang="en-US" sz="2800" b="1"/>
          </a:p>
        </p:txBody>
      </p:sp>
      <p:sp>
        <p:nvSpPr>
          <p:cNvPr id="63491" name="TextBox 63490"/>
          <p:cNvSpPr txBox="1"/>
          <p:nvPr/>
        </p:nvSpPr>
        <p:spPr>
          <a:xfrm>
            <a:off x="1950720" y="3820160"/>
            <a:ext cx="10241280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en-US" sz="3200" b="0"/>
              <a:t>提示词就是你对AI说的那句话。</a:t>
            </a:r>
            <a:endParaRPr lang="zh-CN" altLang="en-US" sz="3200" b="0"/>
          </a:p>
        </p:txBody>
      </p:sp>
      <p:cxnSp>
        <p:nvCxnSpPr>
          <p:cNvPr id="4" name="直接箭头连接符 3"/>
          <p:cNvCxnSpPr/>
          <p:nvPr/>
        </p:nvCxnSpPr>
        <p:spPr>
          <a:xfrm flipH="1">
            <a:off x="2936240" y="2842895"/>
            <a:ext cx="1831340" cy="10560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第一版有点普通：比如</a:t>
            </a:r>
            <a:r>
              <a:rPr lang="en-US" altLang="zh-CN" sz="2800" b="1"/>
              <a:t> </a:t>
            </a:r>
            <a:r>
              <a:rPr lang="zh-CN" altLang="en-US" sz="2800" b="1"/>
              <a:t>没分数，死了没提示</a:t>
            </a:r>
            <a:endParaRPr lang="zh-CN" altLang="en-US" sz="2800" b="1"/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1011" name="Picture 1010" descr="ppt素材_03_贪吃蛇基础版_v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3205" y="1318895"/>
            <a:ext cx="8254365" cy="46443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迭代①：不重写，接着加一句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【对比/迭代页】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839595"/>
            <a:ext cx="621792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后面，加一句：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874395" y="2317750"/>
            <a:ext cx="62179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“加上分数显示，死了显示得分。”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874395" y="3030855"/>
            <a:ext cx="62179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这就是迭代：不是重写，是接着改。</a:t>
            </a:r>
            <a:endParaRPr lang="zh-CN" altLang="en-US" sz="2000" b="0"/>
          </a:p>
        </p:txBody>
      </p:sp>
      <p:pic>
        <p:nvPicPr>
          <p:cNvPr id="63495" name="Picture 63494" descr="ppt素材_04_贪吃蛇有分数_v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7625" y="1691640"/>
            <a:ext cx="6800215" cy="38265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迭代②：继续说人话——蛇变绿、速度更快</a:t>
            </a:r>
            <a:endParaRPr lang="zh-CN" altLang="en-US" sz="28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2" name="TextBox 63491"/>
          <p:cNvSpPr txBox="1"/>
          <p:nvPr/>
        </p:nvSpPr>
        <p:spPr>
          <a:xfrm>
            <a:off x="874395" y="956310"/>
            <a:ext cx="62179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“蛇做成绿色，速度再快一点。”</a:t>
            </a:r>
            <a:endParaRPr lang="zh-CN" altLang="en-US" sz="2000" b="0"/>
          </a:p>
        </p:txBody>
      </p:sp>
      <p:pic>
        <p:nvPicPr>
          <p:cNvPr id="63495" name="Picture 63494" descr="ppt素材_05_贪吃蛇绿蛇快速度_v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1360" y="1652270"/>
            <a:ext cx="7926070" cy="44596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4420235" y="3144520"/>
            <a:ext cx="7506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“提示词不是一次写对的，是越改越好的”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轮到你了：加一个你自己的要求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①打开手机豆包。</a:t>
            </a:r>
            <a:endParaRPr lang="zh-CN" altLang="en-US" sz="22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②把这句话复制过去：“帮我做一个贪吃蛇游戏。”回车。</a:t>
            </a:r>
            <a:endParaRPr lang="zh-CN" altLang="en-US" sz="22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③自己加一个要求——什么都可以：颜色、分数、速度、难度。</a:t>
            </a:r>
            <a:endParaRPr lang="zh-CN" altLang="en-US" sz="22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3013709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加完的，玩一下，看它变没变。</a:t>
            </a:r>
            <a:endParaRPr lang="zh-CN" alt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4404995" y="2994025"/>
            <a:ext cx="69469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“你的一次次修改本质就是在版本</a:t>
            </a:r>
            <a:r>
              <a:rPr lang="zh-CN" altLang="en-US" sz="3200" b="1"/>
              <a:t>迭代”</a:t>
            </a:r>
            <a:endParaRPr lang="zh-CN" altLang="en-US" sz="32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965" y="201009"/>
            <a:ext cx="8771021" cy="517190"/>
          </a:xfrm>
        </p:spPr>
        <p:txBody>
          <a:bodyPr vert="horz" rtlCol="0" anchor="ctr" anchorCtr="0">
            <a:normAutofit fontScale="90000"/>
          </a:bodyPr>
          <a:lstStyle/>
          <a:p>
            <a:r>
              <a:rPr lang="zh-CN" altLang="en-US" sz="2800" b="1"/>
              <a:t>提示词如何写</a:t>
            </a:r>
            <a:r>
              <a:rPr lang="zh-CN" altLang="en-US" sz="2800" b="1"/>
              <a:t>呢？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3371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【公式】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2" name="TextBox 63491"/>
          <p:cNvSpPr txBox="1"/>
          <p:nvPr/>
        </p:nvSpPr>
        <p:spPr>
          <a:xfrm>
            <a:off x="874395" y="156591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角色＋任务＋背景＋要求＋格式。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拿贪吃蛇套公式：任务一句话，要求越具体越准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【套用页】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“帮我做贪吃蛇”——任务；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“加上分数”“改成绿色”——要求。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要求越具体，它改得越准。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不会问：帮我写个卖苹果的文案 → 万能广告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【案例对比页（左）】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不会问的人只说一句：“帮我写个卖苹果的文案。”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AI给的：“新鲜苹果上市，脆甜多汁，营养丰富，欢迎选购！”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像万能广告——谁都能用，谁都不想要。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会问：角色+场景+价格+要求 → 直接能发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【案例对比页（右）】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“你是一名社区团购水果店老板，帮我写3条卖烟台红富士苹果的朋友圈。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卖给小区邻居，5斤29.9，今晚8点截单，明天到货。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要求：像邻居推荐，口语化，每条80字以内，结尾引导评论“要几斤”。”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AI给的：“邻居们，红富士到了！5斤29.9，今晚8点截单，明天到货。要几斤？”</a:t>
            </a:r>
            <a:endParaRPr lang="zh-CN" altLang="en-US" sz="2000" b="0"/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64489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——直接能发。差别不在AI变聪明了，是你把活派清楚了。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请假也一样：加背景和要求，出来就能发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【案例对比页】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只写“帮我写请假条”——AI给你一篇公文。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加一句：“是给部门经理的微信，明天下午孩子打疫苗，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工作已交接给小李，100字以内，别用“望批准”。”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——出来的东西，直接能发。</a:t>
            </a:r>
            <a:endParaRPr lang="zh-CN" altLang="en-US" sz="2000" b="0"/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32739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同样一件事，差距就在你有没有把背景和要求说清楚。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万能模板：存下来，以后照抄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【存屏页/任务卡】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你是一个【角色】。我要【任务】。</a:t>
            </a:r>
            <a:endParaRPr lang="zh-CN" altLang="en-US" sz="22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背景：【给谁看/什么场景】。</a:t>
            </a:r>
            <a:endParaRPr lang="zh-CN" altLang="en-US" sz="22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要求：【语气/字数/重点】。输出成【格式】。</a:t>
            </a:r>
            <a:endParaRPr lang="zh-CN" altLang="en-US" sz="22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3013709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信息不够先问我。</a:t>
            </a:r>
            <a:endParaRPr lang="zh-CN" alt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 fontScale="90000"/>
          </a:bodyPr>
          <a:lstStyle/>
          <a:p>
            <a:r>
              <a:rPr lang="zh-CN" altLang="en-US" sz="2800" b="1"/>
              <a:t>练习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【演示指令卡】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现在，正式揭晓。我就打这一句话：</a:t>
            </a:r>
            <a:endParaRPr lang="zh-CN" altLang="en-US" sz="22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“帮我做一个介绍我自己的网页，一页，</a:t>
            </a:r>
            <a:endParaRPr lang="zh-CN" altLang="en-US" sz="22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开头是我的名字和一句话介绍，</a:t>
            </a:r>
            <a:endParaRPr lang="zh-CN" altLang="en-US" sz="22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3013709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往下是三个我做过的事，最后是我的联系方式。”</a:t>
            </a:r>
            <a:endParaRPr lang="zh-CN" altLang="en-US" sz="2200" b="0"/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454399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回车。</a:t>
            </a:r>
            <a:endParaRPr lang="zh-CN" alt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出来了：能点、能滚、能发给别人——就一句话</a:t>
            </a:r>
            <a:endParaRPr lang="zh-CN" altLang="en-US" sz="2800" b="1"/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【结果证据页】</a:t>
            </a:r>
            <a:endParaRPr lang="zh-CN" altLang="en-US" sz="1600" b="1"/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就这一句话。刚才你们猜的那个数——</a:t>
            </a:r>
            <a:endParaRPr lang="zh-CN" altLang="en-US" sz="1600" b="0"/>
          </a:p>
        </p:txBody>
      </p:sp>
      <p:sp>
        <p:nvSpPr>
          <p:cNvPr id="25" name="TextBox 24"/>
          <p:cNvSpPr txBox="1"/>
          <p:nvPr/>
        </p:nvSpPr>
        <p:spPr>
          <a:xfrm>
            <a:off x="914400" y="646277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做这个要多久？答案在这：一句话的时间。30秒。</a:t>
            </a:r>
            <a:endParaRPr lang="zh-CN" altLang="en-US" sz="1600" b="0"/>
          </a:p>
        </p:txBody>
      </p:sp>
      <p:pic>
        <p:nvPicPr>
          <p:cNvPr id="1011" name="Picture 1010" descr="ppt素材_02_简历网页_v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5496" y="2261632"/>
            <a:ext cx="5303520" cy="29839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越具体，越省事：那句话里藏着任务和要求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【拆解页】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注意那句话里有东西：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开头“帮我做网页”——任务；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中间“名字、一句话介绍、三个事、联系方式”——要求。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你说清楚，它就干得好。</a:t>
            </a:r>
            <a:endParaRPr lang="zh-CN" altLang="en-US" sz="2000" b="0"/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金句：越具体，越省事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4931664" y="2461895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“提示词不是咒语，是派活说明书”</a:t>
            </a:r>
            <a:endParaRPr lang="zh-CN" altLang="en-US" sz="3200" b="1"/>
          </a:p>
        </p:txBody>
      </p:sp>
      <p:sp>
        <p:nvSpPr>
          <p:cNvPr id="5" name="TextBox 4"/>
          <p:cNvSpPr txBox="1"/>
          <p:nvPr/>
        </p:nvSpPr>
        <p:spPr>
          <a:xfrm>
            <a:off x="5754624" y="3834765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>
                <a:solidFill>
                  <a:srgbClr val="666666"/>
                </a:solidFill>
              </a:rPr>
              <a:t>你说得越清楚，它干得越漂亮。</a:t>
            </a:r>
            <a:endParaRPr lang="zh-CN" altLang="en-US" sz="2000" b="0">
              <a:solidFill>
                <a:srgbClr val="6666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接下来这几个词：不是背的，是一条链</a:t>
            </a:r>
            <a:endParaRPr lang="zh-CN" altLang="en-US" sz="2600" b="1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1800"/>
              <a:t>04</a:t>
            </a:r>
            <a:endParaRPr lang="en-US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 fontScale="90000"/>
          </a:bodyPr>
          <a:lstStyle/>
          <a:p>
            <a:r>
              <a:rPr lang="zh-CN" altLang="en-US" sz="2800" b="1"/>
              <a:t>大模型</a:t>
            </a:r>
            <a:r>
              <a:rPr lang="en-US" altLang="zh-CN" sz="2800" b="1"/>
              <a:t>-</a:t>
            </a:r>
            <a:r>
              <a:rPr lang="en-US" altLang="zh-CN" sz="2800" b="1"/>
              <a:t>LLM</a:t>
            </a:r>
            <a:endParaRPr lang="en-US" altLang="zh-CN" sz="28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430655"/>
            <a:ext cx="102412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顶级实习生，读过很多书，你说话，它干活。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198501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刚才的贪吃蛇、那个网页，都是它干的。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70915" y="272669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但它有两个毛病，我们一个个治。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3" grpId="0"/>
      <p:bldP spid="63493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Token：大模型单位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【名词页②】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毛病一：它只认数字，不认字。你说“你好”，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它得先把“你好”翻译成数字，才算得动。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翻译出来的最小单位，叫Token——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你听过的“多少token”，就是数这个数。</a:t>
            </a:r>
            <a:endParaRPr lang="zh-CN" altLang="en-US" sz="2000" b="0"/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32739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记住：Token是大模型数数的单位。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上下文：它的记忆是装的，全靠每次重新说一遍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【名词页③】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毛病二：它没有记忆，你问完一句，它转头就忘。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那为什么你跟它聊天，它能接上？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因为每次发消息，后台把你俩前面所有的话一起打包发过去——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这个包，就叫上下文。</a:t>
            </a:r>
            <a:endParaRPr lang="zh-CN" altLang="en-US" sz="2000" b="0"/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32739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所以它记性好，是装的——全靠你每次把话重新说一遍。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提示词：你发给它的那句话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【名词页④】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那怎么派活？你发给它的那句话——提示词。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贪吃蛇，你已经用过了。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工具：让大模型的手伸到外面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【名词页⑤】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它还有个毛病：只会说，不会动手。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你问它“今天上海天气”，它答不上来——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它摸不到外面的世界。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所以有了工具：查天气、上网、读图片、读文件——</a:t>
            </a:r>
            <a:endParaRPr lang="zh-CN" altLang="en-US" sz="2000" b="0"/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32739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让大模型的手，伸到外面去。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智能体：你给任务，它自己拆步骤自己干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【名词页⑥】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麻烦：做一件大事要好几步。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查天气→下雨→找伞店→看路线，每一步都等你指挥？太累。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所以有了智能体：你给它一个任务，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它自己拆步骤、自己调工具、干完才交差。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400" b="1"/>
              <a:t>Skill：把好用的说法存成技能包，下次一句话调用</a:t>
            </a:r>
            <a:endParaRPr lang="zh-CN" altLang="en-US" sz="24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【名词页⑦】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还有个麻烦：好用的说法，每次都要重新打一遍。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所以有了技能包Skill：把常用的话存成一份说明文档，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下次一句话就调用。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Vibe Coding：用大白话指挥电脑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【名词页⑧】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最后一个词：Vibe Coding——用大白话，指挥电脑。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你回头看：今天上午你干的每一件事，都是它。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贪吃蛇，网页。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不是八个词，是一条链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【链条总图】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大模型→Token→上下文→提示词→工具→智能体→技能包→Vibe Coding。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4180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每个都是因为上一个做不到，才有了下一个。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8270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今天不用背。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4733544" y="2680335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“你不是在学编程，你是在学“指挥””</a:t>
            </a:r>
            <a:endParaRPr lang="zh-CN" altLang="en-US" sz="32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上午最后留个彩蛋：生图</a:t>
            </a:r>
            <a:endParaRPr lang="zh-CN" altLang="en-US" sz="2600" b="1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1800"/>
              <a:t>06</a:t>
            </a:r>
            <a:endParaRPr lang="en-US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4486529" y="3183890"/>
            <a:ext cx="658368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生图和做网页有</a:t>
            </a:r>
            <a:r>
              <a:rPr lang="zh-CN" altLang="en-US" sz="2400" b="1"/>
              <a:t>啥区别？</a:t>
            </a:r>
            <a:endParaRPr lang="zh-CN" altLang="en-US" sz="24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FE5E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08</a:t>
            </a:r>
            <a:endParaRPr sz="1050" b="0">
              <a:solidFill>
                <a:srgbClr val="5E6B78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33400" y="323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p>
            <a:pPr algn="l">
              <a:defRPr sz="1050" b="1">
                <a:solidFill>
                  <a:srgbClr val="1F6F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1F6F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方法总结</a:t>
            </a:r>
            <a:endParaRPr sz="1050" b="1">
              <a:solidFill>
                <a:srgbClr val="1F6FE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33400" y="6286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p>
            <a:pPr algn="l">
              <a:defRPr sz="2700" b="1">
                <a:solidFill>
                  <a:srgbClr val="14213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14213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一条可以复用的生图公式</a:t>
            </a:r>
            <a:endParaRPr sz="2700" b="1">
              <a:solidFill>
                <a:srgbClr val="14213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圆角矩形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33400" y="1257300"/>
            <a:ext cx="857250" cy="38100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33400" y="64770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p>
            <a:pPr algn="l">
              <a:defRPr sz="1050" b="0">
                <a:solidFill>
                  <a:srgbClr val="5D68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5D68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方法总结</a:t>
            </a:r>
            <a:endParaRPr sz="1050" b="0">
              <a:solidFill>
                <a:srgbClr val="5D687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1239500" y="64770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p>
            <a:pPr algn="r">
              <a:defRPr sz="1050" b="0">
                <a:solidFill>
                  <a:srgbClr val="5D68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5D68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22</a:t>
            </a:r>
            <a:endParaRPr sz="1050" b="0">
              <a:solidFill>
                <a:srgbClr val="5D687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904875" y="1714500"/>
            <a:ext cx="619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p>
            <a:pPr algn="l">
              <a:defRPr sz="1500" b="1">
                <a:solidFill>
                  <a:srgbClr val="18A8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8A8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1500" b="1">
              <a:solidFill>
                <a:srgbClr val="18A87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1809750" y="17145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000"/>
          </a:bodyPr>
          <a:p>
            <a:pPr algn="l">
              <a:defRPr sz="2025" b="1">
                <a:solidFill>
                  <a:srgbClr val="14213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14213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主体是谁</a:t>
            </a:r>
            <a:endParaRPr sz="2025" b="1">
              <a:solidFill>
                <a:srgbClr val="14213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809750" y="2190750"/>
            <a:ext cx="6858000" cy="38100"/>
          </a:xfrm>
          <a:prstGeom prst="roundRect">
            <a:avLst>
              <a:gd name="adj" fmla="val 50000"/>
            </a:avLst>
          </a:prstGeom>
          <a:solidFill>
            <a:srgbClr val="D9E1EE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904875" y="2457450"/>
            <a:ext cx="619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p>
            <a:pPr algn="l">
              <a:defRPr sz="1500" b="1">
                <a:solidFill>
                  <a:srgbClr val="18A8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8A8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1500" b="1">
              <a:solidFill>
                <a:srgbClr val="18A87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1809750" y="24574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000"/>
          </a:bodyPr>
          <a:p>
            <a:pPr algn="l">
              <a:defRPr sz="2025" b="1">
                <a:solidFill>
                  <a:srgbClr val="14213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14213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在哪里 / 有什么</a:t>
            </a:r>
            <a:endParaRPr sz="2025" b="1">
              <a:solidFill>
                <a:srgbClr val="14213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809750" y="2933700"/>
            <a:ext cx="6858000" cy="38100"/>
          </a:xfrm>
          <a:prstGeom prst="roundRect">
            <a:avLst>
              <a:gd name="adj" fmla="val 50000"/>
            </a:avLst>
          </a:prstGeom>
          <a:solidFill>
            <a:srgbClr val="D9E1EE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904875" y="3200400"/>
            <a:ext cx="619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p>
            <a:pPr algn="l">
              <a:defRPr sz="1500" b="1">
                <a:solidFill>
                  <a:srgbClr val="18A8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8A8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1500" b="1">
              <a:solidFill>
                <a:srgbClr val="18A87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1809750" y="32004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000"/>
          </a:bodyPr>
          <a:p>
            <a:pPr algn="l">
              <a:defRPr sz="2025" b="1">
                <a:solidFill>
                  <a:srgbClr val="14213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14213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光怎么打</a:t>
            </a:r>
            <a:endParaRPr sz="2025" b="1">
              <a:solidFill>
                <a:srgbClr val="14213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1809750" y="3676650"/>
            <a:ext cx="6858000" cy="38100"/>
          </a:xfrm>
          <a:prstGeom prst="roundRect">
            <a:avLst>
              <a:gd name="adj" fmla="val 50000"/>
            </a:avLst>
          </a:prstGeom>
          <a:solidFill>
            <a:srgbClr val="D9E1EE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904875" y="3943350"/>
            <a:ext cx="619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p>
            <a:pPr algn="l">
              <a:defRPr sz="1500" b="1">
                <a:solidFill>
                  <a:srgbClr val="18A8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8A8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1500" b="1">
              <a:solidFill>
                <a:srgbClr val="18A87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1809750" y="39433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000"/>
          </a:bodyPr>
          <a:p>
            <a:pPr algn="l">
              <a:defRPr sz="2025" b="1">
                <a:solidFill>
                  <a:srgbClr val="14213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14213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什么镜头 / 怎么裁</a:t>
            </a:r>
            <a:endParaRPr sz="2025" b="1">
              <a:solidFill>
                <a:srgbClr val="14213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1809750" y="4419600"/>
            <a:ext cx="6858000" cy="38100"/>
          </a:xfrm>
          <a:prstGeom prst="roundRect">
            <a:avLst>
              <a:gd name="adj" fmla="val 50000"/>
            </a:avLst>
          </a:prstGeom>
          <a:solidFill>
            <a:srgbClr val="D9E1EE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904875" y="4686300"/>
            <a:ext cx="619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p>
            <a:pPr algn="l">
              <a:defRPr sz="1500" b="1">
                <a:solidFill>
                  <a:srgbClr val="18A8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8A8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1500" b="1">
              <a:solidFill>
                <a:srgbClr val="18A87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1809750" y="46863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000"/>
          </a:bodyPr>
          <a:p>
            <a:pPr algn="l">
              <a:defRPr sz="2025" b="1">
                <a:solidFill>
                  <a:srgbClr val="14213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14213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拿去做什么</a:t>
            </a:r>
            <a:endParaRPr sz="2025" b="1">
              <a:solidFill>
                <a:srgbClr val="14213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圆角矩形 23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1809750" y="5162550"/>
            <a:ext cx="6858000" cy="38100"/>
          </a:xfrm>
          <a:prstGeom prst="roundRect">
            <a:avLst>
              <a:gd name="adj" fmla="val 50000"/>
            </a:avLst>
          </a:prstGeom>
          <a:solidFill>
            <a:srgbClr val="18A879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407025" y="2667000"/>
            <a:ext cx="5546725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p>
            <a:pPr algn="ctr">
              <a:defRPr sz="2475" b="1">
                <a:solidFill>
                  <a:srgbClr val="1F6F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75" b="1">
                <a:solidFill>
                  <a:srgbClr val="1F6F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主体 → 场景 → 光线 → 镜头 → 用途</a:t>
            </a:r>
            <a:endParaRPr sz="2475" b="1">
              <a:solidFill>
                <a:srgbClr val="1F6FE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5" grpId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FE5E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08</a:t>
            </a:r>
            <a:endParaRPr sz="1050" b="0">
              <a:solidFill>
                <a:srgbClr val="5E6B78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33400" y="323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p>
            <a:pPr algn="l">
              <a:defRPr sz="1050" b="1">
                <a:solidFill>
                  <a:srgbClr val="1F6F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1F6F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V5 用途</a:t>
            </a:r>
            <a:endParaRPr sz="1050" b="1">
              <a:solidFill>
                <a:srgbClr val="1F6FE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33400" y="6286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p>
            <a:pPr algn="l">
              <a:defRPr sz="2700" b="1">
                <a:solidFill>
                  <a:srgbClr val="14213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14213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V5：根据名片用途预留文字空间</a:t>
            </a:r>
            <a:endParaRPr sz="2700" b="1">
              <a:solidFill>
                <a:srgbClr val="14213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33400" y="1257300"/>
            <a:ext cx="857250" cy="38100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33400" y="64770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p>
            <a:pPr algn="l">
              <a:defRPr sz="1050" b="0">
                <a:solidFill>
                  <a:srgbClr val="5D68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5D68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V5 用途</a:t>
            </a:r>
            <a:endParaRPr sz="1050" b="0">
              <a:solidFill>
                <a:srgbClr val="5D687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1239500" y="64770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p>
            <a:pPr algn="r">
              <a:defRPr sz="1050" b="0">
                <a:solidFill>
                  <a:srgbClr val="5D68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5D68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19</a:t>
            </a:r>
            <a:endParaRPr sz="1050" b="0">
              <a:solidFill>
                <a:srgbClr val="5D687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743700" y="1556385"/>
            <a:ext cx="4605655" cy="4605655"/>
          </a:xfrm>
          <a:prstGeom prst="roundRect">
            <a:avLst>
              <a:gd name="adj" fmla="val 3000"/>
            </a:avLst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533400" y="2019300"/>
            <a:ext cx="5334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p>
            <a:pPr algn="l">
              <a:defRPr sz="1725" b="0">
                <a:solidFill>
                  <a:srgbClr val="14213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00" b="0">
                <a:solidFill>
                  <a:srgbClr val="14213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高端商业个人品牌人像，用于名片和个人主页头图。一位36岁的中国女性家装设计师。齐肩短发，精致自然的妆容，挺括合身的浅蓝色亚麻衬衫，深灰西装裤，双臂轻轻交叠，表情温暖可信、自信，直视镜头，带一点自然的微笑。全画幅相机、85mm f/1.8 镜头，浅景深。人物放在画面左侧三分之一处，身体略微朝右，画面右侧留出大片干净的空白给文字使用——右侧是平滑的灰米色渐变墙面，几乎空无一物。柔和窗光从左侧45度打来，反光板补暗部，头发有暖色轮廓光。修图风格：干净的商业修图，皮肤通透均匀但保留自然毛孔，不要磨成塑料感；对比柔和，色调是克制优雅的暖中性色，带一点细腻的胶片颗粒。杂志质感，气质沉静高级。竖幅 3:4。</a:t>
            </a:r>
            <a:endParaRPr sz="2000" b="0">
              <a:solidFill>
                <a:srgbClr val="14213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551180" y="1644650"/>
            <a:ext cx="504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p>
            <a:pPr algn="l">
              <a:defRPr sz="1800" b="1">
                <a:solidFill>
                  <a:srgbClr val="1F6F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1800" b="1">
                <a:solidFill>
                  <a:srgbClr val="1F6F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完整提示词</a:t>
            </a:r>
            <a:r>
              <a:rPr sz="1800" b="1">
                <a:solidFill>
                  <a:srgbClr val="1F6F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：</a:t>
            </a:r>
            <a:endParaRPr sz="1800" b="1">
              <a:solidFill>
                <a:srgbClr val="1F6FE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N2QzODcyNGFhZmEzNjVhZTY5ZjNiMTM1MDZiMzE4OW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2876</Words>
  <Application>WPS 演示</Application>
  <PresentationFormat>宽屏</PresentationFormat>
  <Paragraphs>380</Paragraphs>
  <Slides>43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43</vt:i4>
      </vt:variant>
    </vt:vector>
  </HeadingPairs>
  <TitlesOfParts>
    <vt:vector size="114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阿里巴巴普惠体</vt:lpstr>
      <vt:lpstr>黑体</vt:lpstr>
      <vt:lpstr>PingFang SC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Vibe Coding 3天营 · 不写一行代码</vt:lpstr>
      <vt:lpstr>想一想</vt:lpstr>
      <vt:lpstr>锚点</vt:lpstr>
      <vt:lpstr>写下你最烦的一件小事，它就是你的干粮</vt:lpstr>
      <vt:lpstr>悬念</vt:lpstr>
      <vt:lpstr>炸场：先看两个做好的东西</vt:lpstr>
      <vt:lpstr>成品①：一个能点能动的星空海报页</vt:lpstr>
      <vt:lpstr>成品②：一个能点能发的简历网页</vt:lpstr>
      <vt:lpstr>工具</vt:lpstr>
      <vt:lpstr>三天的路：敢 → 能 → 信</vt:lpstr>
      <vt:lpstr>动手：先做出来，再一步步改</vt:lpstr>
      <vt:lpstr>第一版：就一句话——帮我做一个贪吃蛇游戏</vt:lpstr>
      <vt:lpstr>第一版有点普通：没分数，死了没提示</vt:lpstr>
      <vt:lpstr>迭代①：不重写，接着加一句</vt:lpstr>
      <vt:lpstr>迭代②：继续说人话——蛇变绿、速度更快</vt:lpstr>
      <vt:lpstr>记住</vt:lpstr>
      <vt:lpstr>轮到你了：加一个你自己的要求</vt:lpstr>
      <vt:lpstr>锚点</vt:lpstr>
      <vt:lpstr>一句话的公式：角色＋任务＋背景＋要求＋格式</vt:lpstr>
      <vt:lpstr>拿贪吃蛇套公式：任务一句话，要求越具体越准</vt:lpstr>
      <vt:lpstr>不会问：帮我写个卖苹果的文案 → 万能广告</vt:lpstr>
      <vt:lpstr>会问：角色+场景+价格+要求 → 直接能发</vt:lpstr>
      <vt:lpstr>请假也一样：加背景和要求，出来就能发</vt:lpstr>
      <vt:lpstr>万能模板：存下来，以后照抄</vt:lpstr>
      <vt:lpstr>我就打这一句话</vt:lpstr>
      <vt:lpstr>出来了：能点、能滚、能发给别人——就一句话</vt:lpstr>
      <vt:lpstr>越具体，越省事：那句话里藏着任务和要求</vt:lpstr>
      <vt:lpstr>记住</vt:lpstr>
      <vt:lpstr>接下来这几个词：不是背的，是一条链</vt:lpstr>
      <vt:lpstr>大模型：一个读过很多书、你说话它干活的实习生</vt:lpstr>
      <vt:lpstr>Token：大模型数数的单位</vt:lpstr>
      <vt:lpstr>上下文：它的记忆是装的，全靠每次重新说一遍</vt:lpstr>
      <vt:lpstr>提示词：你发给它的那句话</vt:lpstr>
      <vt:lpstr>工具：让大模型的手伸到外面</vt:lpstr>
      <vt:lpstr>智能体：你给任务，它自己拆步骤自己干</vt:lpstr>
      <vt:lpstr>Skill：把好用的说法存成技能包，下次一句话调用</vt:lpstr>
      <vt:lpstr>Vibe Coding：用大白话指挥电脑</vt:lpstr>
      <vt:lpstr>不是八个词，是一条链</vt:lpstr>
      <vt:lpstr>记住</vt:lpstr>
      <vt:lpstr>上午最后留个彩蛋：生图</vt:lpstr>
      <vt:lpstr>想一想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周磊</cp:lastModifiedBy>
  <cp:revision>865</cp:revision>
  <dcterms:created xsi:type="dcterms:W3CDTF">2026-10-02T08:16:45Z</dcterms:created>
  <dcterms:modified xsi:type="dcterms:W3CDTF">2026-10-02T08:16:45Z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2052-6.9.0.8865</vt:lpwstr>
  </property>
  <property fmtid="{D5CDD505-2E9C-101B-9397-08002B2CF9AE}" pid="3" name="ICV">
    <vt:lpwstr>2FBA3DB7156D49D38FE5BF7338882AF3</vt:lpwstr>
  </property>
</Properties>
</file>