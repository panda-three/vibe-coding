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3.xml"/><Relationship Id="rId7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下午场：AI 说的话，你敢信多少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D3·下午前半场 13:30–15:25｜判断力·协作·口喷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这两天，有没有被 AI 骗过？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①今天教你们一个本事，比提问更值钱：判断。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你不是缺提问技巧——你是想在 AI 一本正经地胡说时，一眼看出哪句能信、哪句要查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判断，比提问更值钱。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第一类：套话——没错，但没信息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①AI 说的话，分三类：套话、可用、必须核查。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②套话＝"感谢大家百忙之中""让我们携手并进"——没错，但没信息。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③判断标准：删掉它，意思变不变？不变，就是套话。套话，直接删。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可用留着，事实必查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①可用：说得对、能用、改改就能用。判断标准：这段，我自己写得出吗？写不出，留着。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②必须核查：涉及事实、数据、人名、时间、知识点——AI 可能一本正经地编。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③判断标准：这句话错了，后果严重吗？严重，必须查。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套话删掉，可用留着，事实必查。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AI 出题，你敢直接用吗？——现场跑一遍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①输入：你是 C 语言老师，出 3 道指针的练习题，带参考答案。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②结果：三道题，两道对，一道是编的——不验证直接发学生，全班学错。</a:t>
            </a:r>
          </a:p>
        </p:txBody>
      </p:sp>
      <p:pic>
        <p:nvPicPr>
          <p:cNvPr id="1011" name="Picture 1010" descr="210占位_AI出题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给学生的、给家长的、发给领导的——错了，后果都严重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它不知道"对不对"，它只知道"像不像"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①你问它"鲁迅和周杰伦合作过哪首歌"，它会给你编一首——因为"像"回答。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②它不是故意骗你，它没有"事实"这个概念，它只有"接得顺不顺"。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AI 说的不等于对的，落款是你的名字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①这两天被骗过的那几下，不是 AI 坏，是它太会"像"——今天起，这个亏，你不再吃第二次。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②判断力，不是 AI 的事，是你的专业责任。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“三分类，说得出吗？”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①套话、可用、必须核查。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②AI 是助手，但签字的是你。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315468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③锚点·第28分钟：每人能说出判断三分类。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“判断，比提问更值钱。”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三色标注：一封信，哪句不像我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①我这儿有一封 AI 写的"表扬信"，里面藏了 AI 的毛病。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晚上十点，孩子期末评语还没写——AI 替你写了一封，可你敢直接发吗？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规则就三个词：绿色＝套话，删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①黄色＝可用，留。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②红色＝必须核查，查。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③不用发群里，不用交，你自己标，纸笔或手机标注都行。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过三句：哪句绿、哪句黄、哪句红？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2155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①第一句"希望你在新学期继续保持优异表现"——放哪个孩子身上都行，套话，删；第二句"运动会那个转身，全班都喊你名字"——真细节，留着。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436499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②第三句"语文成绩稳定在95分以上"——红的：是95还是94？AI不知道，它编的。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一封 AI 写的信，三类都有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哪句不像我，哪句就值得重写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①AI 写得再像，有一类话它写不像：你的"私下话"。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1742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②"你上次偷偷把同桌的笔捡起来，我看见了。"——这种话，AI 编不出来，因为这是你和孩子之间的事。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AI 是初稿，你是终稿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①这份三色标注，就是你判断力的第一张成绩单——不交，自己留着。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 是初稿，你是终稿。”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人机协作：五层级，你站在哪一层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①你们跟 AI 的关系，其实有五个层级。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同一句"让 AI 干活"，站第一层和站第五层，差的是整个身份——你是被它用，还是用它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第一层替代 vs 第二层辅助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①替代：啥都让它干，你只看结果。例子：让它写篇稿，你直接发。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②这一层的问题：它写的，不是你的。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③辅助：你干主活，它打下手。例子：你写教案，让它查资料、顺句子。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第三层协作、第四层委托、第五层共创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①协作：你干一半，它干一半，来回改。例子：你写开头，它扩写，你改，它再润色。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②委托：把一件完整的事交给它，你只管验收。例子："家长会三件事"丢给它，它出结构，你定稿。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③共创：它出十个方向，你选一个，再一起把它做深。例子：10个班级活动方案，你选1个，一起细化。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对号入座：你平时在哪一层？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①答案参考：大多数人在"辅助"——因为不敢放权，总觉得 AI 干的不如自己。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②今天下午的目标：让你们至少站上"协作"和"委托"。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人类负责 vs AI 负责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①人类：定义问题、审美判断、伦理责任、最终决策。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②AI：穷举、生成、初稿、检查、格式化。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③翻译成人话："想干什么、什么叫好、错了谁负责"——是你；"出十个、写初稿、查一遍、排版"——是它。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想干什么、什么叫好、错了谁负责——这三样攥在你手里，你就不是观众，是甲方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你站在哪一层，决定了 AI 是替你干，还是帮你干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①五层级从低到高：替代、辅助、协作、委托、共创。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下面给个真动作：体验"协作"——口喷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①把脑子里的想法，说给 AI 听。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 做初稿，人做终稿。”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口喷草稿法：把想法倒出来，让 AI 接住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①口喷＝对着手机，把脑子里那团东西，用嘴说出来。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②口喷不是偷懒，是先把人类思维倒出来，让 AI 做结构化工。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别人觉得"说给 AI 听"很傻——你试过就知道，这是最像"老板布置任务"的动作：你只管说，它负责接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现场演示：口喷"家长会三件事"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①口喷三件事：整体情况别报喜不报忧、表扬名单别念太长、每天陪读十分钟——它理成大纲。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②初稿我只改一处："客观反馈"改成"该夸夸，该说说"——它结构化，我定调性。</a:t>
            </a:r>
          </a:p>
        </p:txBody>
      </p:sp>
      <p:pic>
        <p:nvPicPr>
          <p:cNvPr id="1011" name="Picture 1010" descr="210占位_口喷家长会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为什么口喷比打字好？三个原因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①说得比打得快——打字要组织半天，说话张嘴就来。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②说得比打字"真"——打字会斟酌，说话是原生态，原生态里有你的真想法。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③AI 最擅长的就是收拾烂摊子——你越乱，它越有活干。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④一句话：口喷，是把脑子里的矿，倒出来给 AI 炼。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轮到你们：把场景卡，说给 AI 听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①打开豆包。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②把你上午那张场景卡，用嘴说出来，让它整理。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③要求就一个：别想好再说，边说边想。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④没做完的别急——晚上回去自己再来一遍。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下午结束前，你至少说过一次"说给 AI 听"——当甲方的第一步，就这么踩出去了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“口喷，是把脑子里的矿，倒出来给 AI 炼。”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