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7" r:id="rId6"/>
    <p:sldMasterId id="2147483659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1" r:id="rId14"/>
    <p:sldMasterId id="2147483693" r:id="rId15"/>
    <p:sldMasterId id="2147483695" r:id="rId16"/>
    <p:sldMasterId id="2147483697" r:id="rId17"/>
    <p:sldMasterId id="2147483716" r:id="rId18"/>
    <p:sldMasterId id="2147483735" r:id="rId19"/>
    <p:sldMasterId id="2147483754" r:id="rId20"/>
    <p:sldMasterId id="2147483773" r:id="rId21"/>
    <p:sldMasterId id="2147483792" r:id="rId22"/>
    <p:sldMasterId id="2147483811" r:id="rId23"/>
    <p:sldMasterId id="2147483830" r:id="rId24"/>
    <p:sldMasterId id="2147483849" r:id="rId25"/>
    <p:sldMasterId id="2147483868" r:id="rId26"/>
    <p:sldMasterId id="2147483887" r:id="rId27"/>
    <p:sldMasterId id="2147483906" r:id="rId28"/>
    <p:sldMasterId id="2147483925" r:id="rId29"/>
    <p:sldMasterId id="2147483927" r:id="rId30"/>
    <p:sldMasterId id="2147483948" r:id="rId31"/>
    <p:sldMasterId id="2147483969" r:id="rId32"/>
    <p:sldMasterId id="2147483990" r:id="rId33"/>
    <p:sldMasterId id="2147484003" r:id="rId34"/>
    <p:sldMasterId id="2147484005" r:id="rId35"/>
    <p:sldMasterId id="2147484027" r:id="rId36"/>
    <p:sldMasterId id="2147484029" r:id="rId37"/>
    <p:sldMasterId id="2147484031" r:id="rId38"/>
    <p:sldMasterId id="2147484033" r:id="rId39"/>
    <p:sldMasterId id="2147484052" r:id="rId40"/>
    <p:sldMasterId id="2147484054" r:id="rId41"/>
    <p:sldMasterId id="2147484056" r:id="rId42"/>
    <p:sldMasterId id="2147484058" r:id="rId43"/>
    <p:sldMasterId id="2147484079" r:id="rId44"/>
  </p:sldMasterIdLst>
  <p:notesMasterIdLst>
    <p:notesMasterId r:id="rId46"/>
  </p:notesMasterIdLst>
  <p:handoutMasterIdLst>
    <p:handoutMasterId r:id="rId72"/>
  </p:handoutMasterIdLst>
  <p:sldIdLst>
    <p:sldId id="2025" r:id="rId45"/>
    <p:sldId id="2026" r:id="rId47"/>
    <p:sldId id="2027" r:id="rId48"/>
    <p:sldId id="2028" r:id="rId49"/>
    <p:sldId id="2032" r:id="rId50"/>
    <p:sldId id="2033" r:id="rId51"/>
    <p:sldId id="2073" r:id="rId52"/>
    <p:sldId id="2074" r:id="rId53"/>
    <p:sldId id="2075" r:id="rId54"/>
    <p:sldId id="2076" r:id="rId55"/>
    <p:sldId id="2077" r:id="rId56"/>
    <p:sldId id="2078" r:id="rId57"/>
    <p:sldId id="2079" r:id="rId58"/>
    <p:sldId id="2080" r:id="rId59"/>
    <p:sldId id="2081" r:id="rId60"/>
    <p:sldId id="2082" r:id="rId61"/>
    <p:sldId id="2083" r:id="rId62"/>
    <p:sldId id="2084" r:id="rId63"/>
    <p:sldId id="2085" r:id="rId64"/>
    <p:sldId id="2041" r:id="rId65"/>
    <p:sldId id="2049" r:id="rId66"/>
    <p:sldId id="2050" r:id="rId67"/>
    <p:sldId id="2051" r:id="rId68"/>
    <p:sldId id="2067" r:id="rId69"/>
    <p:sldId id="2068" r:id="rId70"/>
    <p:sldId id="2069" r:id="rId71"/>
  </p:sldIdLst>
  <p:sldSz cx="12192000" cy="6858000"/>
  <p:notesSz cx="6858000" cy="9144000"/>
  <p:custDataLst>
    <p:tags r:id="rId7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大上 高" initials="大上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7E1"/>
    <a:srgbClr val="FF0000"/>
    <a:srgbClr val="FFFFFF"/>
    <a:srgbClr val="6C7979"/>
    <a:srgbClr val="FFF4D2"/>
    <a:srgbClr val="B2A68F"/>
    <a:srgbClr val="3F3F3F"/>
    <a:srgbClr val="DE0014"/>
    <a:srgbClr val="919191"/>
    <a:srgbClr val="E7F0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6" autoAdjust="0"/>
    <p:restoredTop sz="94809" autoAdjust="0"/>
  </p:normalViewPr>
  <p:slideViewPr>
    <p:cSldViewPr snapToGrid="0">
      <p:cViewPr varScale="1">
        <p:scale>
          <a:sx n="75" d="100"/>
          <a:sy n="75" d="100"/>
        </p:scale>
        <p:origin x="1008" y="4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7" Type="http://schemas.openxmlformats.org/officeDocument/2006/relationships/tags" Target="tags/tag5.xml"/><Relationship Id="rId76" Type="http://schemas.openxmlformats.org/officeDocument/2006/relationships/commentAuthors" Target="commentAuthors.xml"/><Relationship Id="rId75" Type="http://schemas.openxmlformats.org/officeDocument/2006/relationships/tableStyles" Target="tableStyles.xml"/><Relationship Id="rId74" Type="http://schemas.openxmlformats.org/officeDocument/2006/relationships/viewProps" Target="viewProps.xml"/><Relationship Id="rId73" Type="http://schemas.openxmlformats.org/officeDocument/2006/relationships/presProps" Target="presProps.xml"/><Relationship Id="rId72" Type="http://schemas.openxmlformats.org/officeDocument/2006/relationships/handoutMaster" Target="handoutMasters/handoutMaster1.xml"/><Relationship Id="rId71" Type="http://schemas.openxmlformats.org/officeDocument/2006/relationships/slide" Target="slides/slide26.xml"/><Relationship Id="rId70" Type="http://schemas.openxmlformats.org/officeDocument/2006/relationships/slide" Target="slides/slide25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4.xml"/><Relationship Id="rId68" Type="http://schemas.openxmlformats.org/officeDocument/2006/relationships/slide" Target="slides/slide23.xml"/><Relationship Id="rId67" Type="http://schemas.openxmlformats.org/officeDocument/2006/relationships/slide" Target="slides/slide22.xml"/><Relationship Id="rId66" Type="http://schemas.openxmlformats.org/officeDocument/2006/relationships/slide" Target="slides/slide21.xml"/><Relationship Id="rId65" Type="http://schemas.openxmlformats.org/officeDocument/2006/relationships/slide" Target="slides/slide20.xml"/><Relationship Id="rId64" Type="http://schemas.openxmlformats.org/officeDocument/2006/relationships/slide" Target="slides/slide19.xml"/><Relationship Id="rId63" Type="http://schemas.openxmlformats.org/officeDocument/2006/relationships/slide" Target="slides/slide18.xml"/><Relationship Id="rId62" Type="http://schemas.openxmlformats.org/officeDocument/2006/relationships/slide" Target="slides/slide17.xml"/><Relationship Id="rId61" Type="http://schemas.openxmlformats.org/officeDocument/2006/relationships/slide" Target="slides/slide16.xml"/><Relationship Id="rId60" Type="http://schemas.openxmlformats.org/officeDocument/2006/relationships/slide" Target="slides/slide15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4.xml"/><Relationship Id="rId58" Type="http://schemas.openxmlformats.org/officeDocument/2006/relationships/slide" Target="slides/slide13.xml"/><Relationship Id="rId57" Type="http://schemas.openxmlformats.org/officeDocument/2006/relationships/slide" Target="slides/slide12.xml"/><Relationship Id="rId56" Type="http://schemas.openxmlformats.org/officeDocument/2006/relationships/slide" Target="slides/slide11.xml"/><Relationship Id="rId55" Type="http://schemas.openxmlformats.org/officeDocument/2006/relationships/slide" Target="slides/slide10.xml"/><Relationship Id="rId54" Type="http://schemas.openxmlformats.org/officeDocument/2006/relationships/slide" Target="slides/slide9.xml"/><Relationship Id="rId53" Type="http://schemas.openxmlformats.org/officeDocument/2006/relationships/slide" Target="slides/slide8.xml"/><Relationship Id="rId52" Type="http://schemas.openxmlformats.org/officeDocument/2006/relationships/slide" Target="slides/slide7.xml"/><Relationship Id="rId51" Type="http://schemas.openxmlformats.org/officeDocument/2006/relationships/slide" Target="slides/slide6.xml"/><Relationship Id="rId50" Type="http://schemas.openxmlformats.org/officeDocument/2006/relationships/slide" Target="slides/slide5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4.xml"/><Relationship Id="rId48" Type="http://schemas.openxmlformats.org/officeDocument/2006/relationships/slide" Target="slides/slide3.xml"/><Relationship Id="rId47" Type="http://schemas.openxmlformats.org/officeDocument/2006/relationships/slide" Target="slides/slide2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1.xml"/><Relationship Id="rId44" Type="http://schemas.openxmlformats.org/officeDocument/2006/relationships/slideMaster" Target="slideMasters/slideMaster43.xml"/><Relationship Id="rId43" Type="http://schemas.openxmlformats.org/officeDocument/2006/relationships/slideMaster" Target="slideMasters/slideMaster42.xml"/><Relationship Id="rId42" Type="http://schemas.openxmlformats.org/officeDocument/2006/relationships/slideMaster" Target="slideMasters/slideMaster41.xml"/><Relationship Id="rId41" Type="http://schemas.openxmlformats.org/officeDocument/2006/relationships/slideMaster" Target="slideMasters/slideMaster40.xml"/><Relationship Id="rId40" Type="http://schemas.openxmlformats.org/officeDocument/2006/relationships/slideMaster" Target="slideMasters/slideMaster39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>
                <a:ea typeface="阿里巴巴普惠体" panose="00020600040101010101" pitchFamily="18" charset="-122"/>
              </a:rPr>
            </a:fld>
            <a:endParaRPr kumimoji="1" lang="zh-CN" altLang="en-US" dirty="0">
              <a:ea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阿里巴巴普惠体" panose="00020600040101010101" pitchFamily="18" charset="-122"/>
        <a:ea typeface="阿里巴巴普惠体" panose="00020600040101010101" pitchFamily="18" charset="-122"/>
        <a:cs typeface="阿里巴巴普惠体" panose="00020600040101010101" pitchFamily="18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P01 | 封面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P02 | 锚点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P03 | 图文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P04 | 大字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P08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P09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展示传统 PDF。提问：大家见过什么真正让你印象深刻的简历？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第一步：把原始简历直接给 AI，让它做一个网站。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第一步：把原始简历直接给 AI，让它做一个网站。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说明：增加交互后，体验改善，但仍然没有解决“什么叫好”的标准问题。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说明：增加交互后，体验改善，但仍然没有解决“什么叫好”的标准问题。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在</a:t>
            </a:r>
            <a:r>
              <a:rPr lang="en-US" altLang="zh-CN"/>
              <a:t>AI</a:t>
            </a:r>
            <a:r>
              <a:rPr lang="zh-CN" altLang="en-US"/>
              <a:t>时代能不能做出超出预期的简历</a:t>
            </a:r>
            <a:r>
              <a:rPr lang="zh-CN" altLang="en-US"/>
              <a:t>呢？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说明：增加交互后，体验改善，但仍然没有解决“什么叫好”的标准问题。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在</a:t>
            </a:r>
            <a:r>
              <a:rPr lang="en-US" altLang="zh-CN"/>
              <a:t>AI</a:t>
            </a:r>
            <a:r>
              <a:rPr lang="zh-CN" altLang="en-US"/>
              <a:t>时代能不能做出超出预期的简历</a:t>
            </a:r>
            <a:r>
              <a:rPr lang="zh-CN" altLang="en-US"/>
              <a:t>呢？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换成更强工具后结果仍接近。问题不一定在工具，而在我们没有给出“什么叫好”的参照。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换成更强工具后结果仍接近。问题不一定在工具，而在我们没有给出“什么叫好”的参照。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说明：增加交互后，体验改善，但仍然没有解决“什么叫好”的标准问题。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展示优秀参考案例。强调：不是照搬，而是建立评价标准。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在</a:t>
            </a:r>
            <a:r>
              <a:rPr lang="en-US" altLang="zh-CN"/>
              <a:t>AI</a:t>
            </a:r>
            <a:r>
              <a:rPr lang="zh-CN" altLang="en-US"/>
              <a:t>时代能不能做出超出预期的简历</a:t>
            </a:r>
            <a:r>
              <a:rPr lang="zh-CN" altLang="en-US"/>
              <a:t>呢？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P17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P26 | 金句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P27 | 章节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P43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P44 | 提问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P45 | 内容 | 源段:- | 时长:-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3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4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5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7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9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0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2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4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8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9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0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1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2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2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3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金句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金句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金句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dirty="0"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  <a:lvl4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4pPr>
            <a:lvl5pPr>
              <a:defRPr b="0" i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9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6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</a:rPr>
              <a:t>i</a:t>
            </a:r>
            <a:endParaRPr lang="en-US" altLang="zh-CN" sz="1600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阿里巴巴普惠体 R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"/>
            <a:ext cx="5973761" cy="542425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2"/>
            <a:ext cx="9845675" cy="193498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0067E1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  <a:endParaRPr lang="zh-CN" altLang="en-US" dirty="0">
                <a:solidFill>
                  <a:srgbClr val="0067E1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05400" y="1290033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 R" panose="00020600040101010101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6" y="3583986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0" y="4003337"/>
            <a:ext cx="695926" cy="695926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8" cy="1913638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0" y="2080298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4" y="3948333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8" y="2597311"/>
            <a:ext cx="302530" cy="302530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400" dirty="0">
              <a:ea typeface="阿里巴巴普惠体 R" panose="00020600040101010101" charset="-122"/>
            </a:endParaRPr>
          </a:p>
        </p:txBody>
      </p: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 R" panose="00020600040101010101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 R" panose="00020600040101010101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1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2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rPr>
              <a:t>栗 子</a:t>
            </a:r>
            <a:endParaRPr kumimoji="1" lang="zh-CN" altLang="en-US" sz="1400" dirty="0">
              <a:latin typeface="阿里巴巴普惠体 R" panose="00020600040101010101" charset="-122"/>
              <a:ea typeface="阿里巴巴普惠体 R" panose="00020600040101010101" charset="-122"/>
              <a:cs typeface="阿里巴巴普惠体 R" panose="00020600040101010101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7" y="3605642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dirty="0" err="1">
                <a:solidFill>
                  <a:srgbClr val="262626"/>
                </a:solidFill>
              </a:rPr>
              <a:t>i</a:t>
            </a:r>
            <a:endParaRPr lang="en-US" altLang="zh-CN" dirty="0">
              <a:solidFill>
                <a:srgbClr val="262626"/>
              </a:solidFill>
            </a:endParaRPr>
          </a:p>
        </p:txBody>
      </p: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"/>
            <a:ext cx="6298881" cy="5326602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9" y="1"/>
            <a:ext cx="6298881" cy="5326603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2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016162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0081"/>
            <a:ext cx="9845675" cy="193498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945094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+案例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案例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+练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7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4996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itchFamily="2" charset="-122"/>
                </a:defRPr>
              </a:lvl9pPr>
            </a:lstStyle>
            <a:p>
              <a:r>
                <a:rPr lang="zh-CN" altLang="en-US" sz="2000" dirty="0">
                  <a:solidFill>
                    <a:srgbClr val="0067E1"/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练习</a:t>
              </a:r>
              <a:endParaRPr lang="zh-CN" altLang="en-US" sz="20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1"/>
            <a:ext cx="9214231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0067E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1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6" y="3612019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9"/>
            <a:ext cx="1944551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7"/>
            <a:ext cx="5760539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1" y="2987771"/>
            <a:ext cx="1567543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3" y="2254205"/>
            <a:ext cx="566611" cy="488457"/>
          </a:xfrm>
          <a:prstGeom prst="hexagon">
            <a:avLst/>
          </a:prstGeom>
          <a:solidFill>
            <a:srgbClr val="0067E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7" y="4231537"/>
            <a:ext cx="298935" cy="257703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7" y="4490365"/>
            <a:ext cx="566612" cy="488459"/>
          </a:xfrm>
          <a:prstGeom prst="hexagon">
            <a:avLst/>
          </a:prstGeom>
          <a:noFill/>
          <a:ln w="19050">
            <a:solidFill>
              <a:srgbClr val="DE001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2" y="1820151"/>
            <a:ext cx="854975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4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课程小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9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4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1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821000" y="2270979"/>
            <a:ext cx="3512229" cy="2883000"/>
            <a:chOff x="974255" y="2588572"/>
            <a:chExt cx="3512229" cy="2883000"/>
          </a:xfrm>
        </p:grpSpPr>
        <p:sp>
          <p:nvSpPr>
            <p:cNvPr id="12" name="椭圆 11"/>
            <p:cNvSpPr/>
            <p:nvPr userDrawn="1"/>
          </p:nvSpPr>
          <p:spPr>
            <a:xfrm>
              <a:off x="3372155" y="4718547"/>
              <a:ext cx="753025" cy="753025"/>
            </a:xfrm>
            <a:prstGeom prst="ellipse">
              <a:avLst/>
            </a:prstGeom>
            <a:noFill/>
            <a:ln w="12700">
              <a:solidFill>
                <a:srgbClr val="DE001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1211929" y="4106554"/>
              <a:ext cx="592684" cy="592684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974255" y="2692113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556915" y="2830523"/>
              <a:ext cx="2097063" cy="2065246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0067E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3682146" y="2588572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467561" y="2778561"/>
              <a:ext cx="314325" cy="314325"/>
            </a:xfrm>
            <a:prstGeom prst="ellipse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04613" y="3323396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课程小结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5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9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3" y="4247863"/>
            <a:ext cx="494751" cy="494751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2" y="2161714"/>
            <a:ext cx="361655" cy="361655"/>
          </a:xfrm>
          <a:prstGeom prst="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8" y="2466441"/>
            <a:ext cx="263657" cy="263657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演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16"/>
          <p:cNvSpPr/>
          <p:nvPr userDrawn="1"/>
        </p:nvSpPr>
        <p:spPr>
          <a:xfrm rot="2700000">
            <a:off x="3511537" y="3583987"/>
            <a:ext cx="515265" cy="515265"/>
          </a:xfrm>
          <a:prstGeom prst="roundRect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圆角矩形 14"/>
          <p:cNvSpPr/>
          <p:nvPr userDrawn="1"/>
        </p:nvSpPr>
        <p:spPr>
          <a:xfrm rot="2700000">
            <a:off x="1758681" y="4003338"/>
            <a:ext cx="695927" cy="695927"/>
          </a:xfrm>
          <a:prstGeom prst="round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" name="圆角矩形 3"/>
          <p:cNvSpPr/>
          <p:nvPr userDrawn="1"/>
        </p:nvSpPr>
        <p:spPr>
          <a:xfrm rot="2700000">
            <a:off x="1779783" y="2463674"/>
            <a:ext cx="1913639" cy="1913639"/>
          </a:xfrm>
          <a:prstGeom prst="roundRect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演示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圆角矩形 15"/>
          <p:cNvSpPr/>
          <p:nvPr userDrawn="1"/>
        </p:nvSpPr>
        <p:spPr>
          <a:xfrm rot="2700000">
            <a:off x="1336621" y="2080300"/>
            <a:ext cx="515265" cy="515265"/>
          </a:xfrm>
          <a:prstGeom prst="round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8" name="圆角矩形 17"/>
          <p:cNvSpPr/>
          <p:nvPr userDrawn="1"/>
        </p:nvSpPr>
        <p:spPr>
          <a:xfrm rot="2700000">
            <a:off x="963076" y="3948334"/>
            <a:ext cx="515265" cy="515265"/>
          </a:xfrm>
          <a:prstGeom prst="round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9" name="圆角矩形 18"/>
          <p:cNvSpPr/>
          <p:nvPr userDrawn="1"/>
        </p:nvSpPr>
        <p:spPr>
          <a:xfrm rot="2700000">
            <a:off x="3237304" y="4752093"/>
            <a:ext cx="391216" cy="391216"/>
          </a:xfrm>
          <a:prstGeom prst="round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圆角矩形 19"/>
          <p:cNvSpPr/>
          <p:nvPr userDrawn="1"/>
        </p:nvSpPr>
        <p:spPr>
          <a:xfrm rot="2700000">
            <a:off x="3738937" y="2597311"/>
            <a:ext cx="302531" cy="302531"/>
          </a:xfrm>
          <a:prstGeom prst="round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昨日复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泪珠形 13"/>
          <p:cNvSpPr/>
          <p:nvPr userDrawn="1"/>
        </p:nvSpPr>
        <p:spPr>
          <a:xfrm>
            <a:off x="1013945" y="3264493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" name="泪珠形 1"/>
          <p:cNvSpPr/>
          <p:nvPr userDrawn="1"/>
        </p:nvSpPr>
        <p:spPr>
          <a:xfrm>
            <a:off x="1645363" y="2434299"/>
            <a:ext cx="2017951" cy="2017951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9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4" y="2679748"/>
            <a:ext cx="1567543" cy="1546571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昨日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复习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3" name="泪珠形 12"/>
          <p:cNvSpPr/>
          <p:nvPr userDrawn="1"/>
        </p:nvSpPr>
        <p:spPr>
          <a:xfrm>
            <a:off x="3663314" y="4089234"/>
            <a:ext cx="439924" cy="439924"/>
          </a:xfrm>
          <a:prstGeom prst="teardrop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6" name="泪珠形 15"/>
          <p:cNvSpPr/>
          <p:nvPr userDrawn="1"/>
        </p:nvSpPr>
        <p:spPr>
          <a:xfrm>
            <a:off x="2152489" y="2051118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泪珠形 14"/>
          <p:cNvSpPr/>
          <p:nvPr userDrawn="1"/>
        </p:nvSpPr>
        <p:spPr>
          <a:xfrm>
            <a:off x="844996" y="3381144"/>
            <a:ext cx="562211" cy="562211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698800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2" y="1646134"/>
            <a:ext cx="10749599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18820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90204" pitchFamily="34" charset="0"/>
              <a:buChar char="•"/>
              <a:defRPr lang="zh-CN" altLang="en-US" sz="1400" b="0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5311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2" y="940082"/>
            <a:ext cx="10749599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“栗子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2"/>
            <a:ext cx="10748056" cy="517191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三角形 5"/>
          <p:cNvSpPr/>
          <p:nvPr userDrawn="1"/>
        </p:nvSpPr>
        <p:spPr>
          <a:xfrm rot="2651319">
            <a:off x="851567" y="3515633"/>
            <a:ext cx="145648" cy="78105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944880" y="3159760"/>
            <a:ext cx="10302240" cy="2336800"/>
          </a:xfrm>
          <a:prstGeom prst="rect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844952" y="3232230"/>
            <a:ext cx="1053296" cy="300943"/>
          </a:xfrm>
          <a:prstGeom prst="rect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栗 子</a:t>
            </a:r>
            <a:endParaRPr kumimoji="1"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9" name="文本占位符 1"/>
          <p:cNvSpPr txBox="1"/>
          <p:nvPr userDrawn="1"/>
        </p:nvSpPr>
        <p:spPr>
          <a:xfrm>
            <a:off x="1141908" y="3605644"/>
            <a:ext cx="9887453" cy="160622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  <a:defRPr lang="zh-CN" altLang="en-US" sz="160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en-US" altLang="zh-CN" sz="1600" b="0" kern="1200" dirty="0">
                <a:solidFill>
                  <a:srgbClr val="404040"/>
                </a:solidFill>
                <a:latin typeface="阿里巴巴普惠体 R" panose="00020600040101010101" charset="-122"/>
                <a:ea typeface="阿里巴巴普惠体 R" panose="00020600040101010101" charset="-122"/>
                <a:cs typeface="阿里巴巴普惠体 R" panose="00020600040101010101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p"/>
              <a:defRPr lang="zh-CN" altLang="en-US" sz="1600" b="0" kern="1200" dirty="0">
                <a:solidFill>
                  <a:srgbClr val="404040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600" dirty="0" err="1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</a:t>
            </a:r>
            <a:endParaRPr lang="en-US" altLang="zh-CN" sz="16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30"/>
            <a:ext cx="8771021" cy="517191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413" y="-123395"/>
            <a:ext cx="10515600" cy="1248139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595959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4" Type="http://schemas.openxmlformats.org/officeDocument/2006/relationships/theme" Target="../theme/theme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/Relationships>
</file>

<file path=ppt/slideMasters/_rels/slideMaster10.xml.rels><?xml version="1.0" encoding="UTF-8" standalone="yes"?>
<Relationships xmlns="http://schemas.openxmlformats.org/package/2006/relationships"><Relationship Id="rId4" Type="http://schemas.openxmlformats.org/officeDocument/2006/relationships/theme" Target="../theme/theme10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8.xml"/></Relationships>
</file>

<file path=ppt/slideMasters/_rels/slideMaster1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/Relationships>
</file>

<file path=ppt/slideMasters/_rels/slideMaster13.xml.rels><?xml version="1.0" encoding="UTF-8" standalone="yes"?>
<Relationships xmlns="http://schemas.openxmlformats.org/package/2006/relationships"><Relationship Id="rId4" Type="http://schemas.openxmlformats.org/officeDocument/2006/relationships/theme" Target="../theme/theme1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2.xml"/></Relationships>
</file>

<file path=ppt/slideMasters/_rels/slideMaster14.xml.rels><?xml version="1.0" encoding="UTF-8" standalone="yes"?>
<Relationships xmlns="http://schemas.openxmlformats.org/package/2006/relationships"><Relationship Id="rId4" Type="http://schemas.openxmlformats.org/officeDocument/2006/relationships/theme" Target="../theme/theme14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3.xml"/></Relationships>
</file>

<file path=ppt/slideMasters/_rels/slideMaster15.xml.rels><?xml version="1.0" encoding="UTF-8" standalone="yes"?>
<Relationships xmlns="http://schemas.openxmlformats.org/package/2006/relationships"><Relationship Id="rId4" Type="http://schemas.openxmlformats.org/officeDocument/2006/relationships/theme" Target="../theme/theme15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.xml"/></Relationships>
</file>

<file path=ppt/slideMasters/_rels/slideMaster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3.xml"/><Relationship Id="rId8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7.xml"/><Relationship Id="rId20" Type="http://schemas.openxmlformats.org/officeDocument/2006/relationships/theme" Target="../theme/theme16.xml"/><Relationship Id="rId2" Type="http://schemas.openxmlformats.org/officeDocument/2006/relationships/slideLayout" Target="../slideLayouts/slideLayout3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52.xml"/><Relationship Id="rId17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" Type="http://schemas.openxmlformats.org/officeDocument/2006/relationships/slideLayout" Target="../slideLayouts/slideLayout35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61.xml"/><Relationship Id="rId8" Type="http://schemas.openxmlformats.org/officeDocument/2006/relationships/slideLayout" Target="../slideLayouts/slideLayout60.xml"/><Relationship Id="rId7" Type="http://schemas.openxmlformats.org/officeDocument/2006/relationships/slideLayout" Target="../slideLayouts/slideLayout59.xml"/><Relationship Id="rId6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5.xml"/><Relationship Id="rId20" Type="http://schemas.openxmlformats.org/officeDocument/2006/relationships/theme" Target="../theme/theme17.xml"/><Relationship Id="rId2" Type="http://schemas.openxmlformats.org/officeDocument/2006/relationships/slideLayout" Target="../slideLayouts/slideLayout5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62.xml"/><Relationship Id="rId1" Type="http://schemas.openxmlformats.org/officeDocument/2006/relationships/slideLayout" Target="../slideLayouts/slideLayout53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9.xml"/><Relationship Id="rId8" Type="http://schemas.openxmlformats.org/officeDocument/2006/relationships/slideLayout" Target="../slideLayouts/slideLayout78.xml"/><Relationship Id="rId7" Type="http://schemas.openxmlformats.org/officeDocument/2006/relationships/slideLayout" Target="../slideLayouts/slideLayout77.xml"/><Relationship Id="rId6" Type="http://schemas.openxmlformats.org/officeDocument/2006/relationships/slideLayout" Target="../slideLayouts/slideLayout76.xml"/><Relationship Id="rId5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4.xml"/><Relationship Id="rId3" Type="http://schemas.openxmlformats.org/officeDocument/2006/relationships/slideLayout" Target="../slideLayouts/slideLayout73.xml"/><Relationship Id="rId20" Type="http://schemas.openxmlformats.org/officeDocument/2006/relationships/theme" Target="../theme/theme18.xml"/><Relationship Id="rId2" Type="http://schemas.openxmlformats.org/officeDocument/2006/relationships/slideLayout" Target="../slideLayouts/slideLayout7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88.xml"/><Relationship Id="rId17" Type="http://schemas.openxmlformats.org/officeDocument/2006/relationships/slideLayout" Target="../slideLayouts/slideLayout87.xml"/><Relationship Id="rId16" Type="http://schemas.openxmlformats.org/officeDocument/2006/relationships/slideLayout" Target="../slideLayouts/slideLayout86.xml"/><Relationship Id="rId15" Type="http://schemas.openxmlformats.org/officeDocument/2006/relationships/slideLayout" Target="../slideLayouts/slideLayout85.xml"/><Relationship Id="rId14" Type="http://schemas.openxmlformats.org/officeDocument/2006/relationships/slideLayout" Target="../slideLayouts/slideLayout84.xml"/><Relationship Id="rId13" Type="http://schemas.openxmlformats.org/officeDocument/2006/relationships/slideLayout" Target="../slideLayouts/slideLayout83.xml"/><Relationship Id="rId12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1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7.xml"/><Relationship Id="rId8" Type="http://schemas.openxmlformats.org/officeDocument/2006/relationships/slideLayout" Target="../slideLayouts/slideLayout96.xml"/><Relationship Id="rId7" Type="http://schemas.openxmlformats.org/officeDocument/2006/relationships/slideLayout" Target="../slideLayouts/slideLayout95.xml"/><Relationship Id="rId6" Type="http://schemas.openxmlformats.org/officeDocument/2006/relationships/slideLayout" Target="../slideLayouts/slideLayout94.xml"/><Relationship Id="rId5" Type="http://schemas.openxmlformats.org/officeDocument/2006/relationships/slideLayout" Target="../slideLayouts/slideLayout93.xml"/><Relationship Id="rId4" Type="http://schemas.openxmlformats.org/officeDocument/2006/relationships/slideLayout" Target="../slideLayouts/slideLayout92.xml"/><Relationship Id="rId3" Type="http://schemas.openxmlformats.org/officeDocument/2006/relationships/slideLayout" Target="../slideLayouts/slideLayout91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9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06.xml"/><Relationship Id="rId17" Type="http://schemas.openxmlformats.org/officeDocument/2006/relationships/slideLayout" Target="../slideLayouts/slideLayout105.xml"/><Relationship Id="rId16" Type="http://schemas.openxmlformats.org/officeDocument/2006/relationships/slideLayout" Target="../slideLayouts/slideLayout104.xml"/><Relationship Id="rId15" Type="http://schemas.openxmlformats.org/officeDocument/2006/relationships/slideLayout" Target="../slideLayouts/slideLayout103.xml"/><Relationship Id="rId14" Type="http://schemas.openxmlformats.org/officeDocument/2006/relationships/slideLayout" Target="../slideLayouts/slideLayout102.xml"/><Relationship Id="rId13" Type="http://schemas.openxmlformats.org/officeDocument/2006/relationships/slideLayout" Target="../slideLayouts/slideLayout101.xml"/><Relationship Id="rId12" Type="http://schemas.openxmlformats.org/officeDocument/2006/relationships/slideLayout" Target="../slideLayouts/slideLayout100.xml"/><Relationship Id="rId11" Type="http://schemas.openxmlformats.org/officeDocument/2006/relationships/slideLayout" Target="../slideLayouts/slideLayout99.xml"/><Relationship Id="rId10" Type="http://schemas.openxmlformats.org/officeDocument/2006/relationships/slideLayout" Target="../slideLayouts/slideLayout98.xml"/><Relationship Id="rId1" Type="http://schemas.openxmlformats.org/officeDocument/2006/relationships/slideLayout" Target="../slideLayouts/slideLayout89.xml"/></Relationships>
</file>

<file path=ppt/slideMasters/_rels/slideMaster2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5.xml"/><Relationship Id="rId8" Type="http://schemas.openxmlformats.org/officeDocument/2006/relationships/slideLayout" Target="../slideLayouts/slideLayout114.xml"/><Relationship Id="rId7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1.xml"/><Relationship Id="rId4" Type="http://schemas.openxmlformats.org/officeDocument/2006/relationships/slideLayout" Target="../slideLayouts/slideLayout110.xml"/><Relationship Id="rId3" Type="http://schemas.openxmlformats.org/officeDocument/2006/relationships/slideLayout" Target="../slideLayouts/slideLayout109.xml"/><Relationship Id="rId20" Type="http://schemas.openxmlformats.org/officeDocument/2006/relationships/theme" Target="../theme/theme20.xml"/><Relationship Id="rId2" Type="http://schemas.openxmlformats.org/officeDocument/2006/relationships/slideLayout" Target="../slideLayouts/slideLayout10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3.xml"/><Relationship Id="rId16" Type="http://schemas.openxmlformats.org/officeDocument/2006/relationships/slideLayout" Target="../slideLayouts/slideLayout122.xml"/><Relationship Id="rId15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17.xml"/><Relationship Id="rId10" Type="http://schemas.openxmlformats.org/officeDocument/2006/relationships/slideLayout" Target="../slideLayouts/slideLayout116.xml"/><Relationship Id="rId1" Type="http://schemas.openxmlformats.org/officeDocument/2006/relationships/slideLayout" Target="../slideLayouts/slideLayout107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7.xml"/><Relationship Id="rId20" Type="http://schemas.openxmlformats.org/officeDocument/2006/relationships/theme" Target="../theme/theme21.xml"/><Relationship Id="rId2" Type="http://schemas.openxmlformats.org/officeDocument/2006/relationships/slideLayout" Target="../slideLayouts/slideLayout12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42.xml"/><Relationship Id="rId17" Type="http://schemas.openxmlformats.org/officeDocument/2006/relationships/slideLayout" Target="../slideLayouts/slideLayout141.xml"/><Relationship Id="rId16" Type="http://schemas.openxmlformats.org/officeDocument/2006/relationships/slideLayout" Target="../slideLayouts/slideLayout140.xml"/><Relationship Id="rId15" Type="http://schemas.openxmlformats.org/officeDocument/2006/relationships/slideLayout" Target="../slideLayouts/slideLayout139.xml"/><Relationship Id="rId14" Type="http://schemas.openxmlformats.org/officeDocument/2006/relationships/slideLayout" Target="../slideLayouts/slideLayout138.xml"/><Relationship Id="rId13" Type="http://schemas.openxmlformats.org/officeDocument/2006/relationships/slideLayout" Target="../slideLayouts/slideLayout137.xml"/><Relationship Id="rId12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2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1.xml"/><Relationship Id="rId8" Type="http://schemas.openxmlformats.org/officeDocument/2006/relationships/slideLayout" Target="../slideLayouts/slideLayout150.xml"/><Relationship Id="rId7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48.xml"/><Relationship Id="rId5" Type="http://schemas.openxmlformats.org/officeDocument/2006/relationships/slideLayout" Target="../slideLayouts/slideLayout147.xml"/><Relationship Id="rId4" Type="http://schemas.openxmlformats.org/officeDocument/2006/relationships/slideLayout" Target="../slideLayouts/slideLayout146.xml"/><Relationship Id="rId3" Type="http://schemas.openxmlformats.org/officeDocument/2006/relationships/slideLayout" Target="../slideLayouts/slideLayout145.xml"/><Relationship Id="rId20" Type="http://schemas.openxmlformats.org/officeDocument/2006/relationships/theme" Target="../theme/theme22.xml"/><Relationship Id="rId2" Type="http://schemas.openxmlformats.org/officeDocument/2006/relationships/slideLayout" Target="../slideLayouts/slideLayout14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60.xml"/><Relationship Id="rId17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58.xml"/><Relationship Id="rId15" Type="http://schemas.openxmlformats.org/officeDocument/2006/relationships/slideLayout" Target="../slideLayouts/slideLayout157.xml"/><Relationship Id="rId14" Type="http://schemas.openxmlformats.org/officeDocument/2006/relationships/slideLayout" Target="../slideLayouts/slideLayout156.xml"/><Relationship Id="rId13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53.xml"/><Relationship Id="rId10" Type="http://schemas.openxmlformats.org/officeDocument/2006/relationships/slideLayout" Target="../slideLayouts/slideLayout152.xml"/><Relationship Id="rId1" Type="http://schemas.openxmlformats.org/officeDocument/2006/relationships/slideLayout" Target="../slideLayouts/slideLayout143.xml"/></Relationships>
</file>

<file path=ppt/slideMasters/_rels/slideMaster2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69.xml"/><Relationship Id="rId8" Type="http://schemas.openxmlformats.org/officeDocument/2006/relationships/slideLayout" Target="../slideLayouts/slideLayout168.xml"/><Relationship Id="rId7" Type="http://schemas.openxmlformats.org/officeDocument/2006/relationships/slideLayout" Target="../slideLayouts/slideLayout167.xml"/><Relationship Id="rId6" Type="http://schemas.openxmlformats.org/officeDocument/2006/relationships/slideLayout" Target="../slideLayouts/slideLayout166.xml"/><Relationship Id="rId5" Type="http://schemas.openxmlformats.org/officeDocument/2006/relationships/slideLayout" Target="../slideLayouts/slideLayout165.xml"/><Relationship Id="rId4" Type="http://schemas.openxmlformats.org/officeDocument/2006/relationships/slideLayout" Target="../slideLayouts/slideLayout164.xml"/><Relationship Id="rId3" Type="http://schemas.openxmlformats.org/officeDocument/2006/relationships/slideLayout" Target="../slideLayouts/slideLayout163.xml"/><Relationship Id="rId20" Type="http://schemas.openxmlformats.org/officeDocument/2006/relationships/theme" Target="../theme/theme23.xml"/><Relationship Id="rId2" Type="http://schemas.openxmlformats.org/officeDocument/2006/relationships/slideLayout" Target="../slideLayouts/slideLayout162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78.xml"/><Relationship Id="rId17" Type="http://schemas.openxmlformats.org/officeDocument/2006/relationships/slideLayout" Target="../slideLayouts/slideLayout177.xml"/><Relationship Id="rId16" Type="http://schemas.openxmlformats.org/officeDocument/2006/relationships/slideLayout" Target="../slideLayouts/slideLayout176.xml"/><Relationship Id="rId15" Type="http://schemas.openxmlformats.org/officeDocument/2006/relationships/slideLayout" Target="../slideLayouts/slideLayout175.xml"/><Relationship Id="rId14" Type="http://schemas.openxmlformats.org/officeDocument/2006/relationships/slideLayout" Target="../slideLayouts/slideLayout174.xml"/><Relationship Id="rId13" Type="http://schemas.openxmlformats.org/officeDocument/2006/relationships/slideLayout" Target="../slideLayouts/slideLayout173.xml"/><Relationship Id="rId12" Type="http://schemas.openxmlformats.org/officeDocument/2006/relationships/slideLayout" Target="../slideLayouts/slideLayout172.xml"/><Relationship Id="rId11" Type="http://schemas.openxmlformats.org/officeDocument/2006/relationships/slideLayout" Target="../slideLayouts/slideLayout171.xml"/><Relationship Id="rId10" Type="http://schemas.openxmlformats.org/officeDocument/2006/relationships/slideLayout" Target="../slideLayouts/slideLayout170.xml"/><Relationship Id="rId1" Type="http://schemas.openxmlformats.org/officeDocument/2006/relationships/slideLayout" Target="../slideLayouts/slideLayout161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7.xml"/><Relationship Id="rId8" Type="http://schemas.openxmlformats.org/officeDocument/2006/relationships/slideLayout" Target="../slideLayouts/slideLayout186.xml"/><Relationship Id="rId7" Type="http://schemas.openxmlformats.org/officeDocument/2006/relationships/slideLayout" Target="../slideLayouts/slideLayout185.xml"/><Relationship Id="rId6" Type="http://schemas.openxmlformats.org/officeDocument/2006/relationships/slideLayout" Target="../slideLayouts/slideLayout184.xml"/><Relationship Id="rId5" Type="http://schemas.openxmlformats.org/officeDocument/2006/relationships/slideLayout" Target="../slideLayouts/slideLayout183.xml"/><Relationship Id="rId4" Type="http://schemas.openxmlformats.org/officeDocument/2006/relationships/slideLayout" Target="../slideLayouts/slideLayout182.xml"/><Relationship Id="rId3" Type="http://schemas.openxmlformats.org/officeDocument/2006/relationships/slideLayout" Target="../slideLayouts/slideLayout181.xml"/><Relationship Id="rId20" Type="http://schemas.openxmlformats.org/officeDocument/2006/relationships/theme" Target="../theme/theme24.xml"/><Relationship Id="rId2" Type="http://schemas.openxmlformats.org/officeDocument/2006/relationships/slideLayout" Target="../slideLayouts/slideLayout18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96.xml"/><Relationship Id="rId17" Type="http://schemas.openxmlformats.org/officeDocument/2006/relationships/slideLayout" Target="../slideLayouts/slideLayout195.xml"/><Relationship Id="rId16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193.xml"/><Relationship Id="rId14" Type="http://schemas.openxmlformats.org/officeDocument/2006/relationships/slideLayout" Target="../slideLayouts/slideLayout192.xml"/><Relationship Id="rId13" Type="http://schemas.openxmlformats.org/officeDocument/2006/relationships/slideLayout" Target="../slideLayouts/slideLayout191.xml"/><Relationship Id="rId12" Type="http://schemas.openxmlformats.org/officeDocument/2006/relationships/slideLayout" Target="../slideLayouts/slideLayout190.xml"/><Relationship Id="rId11" Type="http://schemas.openxmlformats.org/officeDocument/2006/relationships/slideLayout" Target="../slideLayouts/slideLayout189.xml"/><Relationship Id="rId10" Type="http://schemas.openxmlformats.org/officeDocument/2006/relationships/slideLayout" Target="../slideLayouts/slideLayout188.xml"/><Relationship Id="rId1" Type="http://schemas.openxmlformats.org/officeDocument/2006/relationships/slideLayout" Target="../slideLayouts/slideLayout179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5.xml"/><Relationship Id="rId8" Type="http://schemas.openxmlformats.org/officeDocument/2006/relationships/slideLayout" Target="../slideLayouts/slideLayout204.xml"/><Relationship Id="rId7" Type="http://schemas.openxmlformats.org/officeDocument/2006/relationships/slideLayout" Target="../slideLayouts/slideLayout203.xml"/><Relationship Id="rId6" Type="http://schemas.openxmlformats.org/officeDocument/2006/relationships/slideLayout" Target="../slideLayouts/slideLayout202.xml"/><Relationship Id="rId5" Type="http://schemas.openxmlformats.org/officeDocument/2006/relationships/slideLayout" Target="../slideLayouts/slideLayout201.xml"/><Relationship Id="rId4" Type="http://schemas.openxmlformats.org/officeDocument/2006/relationships/slideLayout" Target="../slideLayouts/slideLayout200.xml"/><Relationship Id="rId3" Type="http://schemas.openxmlformats.org/officeDocument/2006/relationships/slideLayout" Target="../slideLayouts/slideLayout199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9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14.xml"/><Relationship Id="rId17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12.xml"/><Relationship Id="rId15" Type="http://schemas.openxmlformats.org/officeDocument/2006/relationships/slideLayout" Target="../slideLayouts/slideLayout211.xml"/><Relationship Id="rId14" Type="http://schemas.openxmlformats.org/officeDocument/2006/relationships/slideLayout" Target="../slideLayouts/slideLayout210.xml"/><Relationship Id="rId13" Type="http://schemas.openxmlformats.org/officeDocument/2006/relationships/slideLayout" Target="../slideLayouts/slideLayout209.xml"/><Relationship Id="rId12" Type="http://schemas.openxmlformats.org/officeDocument/2006/relationships/slideLayout" Target="../slideLayouts/slideLayout208.xml"/><Relationship Id="rId11" Type="http://schemas.openxmlformats.org/officeDocument/2006/relationships/slideLayout" Target="../slideLayouts/slideLayout207.xml"/><Relationship Id="rId10" Type="http://schemas.openxmlformats.org/officeDocument/2006/relationships/slideLayout" Target="../slideLayouts/slideLayout206.xml"/><Relationship Id="rId1" Type="http://schemas.openxmlformats.org/officeDocument/2006/relationships/slideLayout" Target="../slideLayouts/slideLayout197.xml"/></Relationships>
</file>

<file path=ppt/slideMasters/_rels/slideMaster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3.xml"/><Relationship Id="rId8" Type="http://schemas.openxmlformats.org/officeDocument/2006/relationships/slideLayout" Target="../slideLayouts/slideLayout222.xml"/><Relationship Id="rId7" Type="http://schemas.openxmlformats.org/officeDocument/2006/relationships/slideLayout" Target="../slideLayouts/slideLayout221.xml"/><Relationship Id="rId6" Type="http://schemas.openxmlformats.org/officeDocument/2006/relationships/slideLayout" Target="../slideLayouts/slideLayout220.xml"/><Relationship Id="rId5" Type="http://schemas.openxmlformats.org/officeDocument/2006/relationships/slideLayout" Target="../slideLayouts/slideLayout219.xml"/><Relationship Id="rId4" Type="http://schemas.openxmlformats.org/officeDocument/2006/relationships/slideLayout" Target="../slideLayouts/slideLayout218.xml"/><Relationship Id="rId3" Type="http://schemas.openxmlformats.org/officeDocument/2006/relationships/slideLayout" Target="../slideLayouts/slideLayout217.xml"/><Relationship Id="rId20" Type="http://schemas.openxmlformats.org/officeDocument/2006/relationships/theme" Target="../theme/theme26.xml"/><Relationship Id="rId2" Type="http://schemas.openxmlformats.org/officeDocument/2006/relationships/slideLayout" Target="../slideLayouts/slideLayout216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32.xml"/><Relationship Id="rId17" Type="http://schemas.openxmlformats.org/officeDocument/2006/relationships/slideLayout" Target="../slideLayouts/slideLayout231.xml"/><Relationship Id="rId16" Type="http://schemas.openxmlformats.org/officeDocument/2006/relationships/slideLayout" Target="../slideLayouts/slideLayout230.xml"/><Relationship Id="rId15" Type="http://schemas.openxmlformats.org/officeDocument/2006/relationships/slideLayout" Target="../slideLayouts/slideLayout229.xml"/><Relationship Id="rId14" Type="http://schemas.openxmlformats.org/officeDocument/2006/relationships/slideLayout" Target="../slideLayouts/slideLayout228.xml"/><Relationship Id="rId13" Type="http://schemas.openxmlformats.org/officeDocument/2006/relationships/slideLayout" Target="../slideLayouts/slideLayout227.xml"/><Relationship Id="rId12" Type="http://schemas.openxmlformats.org/officeDocument/2006/relationships/slideLayout" Target="../slideLayouts/slideLayout226.xml"/><Relationship Id="rId11" Type="http://schemas.openxmlformats.org/officeDocument/2006/relationships/slideLayout" Target="../slideLayouts/slideLayout225.xml"/><Relationship Id="rId10" Type="http://schemas.openxmlformats.org/officeDocument/2006/relationships/slideLayout" Target="../slideLayouts/slideLayout224.xml"/><Relationship Id="rId1" Type="http://schemas.openxmlformats.org/officeDocument/2006/relationships/slideLayout" Target="../slideLayouts/slideLayout215.xml"/></Relationships>
</file>

<file path=ppt/slideMasters/_rels/slideMaster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41.xml"/><Relationship Id="rId8" Type="http://schemas.openxmlformats.org/officeDocument/2006/relationships/slideLayout" Target="../slideLayouts/slideLayout240.xml"/><Relationship Id="rId7" Type="http://schemas.openxmlformats.org/officeDocument/2006/relationships/slideLayout" Target="../slideLayouts/slideLayout239.xml"/><Relationship Id="rId6" Type="http://schemas.openxmlformats.org/officeDocument/2006/relationships/slideLayout" Target="../slideLayouts/slideLayout238.xml"/><Relationship Id="rId5" Type="http://schemas.openxmlformats.org/officeDocument/2006/relationships/slideLayout" Target="../slideLayouts/slideLayout237.xml"/><Relationship Id="rId4" Type="http://schemas.openxmlformats.org/officeDocument/2006/relationships/slideLayout" Target="../slideLayouts/slideLayout236.xml"/><Relationship Id="rId3" Type="http://schemas.openxmlformats.org/officeDocument/2006/relationships/slideLayout" Target="../slideLayouts/slideLayout235.xml"/><Relationship Id="rId20" Type="http://schemas.openxmlformats.org/officeDocument/2006/relationships/theme" Target="../theme/theme27.xml"/><Relationship Id="rId2" Type="http://schemas.openxmlformats.org/officeDocument/2006/relationships/slideLayout" Target="../slideLayouts/slideLayout234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250.xml"/><Relationship Id="rId17" Type="http://schemas.openxmlformats.org/officeDocument/2006/relationships/slideLayout" Target="../slideLayouts/slideLayout249.xml"/><Relationship Id="rId16" Type="http://schemas.openxmlformats.org/officeDocument/2006/relationships/slideLayout" Target="../slideLayouts/slideLayout248.xml"/><Relationship Id="rId15" Type="http://schemas.openxmlformats.org/officeDocument/2006/relationships/slideLayout" Target="../slideLayouts/slideLayout247.xml"/><Relationship Id="rId14" Type="http://schemas.openxmlformats.org/officeDocument/2006/relationships/slideLayout" Target="../slideLayouts/slideLayout246.xml"/><Relationship Id="rId13" Type="http://schemas.openxmlformats.org/officeDocument/2006/relationships/slideLayout" Target="../slideLayouts/slideLayout245.xml"/><Relationship Id="rId12" Type="http://schemas.openxmlformats.org/officeDocument/2006/relationships/slideLayout" Target="../slideLayouts/slideLayout244.xml"/><Relationship Id="rId11" Type="http://schemas.openxmlformats.org/officeDocument/2006/relationships/slideLayout" Target="../slideLayouts/slideLayout243.xml"/><Relationship Id="rId10" Type="http://schemas.openxmlformats.org/officeDocument/2006/relationships/slideLayout" Target="../slideLayouts/slideLayout242.xml"/><Relationship Id="rId1" Type="http://schemas.openxmlformats.org/officeDocument/2006/relationships/slideLayout" Target="../slideLayouts/slideLayout233.xml"/></Relationships>
</file>

<file path=ppt/slideMasters/_rels/slideMaster28.xml.rels><?xml version="1.0" encoding="UTF-8" standalone="yes"?>
<Relationships xmlns="http://schemas.openxmlformats.org/package/2006/relationships"><Relationship Id="rId4" Type="http://schemas.openxmlformats.org/officeDocument/2006/relationships/theme" Target="../theme/theme28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51.xml"/></Relationships>
</file>

<file path=ppt/slideMasters/_rels/slideMaster2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60.xml"/><Relationship Id="rId8" Type="http://schemas.openxmlformats.org/officeDocument/2006/relationships/slideLayout" Target="../slideLayouts/slideLayout259.xml"/><Relationship Id="rId7" Type="http://schemas.openxmlformats.org/officeDocument/2006/relationships/slideLayout" Target="../slideLayouts/slideLayout258.xml"/><Relationship Id="rId6" Type="http://schemas.openxmlformats.org/officeDocument/2006/relationships/slideLayout" Target="../slideLayouts/slideLayout257.xml"/><Relationship Id="rId5" Type="http://schemas.openxmlformats.org/officeDocument/2006/relationships/slideLayout" Target="../slideLayouts/slideLayout256.xml"/><Relationship Id="rId4" Type="http://schemas.openxmlformats.org/officeDocument/2006/relationships/slideLayout" Target="../slideLayouts/slideLayout255.xml"/><Relationship Id="rId3" Type="http://schemas.openxmlformats.org/officeDocument/2006/relationships/slideLayout" Target="../slideLayouts/slideLayout254.xml"/><Relationship Id="rId22" Type="http://schemas.openxmlformats.org/officeDocument/2006/relationships/theme" Target="../theme/theme29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71.xml"/><Relationship Id="rId2" Type="http://schemas.openxmlformats.org/officeDocument/2006/relationships/slideLayout" Target="../slideLayouts/slideLayout253.xml"/><Relationship Id="rId19" Type="http://schemas.openxmlformats.org/officeDocument/2006/relationships/slideLayout" Target="../slideLayouts/slideLayout270.xml"/><Relationship Id="rId18" Type="http://schemas.openxmlformats.org/officeDocument/2006/relationships/slideLayout" Target="../slideLayouts/slideLayout269.xml"/><Relationship Id="rId17" Type="http://schemas.openxmlformats.org/officeDocument/2006/relationships/slideLayout" Target="../slideLayouts/slideLayout268.xml"/><Relationship Id="rId16" Type="http://schemas.openxmlformats.org/officeDocument/2006/relationships/slideLayout" Target="../slideLayouts/slideLayout267.xml"/><Relationship Id="rId15" Type="http://schemas.openxmlformats.org/officeDocument/2006/relationships/slideLayout" Target="../slideLayouts/slideLayout266.xml"/><Relationship Id="rId14" Type="http://schemas.openxmlformats.org/officeDocument/2006/relationships/slideLayout" Target="../slideLayouts/slideLayout265.xml"/><Relationship Id="rId13" Type="http://schemas.openxmlformats.org/officeDocument/2006/relationships/slideLayout" Target="../slideLayouts/slideLayout264.xml"/><Relationship Id="rId12" Type="http://schemas.openxmlformats.org/officeDocument/2006/relationships/slideLayout" Target="../slideLayouts/slideLayout263.xml"/><Relationship Id="rId11" Type="http://schemas.openxmlformats.org/officeDocument/2006/relationships/slideLayout" Target="../slideLayouts/slideLayout262.xml"/><Relationship Id="rId10" Type="http://schemas.openxmlformats.org/officeDocument/2006/relationships/slideLayout" Target="../slideLayouts/slideLayout261.xml"/><Relationship Id="rId1" Type="http://schemas.openxmlformats.org/officeDocument/2006/relationships/slideLayout" Target="../slideLayouts/slideLayout252.xml"/></Relationships>
</file>

<file path=ppt/slideMasters/_rels/slideMaster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0.xml"/><Relationship Id="rId8" Type="http://schemas.openxmlformats.org/officeDocument/2006/relationships/slideLayout" Target="../slideLayouts/slideLayout279.xml"/><Relationship Id="rId7" Type="http://schemas.openxmlformats.org/officeDocument/2006/relationships/slideLayout" Target="../slideLayouts/slideLayout278.xml"/><Relationship Id="rId6" Type="http://schemas.openxmlformats.org/officeDocument/2006/relationships/slideLayout" Target="../slideLayouts/slideLayout277.xml"/><Relationship Id="rId5" Type="http://schemas.openxmlformats.org/officeDocument/2006/relationships/slideLayout" Target="../slideLayouts/slideLayout276.xml"/><Relationship Id="rId4" Type="http://schemas.openxmlformats.org/officeDocument/2006/relationships/slideLayout" Target="../slideLayouts/slideLayout275.xml"/><Relationship Id="rId3" Type="http://schemas.openxmlformats.org/officeDocument/2006/relationships/slideLayout" Target="../slideLayouts/slideLayout274.xml"/><Relationship Id="rId22" Type="http://schemas.openxmlformats.org/officeDocument/2006/relationships/theme" Target="../theme/theme30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291.xml"/><Relationship Id="rId2" Type="http://schemas.openxmlformats.org/officeDocument/2006/relationships/slideLayout" Target="../slideLayouts/slideLayout273.xml"/><Relationship Id="rId19" Type="http://schemas.openxmlformats.org/officeDocument/2006/relationships/slideLayout" Target="../slideLayouts/slideLayout290.xml"/><Relationship Id="rId18" Type="http://schemas.openxmlformats.org/officeDocument/2006/relationships/slideLayout" Target="../slideLayouts/slideLayout289.xml"/><Relationship Id="rId17" Type="http://schemas.openxmlformats.org/officeDocument/2006/relationships/slideLayout" Target="../slideLayouts/slideLayout288.xml"/><Relationship Id="rId16" Type="http://schemas.openxmlformats.org/officeDocument/2006/relationships/slideLayout" Target="../slideLayouts/slideLayout287.xml"/><Relationship Id="rId15" Type="http://schemas.openxmlformats.org/officeDocument/2006/relationships/slideLayout" Target="../slideLayouts/slideLayout286.xml"/><Relationship Id="rId14" Type="http://schemas.openxmlformats.org/officeDocument/2006/relationships/slideLayout" Target="../slideLayouts/slideLayout285.xml"/><Relationship Id="rId13" Type="http://schemas.openxmlformats.org/officeDocument/2006/relationships/slideLayout" Target="../slideLayouts/slideLayout284.xml"/><Relationship Id="rId12" Type="http://schemas.openxmlformats.org/officeDocument/2006/relationships/slideLayout" Target="../slideLayouts/slideLayout283.xml"/><Relationship Id="rId11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81.xml"/><Relationship Id="rId1" Type="http://schemas.openxmlformats.org/officeDocument/2006/relationships/slideLayout" Target="../slideLayouts/slideLayout272.xml"/></Relationships>
</file>

<file path=ppt/slideMasters/_rels/slideMaster3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7.xml"/><Relationship Id="rId5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4.xml"/><Relationship Id="rId22" Type="http://schemas.openxmlformats.org/officeDocument/2006/relationships/theme" Target="../theme/theme31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11.xml"/><Relationship Id="rId2" Type="http://schemas.openxmlformats.org/officeDocument/2006/relationships/slideLayout" Target="../slideLayouts/slideLayout293.xml"/><Relationship Id="rId19" Type="http://schemas.openxmlformats.org/officeDocument/2006/relationships/slideLayout" Target="../slideLayouts/slideLayout310.xml"/><Relationship Id="rId18" Type="http://schemas.openxmlformats.org/officeDocument/2006/relationships/slideLayout" Target="../slideLayouts/slideLayout309.xml"/><Relationship Id="rId17" Type="http://schemas.openxmlformats.org/officeDocument/2006/relationships/slideLayout" Target="../slideLayouts/slideLayout308.xml"/><Relationship Id="rId16" Type="http://schemas.openxmlformats.org/officeDocument/2006/relationships/slideLayout" Target="../slideLayouts/slideLayout307.xml"/><Relationship Id="rId15" Type="http://schemas.openxmlformats.org/officeDocument/2006/relationships/slideLayout" Target="../slideLayouts/slideLayout306.xml"/><Relationship Id="rId14" Type="http://schemas.openxmlformats.org/officeDocument/2006/relationships/slideLayout" Target="../slideLayouts/slideLayout305.xml"/><Relationship Id="rId13" Type="http://schemas.openxmlformats.org/officeDocument/2006/relationships/slideLayout" Target="../slideLayouts/slideLayout304.xml"/><Relationship Id="rId12" Type="http://schemas.openxmlformats.org/officeDocument/2006/relationships/slideLayout" Target="../slideLayouts/slideLayout303.xml"/><Relationship Id="rId11" Type="http://schemas.openxmlformats.org/officeDocument/2006/relationships/slideLayout" Target="../slideLayouts/slideLayout302.xml"/><Relationship Id="rId10" Type="http://schemas.openxmlformats.org/officeDocument/2006/relationships/slideLayout" Target="../slideLayouts/slideLayout301.xml"/><Relationship Id="rId1" Type="http://schemas.openxmlformats.org/officeDocument/2006/relationships/slideLayout" Target="../slideLayouts/slideLayout292.xml"/></Relationships>
</file>

<file path=ppt/slideMasters/_rels/slideMaster3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20.xml"/><Relationship Id="rId8" Type="http://schemas.openxmlformats.org/officeDocument/2006/relationships/slideLayout" Target="../slideLayouts/slideLayout319.xml"/><Relationship Id="rId7" Type="http://schemas.openxmlformats.org/officeDocument/2006/relationships/slideLayout" Target="../slideLayouts/slideLayout318.xml"/><Relationship Id="rId6" Type="http://schemas.openxmlformats.org/officeDocument/2006/relationships/slideLayout" Target="../slideLayouts/slideLayout317.xml"/><Relationship Id="rId5" Type="http://schemas.openxmlformats.org/officeDocument/2006/relationships/slideLayout" Target="../slideLayouts/slideLayout316.xml"/><Relationship Id="rId4" Type="http://schemas.openxmlformats.org/officeDocument/2006/relationships/slideLayout" Target="../slideLayouts/slideLayout315.xml"/><Relationship Id="rId3" Type="http://schemas.openxmlformats.org/officeDocument/2006/relationships/slideLayout" Target="../slideLayouts/slideLayout314.xml"/><Relationship Id="rId2" Type="http://schemas.openxmlformats.org/officeDocument/2006/relationships/slideLayout" Target="../slideLayouts/slideLayout313.xml"/><Relationship Id="rId13" Type="http://schemas.openxmlformats.org/officeDocument/2006/relationships/theme" Target="../theme/theme32.xml"/><Relationship Id="rId12" Type="http://schemas.openxmlformats.org/officeDocument/2006/relationships/slideLayout" Target="../slideLayouts/slideLayout323.xml"/><Relationship Id="rId11" Type="http://schemas.openxmlformats.org/officeDocument/2006/relationships/slideLayout" Target="../slideLayouts/slideLayout322.xml"/><Relationship Id="rId10" Type="http://schemas.openxmlformats.org/officeDocument/2006/relationships/slideLayout" Target="../slideLayouts/slideLayout321.xml"/><Relationship Id="rId1" Type="http://schemas.openxmlformats.org/officeDocument/2006/relationships/slideLayout" Target="../slideLayouts/slideLayout312.xml"/></Relationships>
</file>

<file path=ppt/slideMasters/_rels/slideMaster3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3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24.xml"/></Relationships>
</file>

<file path=ppt/slideMasters/_rels/slideMaster3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3.xml"/><Relationship Id="rId8" Type="http://schemas.openxmlformats.org/officeDocument/2006/relationships/slideLayout" Target="../slideLayouts/slideLayout332.xml"/><Relationship Id="rId7" Type="http://schemas.openxmlformats.org/officeDocument/2006/relationships/slideLayout" Target="../slideLayouts/slideLayout331.xml"/><Relationship Id="rId6" Type="http://schemas.openxmlformats.org/officeDocument/2006/relationships/slideLayout" Target="../slideLayouts/slideLayout330.xml"/><Relationship Id="rId5" Type="http://schemas.openxmlformats.org/officeDocument/2006/relationships/slideLayout" Target="../slideLayouts/slideLayout329.xml"/><Relationship Id="rId4" Type="http://schemas.openxmlformats.org/officeDocument/2006/relationships/slideLayout" Target="../slideLayouts/slideLayout328.xml"/><Relationship Id="rId3" Type="http://schemas.openxmlformats.org/officeDocument/2006/relationships/slideLayout" Target="../slideLayouts/slideLayout327.xml"/><Relationship Id="rId23" Type="http://schemas.openxmlformats.org/officeDocument/2006/relationships/theme" Target="../theme/theme34.xml"/><Relationship Id="rId22" Type="http://schemas.openxmlformats.org/officeDocument/2006/relationships/image" Target="../media/image6.png"/><Relationship Id="rId21" Type="http://schemas.openxmlformats.org/officeDocument/2006/relationships/slideLayout" Target="../slideLayouts/slideLayout345.xml"/><Relationship Id="rId20" Type="http://schemas.openxmlformats.org/officeDocument/2006/relationships/slideLayout" Target="../slideLayouts/slideLayout344.xml"/><Relationship Id="rId2" Type="http://schemas.openxmlformats.org/officeDocument/2006/relationships/slideLayout" Target="../slideLayouts/slideLayout326.xml"/><Relationship Id="rId19" Type="http://schemas.openxmlformats.org/officeDocument/2006/relationships/slideLayout" Target="../slideLayouts/slideLayout343.xml"/><Relationship Id="rId18" Type="http://schemas.openxmlformats.org/officeDocument/2006/relationships/slideLayout" Target="../slideLayouts/slideLayout342.xml"/><Relationship Id="rId17" Type="http://schemas.openxmlformats.org/officeDocument/2006/relationships/slideLayout" Target="../slideLayouts/slideLayout341.xml"/><Relationship Id="rId16" Type="http://schemas.openxmlformats.org/officeDocument/2006/relationships/slideLayout" Target="../slideLayouts/slideLayout340.xml"/><Relationship Id="rId15" Type="http://schemas.openxmlformats.org/officeDocument/2006/relationships/slideLayout" Target="../slideLayouts/slideLayout339.xml"/><Relationship Id="rId14" Type="http://schemas.openxmlformats.org/officeDocument/2006/relationships/slideLayout" Target="../slideLayouts/slideLayout338.xml"/><Relationship Id="rId13" Type="http://schemas.openxmlformats.org/officeDocument/2006/relationships/slideLayout" Target="../slideLayouts/slideLayout337.xml"/><Relationship Id="rId12" Type="http://schemas.openxmlformats.org/officeDocument/2006/relationships/slideLayout" Target="../slideLayouts/slideLayout336.xml"/><Relationship Id="rId11" Type="http://schemas.openxmlformats.org/officeDocument/2006/relationships/slideLayout" Target="../slideLayouts/slideLayout335.xml"/><Relationship Id="rId10" Type="http://schemas.openxmlformats.org/officeDocument/2006/relationships/slideLayout" Target="../slideLayouts/slideLayout334.xml"/><Relationship Id="rId1" Type="http://schemas.openxmlformats.org/officeDocument/2006/relationships/slideLayout" Target="../slideLayouts/slideLayout325.xml"/></Relationships>
</file>

<file path=ppt/slideMasters/_rels/slideMaster35.xml.rels><?xml version="1.0" encoding="UTF-8" standalone="yes"?>
<Relationships xmlns="http://schemas.openxmlformats.org/package/2006/relationships"><Relationship Id="rId2" Type="http://schemas.openxmlformats.org/officeDocument/2006/relationships/theme" Target="../theme/theme35.xml"/><Relationship Id="rId1" Type="http://schemas.openxmlformats.org/officeDocument/2006/relationships/slideLayout" Target="../slideLayouts/slideLayout346.xml"/></Relationships>
</file>

<file path=ppt/slideMasters/_rels/slideMaster36.xml.rels><?xml version="1.0" encoding="UTF-8" standalone="yes"?>
<Relationships xmlns="http://schemas.openxmlformats.org/package/2006/relationships"><Relationship Id="rId2" Type="http://schemas.openxmlformats.org/officeDocument/2006/relationships/theme" Target="../theme/theme36.xml"/><Relationship Id="rId1" Type="http://schemas.openxmlformats.org/officeDocument/2006/relationships/slideLayout" Target="../slideLayouts/slideLayout347.xml"/></Relationships>
</file>

<file path=ppt/slideMasters/_rels/slideMaster37.xml.rels><?xml version="1.0" encoding="UTF-8" standalone="yes"?>
<Relationships xmlns="http://schemas.openxmlformats.org/package/2006/relationships"><Relationship Id="rId4" Type="http://schemas.openxmlformats.org/officeDocument/2006/relationships/theme" Target="../theme/theme3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48.xml"/></Relationships>
</file>

<file path=ppt/slideMasters/_rels/slideMaster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7.xml"/><Relationship Id="rId8" Type="http://schemas.openxmlformats.org/officeDocument/2006/relationships/slideLayout" Target="../slideLayouts/slideLayout356.xml"/><Relationship Id="rId7" Type="http://schemas.openxmlformats.org/officeDocument/2006/relationships/slideLayout" Target="../slideLayouts/slideLayout355.xml"/><Relationship Id="rId6" Type="http://schemas.openxmlformats.org/officeDocument/2006/relationships/slideLayout" Target="../slideLayouts/slideLayout354.xml"/><Relationship Id="rId5" Type="http://schemas.openxmlformats.org/officeDocument/2006/relationships/slideLayout" Target="../slideLayouts/slideLayout353.xml"/><Relationship Id="rId4" Type="http://schemas.openxmlformats.org/officeDocument/2006/relationships/slideLayout" Target="../slideLayouts/slideLayout352.xml"/><Relationship Id="rId3" Type="http://schemas.openxmlformats.org/officeDocument/2006/relationships/slideLayout" Target="../slideLayouts/slideLayout351.xml"/><Relationship Id="rId20" Type="http://schemas.openxmlformats.org/officeDocument/2006/relationships/theme" Target="../theme/theme38.xml"/><Relationship Id="rId2" Type="http://schemas.openxmlformats.org/officeDocument/2006/relationships/slideLayout" Target="../slideLayouts/slideLayout350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66.xml"/><Relationship Id="rId17" Type="http://schemas.openxmlformats.org/officeDocument/2006/relationships/slideLayout" Target="../slideLayouts/slideLayout365.xml"/><Relationship Id="rId16" Type="http://schemas.openxmlformats.org/officeDocument/2006/relationships/slideLayout" Target="../slideLayouts/slideLayout364.xml"/><Relationship Id="rId15" Type="http://schemas.openxmlformats.org/officeDocument/2006/relationships/slideLayout" Target="../slideLayouts/slideLayout363.xml"/><Relationship Id="rId14" Type="http://schemas.openxmlformats.org/officeDocument/2006/relationships/slideLayout" Target="../slideLayouts/slideLayout362.xml"/><Relationship Id="rId13" Type="http://schemas.openxmlformats.org/officeDocument/2006/relationships/slideLayout" Target="../slideLayouts/slideLayout361.xml"/><Relationship Id="rId12" Type="http://schemas.openxmlformats.org/officeDocument/2006/relationships/slideLayout" Target="../slideLayouts/slideLayout360.xml"/><Relationship Id="rId11" Type="http://schemas.openxmlformats.org/officeDocument/2006/relationships/slideLayout" Target="../slideLayouts/slideLayout359.xml"/><Relationship Id="rId10" Type="http://schemas.openxmlformats.org/officeDocument/2006/relationships/slideLayout" Target="../slideLayouts/slideLayout358.xml"/><Relationship Id="rId1" Type="http://schemas.openxmlformats.org/officeDocument/2006/relationships/slideLayout" Target="../slideLayouts/slideLayout349.xml"/></Relationships>
</file>

<file path=ppt/slideMasters/_rels/slideMaster39.xml.rels><?xml version="1.0" encoding="UTF-8" standalone="yes"?>
<Relationships xmlns="http://schemas.openxmlformats.org/package/2006/relationships"><Relationship Id="rId4" Type="http://schemas.openxmlformats.org/officeDocument/2006/relationships/theme" Target="../theme/theme39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67.xml"/></Relationships>
</file>

<file path=ppt/slideMasters/_rels/slideMaster40.xml.rels><?xml version="1.0" encoding="UTF-8" standalone="yes"?>
<Relationships xmlns="http://schemas.openxmlformats.org/package/2006/relationships"><Relationship Id="rId4" Type="http://schemas.openxmlformats.org/officeDocument/2006/relationships/theme" Target="../theme/theme40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8.xml"/></Relationships>
</file>

<file path=ppt/slideMasters/_rels/slideMaster41.xml.rels><?xml version="1.0" encoding="UTF-8" standalone="yes"?>
<Relationships xmlns="http://schemas.openxmlformats.org/package/2006/relationships"><Relationship Id="rId4" Type="http://schemas.openxmlformats.org/officeDocument/2006/relationships/theme" Target="../theme/theme41.xml"/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9.xml"/></Relationships>
</file>

<file path=ppt/slideMasters/_rels/slideMaster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8.xml"/><Relationship Id="rId8" Type="http://schemas.openxmlformats.org/officeDocument/2006/relationships/slideLayout" Target="../slideLayouts/slideLayout377.xml"/><Relationship Id="rId7" Type="http://schemas.openxmlformats.org/officeDocument/2006/relationships/slideLayout" Target="../slideLayouts/slideLayout376.xml"/><Relationship Id="rId6" Type="http://schemas.openxmlformats.org/officeDocument/2006/relationships/slideLayout" Target="../slideLayouts/slideLayout375.xml"/><Relationship Id="rId5" Type="http://schemas.openxmlformats.org/officeDocument/2006/relationships/slideLayout" Target="../slideLayouts/slideLayout374.xml"/><Relationship Id="rId4" Type="http://schemas.openxmlformats.org/officeDocument/2006/relationships/slideLayout" Target="../slideLayouts/slideLayout373.xml"/><Relationship Id="rId3" Type="http://schemas.openxmlformats.org/officeDocument/2006/relationships/slideLayout" Target="../slideLayouts/slideLayout372.xml"/><Relationship Id="rId22" Type="http://schemas.openxmlformats.org/officeDocument/2006/relationships/theme" Target="../theme/theme42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389.xml"/><Relationship Id="rId2" Type="http://schemas.openxmlformats.org/officeDocument/2006/relationships/slideLayout" Target="../slideLayouts/slideLayout371.xml"/><Relationship Id="rId19" Type="http://schemas.openxmlformats.org/officeDocument/2006/relationships/slideLayout" Target="../slideLayouts/slideLayout388.xml"/><Relationship Id="rId18" Type="http://schemas.openxmlformats.org/officeDocument/2006/relationships/slideLayout" Target="../slideLayouts/slideLayout387.xml"/><Relationship Id="rId17" Type="http://schemas.openxmlformats.org/officeDocument/2006/relationships/slideLayout" Target="../slideLayouts/slideLayout386.xml"/><Relationship Id="rId16" Type="http://schemas.openxmlformats.org/officeDocument/2006/relationships/slideLayout" Target="../slideLayouts/slideLayout385.xml"/><Relationship Id="rId15" Type="http://schemas.openxmlformats.org/officeDocument/2006/relationships/slideLayout" Target="../slideLayouts/slideLayout384.xml"/><Relationship Id="rId14" Type="http://schemas.openxmlformats.org/officeDocument/2006/relationships/slideLayout" Target="../slideLayouts/slideLayout383.xml"/><Relationship Id="rId13" Type="http://schemas.openxmlformats.org/officeDocument/2006/relationships/slideLayout" Target="../slideLayouts/slideLayout382.xml"/><Relationship Id="rId12" Type="http://schemas.openxmlformats.org/officeDocument/2006/relationships/slideLayout" Target="../slideLayouts/slideLayout381.xml"/><Relationship Id="rId11" Type="http://schemas.openxmlformats.org/officeDocument/2006/relationships/slideLayout" Target="../slideLayouts/slideLayout380.xml"/><Relationship Id="rId10" Type="http://schemas.openxmlformats.org/officeDocument/2006/relationships/slideLayout" Target="../slideLayouts/slideLayout379.xml"/><Relationship Id="rId1" Type="http://schemas.openxmlformats.org/officeDocument/2006/relationships/slideLayout" Target="../slideLayouts/slideLayout370.xml"/></Relationships>
</file>

<file path=ppt/slideMasters/_rels/slideMaster4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98.xml"/><Relationship Id="rId8" Type="http://schemas.openxmlformats.org/officeDocument/2006/relationships/slideLayout" Target="../slideLayouts/slideLayout397.xml"/><Relationship Id="rId7" Type="http://schemas.openxmlformats.org/officeDocument/2006/relationships/slideLayout" Target="../slideLayouts/slideLayout396.xml"/><Relationship Id="rId6" Type="http://schemas.openxmlformats.org/officeDocument/2006/relationships/slideLayout" Target="../slideLayouts/slideLayout395.xml"/><Relationship Id="rId5" Type="http://schemas.openxmlformats.org/officeDocument/2006/relationships/slideLayout" Target="../slideLayouts/slideLayout394.xml"/><Relationship Id="rId4" Type="http://schemas.openxmlformats.org/officeDocument/2006/relationships/slideLayout" Target="../slideLayouts/slideLayout393.xml"/><Relationship Id="rId3" Type="http://schemas.openxmlformats.org/officeDocument/2006/relationships/slideLayout" Target="../slideLayouts/slideLayout392.xml"/><Relationship Id="rId22" Type="http://schemas.openxmlformats.org/officeDocument/2006/relationships/theme" Target="../theme/theme43.xml"/><Relationship Id="rId21" Type="http://schemas.openxmlformats.org/officeDocument/2006/relationships/image" Target="../media/image6.png"/><Relationship Id="rId20" Type="http://schemas.openxmlformats.org/officeDocument/2006/relationships/slideLayout" Target="../slideLayouts/slideLayout409.xml"/><Relationship Id="rId2" Type="http://schemas.openxmlformats.org/officeDocument/2006/relationships/slideLayout" Target="../slideLayouts/slideLayout391.xml"/><Relationship Id="rId19" Type="http://schemas.openxmlformats.org/officeDocument/2006/relationships/slideLayout" Target="../slideLayouts/slideLayout408.xml"/><Relationship Id="rId18" Type="http://schemas.openxmlformats.org/officeDocument/2006/relationships/slideLayout" Target="../slideLayouts/slideLayout407.xml"/><Relationship Id="rId17" Type="http://schemas.openxmlformats.org/officeDocument/2006/relationships/slideLayout" Target="../slideLayouts/slideLayout406.xml"/><Relationship Id="rId16" Type="http://schemas.openxmlformats.org/officeDocument/2006/relationships/slideLayout" Target="../slideLayouts/slideLayout405.xml"/><Relationship Id="rId15" Type="http://schemas.openxmlformats.org/officeDocument/2006/relationships/slideLayout" Target="../slideLayouts/slideLayout404.xml"/><Relationship Id="rId14" Type="http://schemas.openxmlformats.org/officeDocument/2006/relationships/slideLayout" Target="../slideLayouts/slideLayout403.xml"/><Relationship Id="rId13" Type="http://schemas.openxmlformats.org/officeDocument/2006/relationships/slideLayout" Target="../slideLayouts/slideLayout402.xml"/><Relationship Id="rId12" Type="http://schemas.openxmlformats.org/officeDocument/2006/relationships/slideLayout" Target="../slideLayouts/slideLayout401.xml"/><Relationship Id="rId11" Type="http://schemas.openxmlformats.org/officeDocument/2006/relationships/slideLayout" Target="../slideLayouts/slideLayout400.xml"/><Relationship Id="rId10" Type="http://schemas.openxmlformats.org/officeDocument/2006/relationships/slideLayout" Target="../slideLayouts/slideLayout399.xml"/><Relationship Id="rId1" Type="http://schemas.openxmlformats.org/officeDocument/2006/relationships/slideLayout" Target="../slideLayouts/slideLayout3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六边形 29"/>
          <p:cNvSpPr/>
          <p:nvPr userDrawn="1"/>
        </p:nvSpPr>
        <p:spPr>
          <a:xfrm rot="5400000">
            <a:off x="8672367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3F3F3F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0067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0067E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形用户界面, 文本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746" y="5656882"/>
            <a:ext cx="3270508" cy="69585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徽标, 公司名称&#10;&#10;描述已自动生成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786" y="2077549"/>
            <a:ext cx="2466428" cy="201013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  <p:sldLayoutId id="2147483828" r:id="rId17"/>
    <p:sldLayoutId id="21474838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  <p:sldLayoutId id="2147483842" r:id="rId12"/>
    <p:sldLayoutId id="2147483843" r:id="rId13"/>
    <p:sldLayoutId id="2147483844" r:id="rId14"/>
    <p:sldLayoutId id="2147483845" r:id="rId15"/>
    <p:sldLayoutId id="2147483846" r:id="rId16"/>
    <p:sldLayoutId id="2147483847" r:id="rId17"/>
    <p:sldLayoutId id="2147483848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0" r:id="rId1"/>
    <p:sldLayoutId id="2147483851" r:id="rId2"/>
    <p:sldLayoutId id="2147483852" r:id="rId3"/>
    <p:sldLayoutId id="2147483853" r:id="rId4"/>
    <p:sldLayoutId id="2147483854" r:id="rId5"/>
    <p:sldLayoutId id="2147483855" r:id="rId6"/>
    <p:sldLayoutId id="2147483856" r:id="rId7"/>
    <p:sldLayoutId id="2147483857" r:id="rId8"/>
    <p:sldLayoutId id="2147483858" r:id="rId9"/>
    <p:sldLayoutId id="2147483859" r:id="rId10"/>
    <p:sldLayoutId id="2147483860" r:id="rId11"/>
    <p:sldLayoutId id="2147483861" r:id="rId12"/>
    <p:sldLayoutId id="2147483862" r:id="rId13"/>
    <p:sldLayoutId id="2147483863" r:id="rId14"/>
    <p:sldLayoutId id="2147483864" r:id="rId15"/>
    <p:sldLayoutId id="2147483865" r:id="rId16"/>
    <p:sldLayoutId id="2147483866" r:id="rId17"/>
    <p:sldLayoutId id="214748386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70" r:id="rId2"/>
    <p:sldLayoutId id="2147483871" r:id="rId3"/>
    <p:sldLayoutId id="2147483872" r:id="rId4"/>
    <p:sldLayoutId id="2147483873" r:id="rId5"/>
    <p:sldLayoutId id="2147483874" r:id="rId6"/>
    <p:sldLayoutId id="2147483875" r:id="rId7"/>
    <p:sldLayoutId id="2147483876" r:id="rId8"/>
    <p:sldLayoutId id="2147483877" r:id="rId9"/>
    <p:sldLayoutId id="2147483878" r:id="rId10"/>
    <p:sldLayoutId id="2147483879" r:id="rId11"/>
    <p:sldLayoutId id="2147483880" r:id="rId12"/>
    <p:sldLayoutId id="2147483881" r:id="rId13"/>
    <p:sldLayoutId id="2147483882" r:id="rId14"/>
    <p:sldLayoutId id="2147483883" r:id="rId15"/>
    <p:sldLayoutId id="2147483884" r:id="rId16"/>
    <p:sldLayoutId id="2147483885" r:id="rId17"/>
    <p:sldLayoutId id="2147483886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  <p:sldLayoutId id="2147483924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6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41" r:id="rId14"/>
    <p:sldLayoutId id="2147483942" r:id="rId15"/>
    <p:sldLayoutId id="2147483943" r:id="rId16"/>
    <p:sldLayoutId id="2147483944" r:id="rId17"/>
    <p:sldLayoutId id="2147483945" r:id="rId18"/>
    <p:sldLayoutId id="2147483946" r:id="rId19"/>
    <p:sldLayoutId id="2147483947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  <p:sldLayoutId id="2147483950" r:id="rId2"/>
    <p:sldLayoutId id="2147483951" r:id="rId3"/>
    <p:sldLayoutId id="2147483952" r:id="rId4"/>
    <p:sldLayoutId id="2147483953" r:id="rId5"/>
    <p:sldLayoutId id="2147483954" r:id="rId6"/>
    <p:sldLayoutId id="2147483955" r:id="rId7"/>
    <p:sldLayoutId id="2147483956" r:id="rId8"/>
    <p:sldLayoutId id="2147483957" r:id="rId9"/>
    <p:sldLayoutId id="2147483958" r:id="rId10"/>
    <p:sldLayoutId id="2147483959" r:id="rId11"/>
    <p:sldLayoutId id="2147483960" r:id="rId12"/>
    <p:sldLayoutId id="2147483961" r:id="rId13"/>
    <p:sldLayoutId id="2147483962" r:id="rId14"/>
    <p:sldLayoutId id="2147483963" r:id="rId15"/>
    <p:sldLayoutId id="2147483964" r:id="rId16"/>
    <p:sldLayoutId id="2147483965" r:id="rId17"/>
    <p:sldLayoutId id="2147483966" r:id="rId18"/>
    <p:sldLayoutId id="2147483967" r:id="rId19"/>
    <p:sldLayoutId id="214748396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70" r:id="rId1"/>
    <p:sldLayoutId id="2147483971" r:id="rId2"/>
    <p:sldLayoutId id="2147483972" r:id="rId3"/>
    <p:sldLayoutId id="2147483973" r:id="rId4"/>
    <p:sldLayoutId id="2147483974" r:id="rId5"/>
    <p:sldLayoutId id="2147483975" r:id="rId6"/>
    <p:sldLayoutId id="2147483976" r:id="rId7"/>
    <p:sldLayoutId id="2147483977" r:id="rId8"/>
    <p:sldLayoutId id="2147483978" r:id="rId9"/>
    <p:sldLayoutId id="2147483979" r:id="rId10"/>
    <p:sldLayoutId id="2147483980" r:id="rId11"/>
    <p:sldLayoutId id="2147483981" r:id="rId12"/>
    <p:sldLayoutId id="2147483982" r:id="rId13"/>
    <p:sldLayoutId id="2147483983" r:id="rId14"/>
    <p:sldLayoutId id="2147483984" r:id="rId15"/>
    <p:sldLayoutId id="2147483985" r:id="rId16"/>
    <p:sldLayoutId id="2147483986" r:id="rId17"/>
    <p:sldLayoutId id="2147483987" r:id="rId18"/>
    <p:sldLayoutId id="2147483988" r:id="rId19"/>
    <p:sldLayoutId id="214748398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C764DE79-268F-4C1A-8933-263129D2AF90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R" panose="00020600040101010101" charset="-122"/>
              </a:defRPr>
            </a:lvl1pPr>
          </a:lstStyle>
          <a:p>
            <a:fld id="{48F63A3B-78C7-47BE-AE5E-E10140E04643}" type="slidenum">
              <a:rPr lang="en-US" smtClean="0"/>
            </a:fld>
            <a:endParaRPr lang="en-US" dirty="0"/>
          </a:p>
        </p:txBody>
      </p:sp>
      <p:sp>
        <p:nvSpPr>
          <p:cNvPr id="7" name="六边形 6"/>
          <p:cNvSpPr/>
          <p:nvPr userDrawn="1"/>
        </p:nvSpPr>
        <p:spPr>
          <a:xfrm rot="5400000">
            <a:off x="3779835" y="2429462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2"/>
            <a:ext cx="429253" cy="370047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  <p:sldLayoutId id="2147483992" r:id="rId2"/>
    <p:sldLayoutId id="2147483993" r:id="rId3"/>
    <p:sldLayoutId id="2147483994" r:id="rId4"/>
    <p:sldLayoutId id="2147483995" r:id="rId5"/>
    <p:sldLayoutId id="2147483996" r:id="rId6"/>
    <p:sldLayoutId id="2147483997" r:id="rId7"/>
    <p:sldLayoutId id="2147483998" r:id="rId8"/>
    <p:sldLayoutId id="2147483999" r:id="rId9"/>
    <p:sldLayoutId id="2147484000" r:id="rId10"/>
    <p:sldLayoutId id="2147484001" r:id="rId11"/>
    <p:sldLayoutId id="214748400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阿里巴巴普惠体 R" panose="00020600040101010101" charset="-122"/>
          <a:ea typeface="阿里巴巴普惠体 R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 R" panose="00020600040101010101" charset="-122"/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06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  <p:sldLayoutId id="2147484022" r:id="rId17"/>
    <p:sldLayoutId id="2147484023" r:id="rId18"/>
    <p:sldLayoutId id="2147484024" r:id="rId19"/>
    <p:sldLayoutId id="2147484025" r:id="rId20"/>
    <p:sldLayoutId id="2147484026" r:id="rId2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  <a:endPara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 R" panose="00020600040101010101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E0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400" dirty="0">
                <a:ea typeface="阿里巴巴普惠体 R" panose="00020600040101010101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E0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3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ea typeface="阿里巴巴普惠体 R" panose="00020600040101010101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7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46" r:id="rId13"/>
    <p:sldLayoutId id="2147484047" r:id="rId14"/>
    <p:sldLayoutId id="2147484048" r:id="rId15"/>
    <p:sldLayoutId id="2147484049" r:id="rId16"/>
    <p:sldLayoutId id="2147484050" r:id="rId17"/>
    <p:sldLayoutId id="214748405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400" dirty="0"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30" y="2458685"/>
            <a:ext cx="474473" cy="474473"/>
          </a:xfrm>
          <a:prstGeom prst="ellipse">
            <a:avLst/>
          </a:prstGeom>
          <a:solidFill>
            <a:srgbClr val="0067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 sz="1800" dirty="0">
              <a:latin typeface="阿里巴巴普惠体 R" panose="00020600040101010101" charset="-122"/>
              <a:ea typeface="阿里巴巴普惠体 R" panose="00020600040101010101" charset="-122"/>
            </a:endParaRPr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Arial" panose="020B060402020209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阿里巴巴普惠体 R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16810" y="2333176"/>
            <a:ext cx="233910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  <a:endParaRPr lang="zh-CN" altLang="en-US" sz="4200" b="1" i="0" dirty="0">
              <a:latin typeface="阿里巴巴普惠体 B" panose="00020600040101010101" pitchFamily="18" charset="-122"/>
              <a:ea typeface="阿里巴巴普惠体 B" panose="00020600040101010101" pitchFamily="18" charset="-122"/>
              <a:cs typeface="阿里巴巴普惠体 B" panose="00020600040101010101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3" y="2983480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 R" panose="00020600040101010101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2"/>
            <a:ext cx="406391" cy="40639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7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9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charset="-122"/>
          <a:ea typeface="阿里巴巴普惠体 R" panose="00020600040101010101" charset="-122"/>
          <a:cs typeface="阿里巴巴普惠体 R" panose="00020600040101010101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59" r:id="rId1"/>
    <p:sldLayoutId id="2147484060" r:id="rId2"/>
    <p:sldLayoutId id="2147484061" r:id="rId3"/>
    <p:sldLayoutId id="2147484062" r:id="rId4"/>
    <p:sldLayoutId id="2147484063" r:id="rId5"/>
    <p:sldLayoutId id="2147484064" r:id="rId6"/>
    <p:sldLayoutId id="2147484065" r:id="rId7"/>
    <p:sldLayoutId id="2147484066" r:id="rId8"/>
    <p:sldLayoutId id="2147484067" r:id="rId9"/>
    <p:sldLayoutId id="2147484068" r:id="rId10"/>
    <p:sldLayoutId id="2147484069" r:id="rId11"/>
    <p:sldLayoutId id="2147484070" r:id="rId12"/>
    <p:sldLayoutId id="2147484071" r:id="rId13"/>
    <p:sldLayoutId id="2147484072" r:id="rId14"/>
    <p:sldLayoutId id="2147484073" r:id="rId15"/>
    <p:sldLayoutId id="2147484074" r:id="rId16"/>
    <p:sldLayoutId id="2147484075" r:id="rId17"/>
    <p:sldLayoutId id="2147484076" r:id="rId18"/>
    <p:sldLayoutId id="2147484077" r:id="rId19"/>
    <p:sldLayoutId id="2147484078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2" y="6786000"/>
            <a:ext cx="1301749" cy="72000"/>
          </a:xfrm>
          <a:prstGeom prst="rect">
            <a:avLst/>
          </a:prstGeom>
          <a:solidFill>
            <a:srgbClr val="DE001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2" y="6786000"/>
            <a:ext cx="10818284" cy="72000"/>
          </a:xfrm>
          <a:prstGeom prst="rect">
            <a:avLst/>
          </a:prstGeom>
          <a:solidFill>
            <a:srgbClr val="0067E1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itchFamily="2" charset="-122"/>
              </a:defRPr>
            </a:lvl9pPr>
          </a:lstStyle>
          <a:p>
            <a:pPr>
              <a:buFont typeface="阿里巴巴普惠体" panose="00020600040101010101" pitchFamily="18" charset="-122"/>
              <a:buNone/>
              <a:defRPr/>
            </a:pPr>
            <a:endParaRPr lang="zh-CN" altLang="en-US" sz="2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1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1" y="420997"/>
            <a:ext cx="224591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0067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8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pic>
        <p:nvPicPr>
          <p:cNvPr id="5" name="图片 4" descr="文本, 徽标&#10;&#10;描述已自动生成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8492" y="150228"/>
            <a:ext cx="1636408" cy="6136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80" r:id="rId1"/>
    <p:sldLayoutId id="2147484081" r:id="rId2"/>
    <p:sldLayoutId id="2147484082" r:id="rId3"/>
    <p:sldLayoutId id="2147484083" r:id="rId4"/>
    <p:sldLayoutId id="2147484084" r:id="rId5"/>
    <p:sldLayoutId id="2147484085" r:id="rId6"/>
    <p:sldLayoutId id="2147484086" r:id="rId7"/>
    <p:sldLayoutId id="2147484087" r:id="rId8"/>
    <p:sldLayoutId id="2147484088" r:id="rId9"/>
    <p:sldLayoutId id="2147484089" r:id="rId10"/>
    <p:sldLayoutId id="2147484090" r:id="rId11"/>
    <p:sldLayoutId id="2147484091" r:id="rId12"/>
    <p:sldLayoutId id="2147484092" r:id="rId13"/>
    <p:sldLayoutId id="2147484093" r:id="rId14"/>
    <p:sldLayoutId id="2147484094" r:id="rId15"/>
    <p:sldLayoutId id="2147484095" r:id="rId16"/>
    <p:sldLayoutId id="2147484096" r:id="rId17"/>
    <p:sldLayoutId id="2147484097" r:id="rId18"/>
    <p:sldLayoutId id="2147484098" r:id="rId19"/>
    <p:sldLayoutId id="2147484099" r:id="rId2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45.xml"/><Relationship Id="rId1" Type="http://schemas.openxmlformats.org/officeDocument/2006/relationships/hyperlink" Target="https://my.feishu.cn/file/SYy4b9k5Bo5XsPxGN2Gchow2nL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45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45.xml"/><Relationship Id="rId2" Type="http://schemas.openxmlformats.org/officeDocument/2006/relationships/hyperlink" Target="https://feishu.doubao.com/drive/file/VJ6ibEP0gorNwIxbHt4cLthBnNf" TargetMode="External"/><Relationship Id="rId1" Type="http://schemas.openxmlformats.org/officeDocument/2006/relationships/hyperlink" Target="asserts/02-resume-first.png" TargetMode="Externa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45.xml"/><Relationship Id="rId2" Type="http://schemas.openxmlformats.org/officeDocument/2006/relationships/image" Target="../media/image14.png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345.xml"/><Relationship Id="rId2" Type="http://schemas.openxmlformats.org/officeDocument/2006/relationships/tags" Target="../tags/tag2.xml"/><Relationship Id="rId1" Type="http://schemas.openxmlformats.org/officeDocument/2006/relationships/hyperlink" Target="https://feishu.doubao.com/drive/file/AGElbIbaHoMK3dxLW7VcIJ63n5d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4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45.xml"/><Relationship Id="rId1" Type="http://schemas.openxmlformats.org/officeDocument/2006/relationships/hyperlink" Target="https://panda.web.zltest.online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4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45.xml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345.xml"/><Relationship Id="rId5" Type="http://schemas.openxmlformats.org/officeDocument/2006/relationships/hyperlink" Target="https://bryantcodes.art/" TargetMode="External"/><Relationship Id="rId4" Type="http://schemas.openxmlformats.org/officeDocument/2006/relationships/tags" Target="../tags/tag4.xml"/><Relationship Id="rId3" Type="http://schemas.openxmlformats.org/officeDocument/2006/relationships/hyperlink" Target="https://oninross.github.io/infinite-imaginations/#/achievements/" TargetMode="External"/><Relationship Id="rId2" Type="http://schemas.openxmlformats.org/officeDocument/2006/relationships/tags" Target="../tags/tag3.xml"/><Relationship Id="rId1" Type="http://schemas.openxmlformats.org/officeDocument/2006/relationships/hyperlink" Target="https://peteroravec.com/" TargetMode="Externa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345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45.xml"/><Relationship Id="rId1" Type="http://schemas.openxmlformats.org/officeDocument/2006/relationships/hyperlink" Target="https://panda.show.zltest.online/" TargetMode="Externa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345.xml"/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3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3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28470" y="2270125"/>
            <a:ext cx="9299575" cy="1158875"/>
          </a:xfrm>
        </p:spPr>
        <p:txBody>
          <a:bodyPr/>
          <a:lstStyle/>
          <a:p>
            <a:r>
              <a:rPr lang="zh-CN" altLang="en-US" sz="2400" b="1">
                <a:sym typeface="+mn-ea"/>
              </a:rPr>
              <a:t>Vibe Coding  · 提升</a:t>
            </a:r>
            <a:r>
              <a:rPr lang="zh-CN" altLang="en-US" sz="2400" b="1">
                <a:sym typeface="+mn-ea"/>
              </a:rPr>
              <a:t>审美</a:t>
            </a:r>
            <a:endParaRPr lang="zh-CN" altLang="en-US" sz="2400" b="1"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锚点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420870" y="2894965"/>
            <a:ext cx="7590155" cy="18681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3200" b="1"/>
              <a:t>“好作品不是想出来的，是复刻出来的”</a:t>
            </a:r>
            <a:endParaRPr lang="zh-CN" altLang="en-US" sz="32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02270" y="293719"/>
            <a:ext cx="8771021" cy="517190"/>
          </a:xfrm>
        </p:spPr>
        <p:txBody>
          <a:bodyPr/>
          <a:lstStyle/>
          <a:p>
            <a:r>
              <a:rPr lang="zh-CN" altLang="en-US" sz="2800" b="1"/>
              <a:t>这份简历能挂在网上？</a:t>
            </a:r>
            <a:endParaRPr lang="zh-CN" altLang="en-US" sz="2800" b="1"/>
          </a:p>
        </p:txBody>
      </p:sp>
      <p:sp>
        <p:nvSpPr>
          <p:cNvPr id="21" name="文本框 20"/>
          <p:cNvSpPr txBox="1"/>
          <p:nvPr/>
        </p:nvSpPr>
        <p:spPr>
          <a:xfrm>
            <a:off x="831685" y="2067323"/>
            <a:ext cx="13410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pic>
        <p:nvPicPr>
          <p:cNvPr id="1011" name="Picture 1010" descr="ppt素材_02_简历网页_v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2970" y="1401445"/>
            <a:ext cx="7207250" cy="4055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4865624" y="2993390"/>
            <a:ext cx="6583680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怎么提升简历的美感</a:t>
            </a:r>
            <a:r>
              <a:rPr lang="zh-CN" altLang="en-US" sz="2400" b="1"/>
              <a:t>呢？</a:t>
            </a:r>
            <a:endParaRPr lang="zh-CN" altLang="en-US" sz="2400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第一步：先让它见过好的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0</a:t>
            </a:r>
            <a:r>
              <a:rPr lang="en-US" altLang="zh-CN" sz="1800"/>
              <a:t>5</a:t>
            </a:r>
            <a:endParaRPr lang="en-US" altLang="zh-CN" sz="1800"/>
          </a:p>
        </p:txBody>
      </p:sp>
      <p:sp>
        <p:nvSpPr>
          <p:cNvPr id="5" name="TextBox 4"/>
          <p:cNvSpPr txBox="1"/>
          <p:nvPr/>
        </p:nvSpPr>
        <p:spPr>
          <a:xfrm>
            <a:off x="3187065" y="4196080"/>
            <a:ext cx="704088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①要复刻，先得有"好的"可以复刻。</a:t>
            </a:r>
            <a:r>
              <a:rPr lang="en-US" altLang="zh-CN" sz="2200" b="0"/>
              <a:t> --- </a:t>
            </a:r>
            <a:r>
              <a:rPr lang="zh-CN" altLang="en-US" sz="2200" b="0"/>
              <a:t>最佳</a:t>
            </a:r>
            <a:r>
              <a:rPr lang="zh-CN" altLang="en-US" sz="2200" b="0"/>
              <a:t>实践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为什么不能凭空让 AI 做？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①因为它没见过，它就瞎编。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②你说"做个好看的网页"，它不知道你说的"好看"是什么。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③所以第一步，不是写，是看。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矩形 15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基线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>
                <a:sym typeface="+mn-ea"/>
              </a:rPr>
              <a:t>第一部分：建立审美—AI 做简历</a:t>
            </a:r>
            <a:endParaRPr lang="zh-CN"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09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74315" y="2463165"/>
            <a:ext cx="44735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linkClick r:id="rId1" action="ppaction://hlinkfile"/>
              </a:rPr>
              <a:t>传统简历</a:t>
            </a:r>
            <a:endParaRPr lang="zh-CN" altLang="en-US" sz="60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658485" y="4005580"/>
            <a:ext cx="48298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在</a:t>
            </a:r>
            <a:r>
              <a:rPr lang="en-US" altLang="zh-CN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AI</a:t>
            </a:r>
            <a:r>
              <a:rPr lang="zh-CN" altLang="en-US" sz="3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lumMod val="40000"/>
                    <a:lumOff val="60000"/>
                  </a:schemeClr>
                </a:solidFill>
                <a:effectLst/>
              </a:rPr>
              <a:t>时代，有哪些缺点？</a:t>
            </a:r>
            <a:endParaRPr lang="zh-CN" altLang="en-US" sz="3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失败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2625" b="1">
                <a:solidFill>
                  <a:srgbClr val="18212B"/>
                </a:solidFill>
              </a:rPr>
              <a:t>第一步</a:t>
            </a:r>
            <a:r>
              <a:rPr sz="2625" b="1">
                <a:solidFill>
                  <a:srgbClr val="18212B"/>
                </a:solidFill>
              </a:rPr>
              <a:t>：把简历直接交给 AI</a:t>
            </a:r>
            <a:r>
              <a:rPr lang="en-US">
                <a:sym typeface="+mn-ea"/>
              </a:rPr>
              <a:t>(</a:t>
            </a:r>
            <a:r>
              <a:rPr lang="zh-CN" altLang="en-US">
                <a:sym typeface="+mn-ea"/>
              </a:rPr>
              <a:t>腾讯元宝</a:t>
            </a:r>
            <a:r>
              <a:rPr lang="en-US">
                <a:sym typeface="+mn-ea"/>
              </a:rPr>
              <a:t>)</a:t>
            </a:r>
            <a:endParaRPr lang="en-US" b="1">
              <a:solidFill>
                <a:srgbClr val="18212B"/>
              </a:solidFill>
            </a:endParaRPr>
          </a:p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080" y="1325880"/>
            <a:ext cx="10041890" cy="5232400"/>
          </a:xfrm>
          <a:prstGeom prst="roundRect">
            <a:avLst>
              <a:gd name="adj" fmla="val 3077"/>
            </a:avLst>
          </a:prstGeom>
        </p:spPr>
      </p:pic>
      <p:sp>
        <p:nvSpPr>
          <p:cNvPr id="10" name="矩形 9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10</a:t>
            </a:r>
            <a:endParaRPr sz="1050" b="0">
              <a:solidFill>
                <a:srgbClr val="5E6B7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失败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2625" b="1">
                <a:solidFill>
                  <a:srgbClr val="18212B"/>
                </a:solidFill>
              </a:rPr>
              <a:t>第一次尝试</a:t>
            </a:r>
            <a:r>
              <a:rPr sz="2625" b="1">
                <a:solidFill>
                  <a:srgbClr val="18212B"/>
                </a:solidFill>
              </a:rPr>
              <a:t>：把简历直接交给 AI</a:t>
            </a:r>
            <a:endParaRPr lang="en-US"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10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8" name="文本框 7">
            <a:hlinkClick r:id="rId1" action="ppaction://hlinkfile"/>
          </p:cNvPr>
          <p:cNvSpPr txBox="1"/>
          <p:nvPr/>
        </p:nvSpPr>
        <p:spPr>
          <a:xfrm>
            <a:off x="2351405" y="2277110"/>
            <a:ext cx="3397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linkClick r:id="rId2" action="ppaction://hlinkfile"/>
              </a:rPr>
              <a:t>第一版</a:t>
            </a:r>
            <a:endParaRPr lang="zh-CN" altLang="en-US" sz="3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20640" y="3357245"/>
            <a:ext cx="55118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 b="1"/>
              <a:t>如果让你来改，应该怎么改呢？</a:t>
            </a:r>
            <a:endParaRPr lang="zh-CN" altLang="en-US" sz="3200" b="1"/>
          </a:p>
        </p:txBody>
      </p:sp>
      <p:sp>
        <p:nvSpPr>
          <p:cNvPr id="6" name="文本框 5"/>
          <p:cNvSpPr txBox="1"/>
          <p:nvPr/>
        </p:nvSpPr>
        <p:spPr>
          <a:xfrm>
            <a:off x="6099810" y="4437380"/>
            <a:ext cx="453263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rgbClr val="FF0000"/>
                </a:solidFill>
              </a:rPr>
              <a:t>可交互</a:t>
            </a:r>
            <a:endParaRPr lang="zh-CN" altLang="en-US" sz="4800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迭代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第二次尝试：增加交互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13</a:t>
            </a:r>
            <a:endParaRPr sz="1050" b="0">
              <a:solidFill>
                <a:srgbClr val="5E6B78"/>
              </a:solidFill>
            </a:endParaRPr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58925" y="1346200"/>
            <a:ext cx="9833610" cy="51320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迭代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第二次尝试：增加交互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316220" y="3573145"/>
            <a:ext cx="6515735" cy="6838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650" b="1">
                <a:solidFill>
                  <a:srgbClr val="F28B3C"/>
                </a:solidFill>
              </a:defRPr>
            </a:pPr>
            <a:r>
              <a:rPr sz="3200">
                <a:solidFill>
                  <a:srgbClr val="F28B3C"/>
                </a:solidFill>
              </a:rPr>
              <a:t>比长页面更进一步，但仍然不</a:t>
            </a:r>
            <a:r>
              <a:rPr lang="zh-CN" sz="3200">
                <a:solidFill>
                  <a:srgbClr val="F28B3C"/>
                </a:solidFill>
              </a:rPr>
              <a:t>满意</a:t>
            </a:r>
            <a:endParaRPr lang="zh-CN" sz="3200">
              <a:solidFill>
                <a:srgbClr val="F28B3C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13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6" name="文本框 5">
            <a:hlinkClick r:id="rId1" action="ppaction://hlinkfile"/>
          </p:cNvPr>
          <p:cNvSpPr txBox="1"/>
          <p:nvPr>
            <p:custDataLst>
              <p:tags r:id="rId2"/>
            </p:custDataLst>
          </p:nvPr>
        </p:nvSpPr>
        <p:spPr>
          <a:xfrm>
            <a:off x="2051050" y="2996565"/>
            <a:ext cx="33972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linkClick r:id="rId1" action="ppaction://hlinkfile"/>
              </a:rPr>
              <a:t>第</a:t>
            </a:r>
            <a:r>
              <a:rPr lang="zh-CN" altLang="en-US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linkClick r:id="rId1" action="ppaction://hlinkfile"/>
              </a:rPr>
              <a:t>二版</a:t>
            </a:r>
            <a:endParaRPr lang="zh-CN" altLang="en-US" sz="3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简历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第一部分：建立审美—AI 做简历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08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03070" y="2203450"/>
            <a:ext cx="8439150" cy="247523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4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怎么办</a:t>
            </a:r>
            <a:r>
              <a:rPr lang="zh-CN" altLang="en-US" sz="4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呢？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6311900" y="2708910"/>
            <a:ext cx="42170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  <a:alpha val="30000"/>
                    </a:srgbClr>
                  </a:outerShdw>
                </a:effectLst>
              </a:rPr>
              <a:t>到此结束？</a:t>
            </a:r>
            <a:r>
              <a:rPr lang="en-US" altLang="zh-CN" sz="36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  <a:alpha val="30000"/>
                    </a:srgbClr>
                  </a:outerShdw>
                </a:effectLst>
              </a:rPr>
              <a:t>AI</a:t>
            </a:r>
            <a:r>
              <a:rPr lang="zh-CN" altLang="en-US" sz="360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  <a:alpha val="30000"/>
                    </a:srgbClr>
                  </a:outerShdw>
                </a:effectLst>
              </a:rPr>
              <a:t>不行！</a:t>
            </a:r>
            <a:endParaRPr lang="zh-CN" altLang="en-US" sz="360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  <a:alpha val="3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迭代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第</a:t>
            </a:r>
            <a:r>
              <a:rPr lang="zh-CN" sz="2625" b="1">
                <a:solidFill>
                  <a:srgbClr val="18212B"/>
                </a:solidFill>
              </a:rPr>
              <a:t>三</a:t>
            </a:r>
            <a:r>
              <a:rPr sz="2625" b="1">
                <a:solidFill>
                  <a:srgbClr val="18212B"/>
                </a:solidFill>
              </a:rPr>
              <a:t>次尝试：</a:t>
            </a:r>
            <a:r>
              <a:rPr lang="zh-CN" sz="2625" b="1">
                <a:solidFill>
                  <a:srgbClr val="18212B"/>
                </a:solidFill>
              </a:rPr>
              <a:t>换工具</a:t>
            </a:r>
            <a:r>
              <a:rPr lang="en-US" altLang="zh-CN" sz="2625" b="1">
                <a:solidFill>
                  <a:srgbClr val="18212B"/>
                </a:solidFill>
              </a:rPr>
              <a:t>(codex)</a:t>
            </a:r>
            <a:endParaRPr lang="en-US" altLang="zh-CN"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13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02815" y="2599055"/>
            <a:ext cx="33166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  <a:hlinkClick r:id="rId1" action="ppaction://hlinkfile"/>
              </a:rPr>
              <a:t>第三版</a:t>
            </a:r>
            <a:endParaRPr lang="zh-CN" altLang="en-US" sz="36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020310" y="3710305"/>
            <a:ext cx="61753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稍微工具一换，结果发生了翻天覆地的变化！</a:t>
            </a:r>
            <a:endParaRPr lang="zh-CN" altLang="en-US" sz="24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159375" y="4797425"/>
            <a:ext cx="58064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  <a:alpha val="43000"/>
                    </a:srgbClr>
                  </a:outerShdw>
                </a:effectLst>
              </a:rPr>
              <a:t>从做一个简历而言，这样真的好么？</a:t>
            </a:r>
            <a:endParaRPr lang="zh-CN" altLang="en-US" sz="280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9" grpId="1"/>
      <p:bldP spid="20" grpId="0"/>
      <p:bldP spid="2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简历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第一部分：建立审美—AI 做简历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08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68705" y="2152650"/>
            <a:ext cx="9679305" cy="2475230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4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工具也换了，还是</a:t>
            </a:r>
            <a:r>
              <a:rPr lang="zh-CN" altLang="en-US" sz="4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不合适，下面应该怎么办</a:t>
            </a:r>
            <a:r>
              <a:rPr lang="zh-CN" altLang="en-US" sz="480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  <a:alpha val="40000"/>
                    </a:schemeClr>
                  </a:outerShdw>
                </a:effectLst>
              </a:rPr>
              <a:t>呢？</a:t>
            </a:r>
            <a:endParaRPr lang="zh-CN" altLang="en-US" sz="16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悬念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换 AI，为什么结果仍然</a:t>
            </a:r>
            <a:r>
              <a:rPr lang="zh-CN" sz="2625" b="1">
                <a:solidFill>
                  <a:srgbClr val="18212B"/>
                </a:solidFill>
              </a:rPr>
              <a:t>不满意</a:t>
            </a:r>
            <a:r>
              <a:rPr sz="2625" b="1">
                <a:solidFill>
                  <a:srgbClr val="18212B"/>
                </a:solidFill>
              </a:rPr>
              <a:t>？</a:t>
            </a:r>
            <a:endParaRPr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80975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F28B3C"/>
                </a:solidFill>
              </a:defRPr>
            </a:pPr>
            <a:r>
              <a:rPr sz="2700" b="1">
                <a:solidFill>
                  <a:srgbClr val="F28B3C"/>
                </a:solidFill>
              </a:rPr>
              <a:t>工具变了，评价标准没有变。</a:t>
            </a:r>
            <a:endParaRPr sz="2700" b="1">
              <a:solidFill>
                <a:srgbClr val="F28B3C"/>
              </a:solidFill>
            </a:endParaRPr>
          </a:p>
        </p:txBody>
      </p:sp>
      <p:sp>
        <p:nvSpPr>
          <p:cNvPr id="6" name="圆角矩形 5"/>
          <p:cNvSpPr>
            <a:spLocks noGrp="1"/>
          </p:cNvSpPr>
          <p:nvPr/>
        </p:nvSpPr>
        <p:spPr>
          <a:xfrm>
            <a:off x="952500" y="3143250"/>
            <a:ext cx="4476750" cy="1428750"/>
          </a:xfrm>
          <a:prstGeom prst="roundRect">
            <a:avLst>
              <a:gd name="adj" fmla="val 12000"/>
            </a:avLst>
          </a:prstGeom>
          <a:solidFill>
            <a:srgbClr val="17324D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1333500" y="3467100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更高级一点</a:t>
            </a:r>
            <a:endParaRPr sz="2250" b="1">
              <a:solidFill>
                <a:srgbClr val="FFFFFF"/>
              </a:solidFill>
            </a:endParaRPr>
          </a:p>
          <a:p>
            <a:pPr algn="ctr">
              <a:lnSpc>
                <a:spcPct val="112000"/>
              </a:lnSpc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更有创意一点</a:t>
            </a:r>
            <a:endParaRPr sz="2250" b="1">
              <a:solidFill>
                <a:srgbClr val="FFFFFF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667500" y="3143250"/>
            <a:ext cx="4476750" cy="1428750"/>
          </a:xfrm>
          <a:prstGeom prst="roundRect">
            <a:avLst>
              <a:gd name="adj" fmla="val 12000"/>
            </a:avLst>
          </a:prstGeom>
          <a:solidFill>
            <a:srgbClr val="FFF4C9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7048500" y="3467100"/>
            <a:ext cx="3714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lnSpc>
                <a:spcPct val="112000"/>
              </a:lnSpc>
              <a:buNone/>
              <a:defRPr sz="2250" b="1">
                <a:solidFill>
                  <a:srgbClr val="18212B"/>
                </a:solidFill>
              </a:defRPr>
            </a:pPr>
            <a:r>
              <a:rPr sz="2250" b="1">
                <a:solidFill>
                  <a:srgbClr val="18212B"/>
                </a:solidFill>
              </a:rPr>
              <a:t>AI不知道</a:t>
            </a:r>
            <a:endParaRPr sz="2250" b="1">
              <a:solidFill>
                <a:srgbClr val="18212B"/>
              </a:solidFill>
            </a:endParaRPr>
          </a:p>
          <a:p>
            <a:pPr algn="ctr">
              <a:lnSpc>
                <a:spcPct val="112000"/>
              </a:lnSpc>
              <a:buNone/>
              <a:defRPr sz="2250" b="1">
                <a:solidFill>
                  <a:srgbClr val="18212B"/>
                </a:solidFill>
              </a:defRPr>
            </a:pPr>
            <a:r>
              <a:rPr sz="2250" b="1">
                <a:solidFill>
                  <a:srgbClr val="18212B"/>
                </a:solidFill>
              </a:rPr>
              <a:t>“好”长什么样</a:t>
            </a:r>
            <a:endParaRPr sz="2250" b="1">
              <a:solidFill>
                <a:srgbClr val="18212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14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791585" y="5157470"/>
            <a:ext cx="5165725" cy="6451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3600" b="1">
                <a:solidFill>
                  <a:schemeClr val="accent4"/>
                </a:solidFill>
                <a:effectLst/>
              </a:rPr>
              <a:t>如何让</a:t>
            </a:r>
            <a:r>
              <a:rPr lang="en-US" altLang="zh-CN" sz="3600" b="1">
                <a:solidFill>
                  <a:schemeClr val="accent4"/>
                </a:solidFill>
                <a:effectLst/>
              </a:rPr>
              <a:t>AI</a:t>
            </a:r>
            <a:r>
              <a:rPr lang="zh-CN" altLang="en-US" sz="3600" b="1">
                <a:solidFill>
                  <a:schemeClr val="accent4"/>
                </a:solidFill>
                <a:effectLst/>
              </a:rPr>
              <a:t>知道好呢？</a:t>
            </a:r>
            <a:endParaRPr lang="zh-CN" altLang="en-US" sz="3600" b="1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  <p:bldP spid="9" grpId="0"/>
      <p:bldP spid="9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悬念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2625" b="1">
                <a:solidFill>
                  <a:srgbClr val="18212B"/>
                </a:solidFill>
              </a:rPr>
              <a:t>调研：提升</a:t>
            </a:r>
            <a:r>
              <a:rPr lang="zh-CN" sz="2625" b="1">
                <a:solidFill>
                  <a:srgbClr val="18212B"/>
                </a:solidFill>
              </a:rPr>
              <a:t>审美</a:t>
            </a:r>
            <a:endParaRPr lang="zh-CN"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11225" y="1809750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F28B3C"/>
                </a:solidFill>
              </a:defRPr>
            </a:pPr>
            <a:r>
              <a:rPr lang="zh-CN" sz="2700" b="1">
                <a:solidFill>
                  <a:srgbClr val="F28B3C"/>
                </a:solidFill>
                <a:hlinkClick r:id="rId1" action="ppaction://hlinkfile"/>
              </a:rPr>
              <a:t>最佳实践</a:t>
            </a:r>
            <a:r>
              <a:rPr lang="en-US" altLang="zh-CN" sz="2700" b="1">
                <a:solidFill>
                  <a:srgbClr val="F28B3C"/>
                </a:solidFill>
                <a:hlinkClick r:id="rId1" action="ppaction://hlinkfile"/>
              </a:rPr>
              <a:t>1</a:t>
            </a:r>
            <a:endParaRPr lang="en-US" altLang="zh-CN" sz="2700" b="1">
              <a:solidFill>
                <a:srgbClr val="F28B3C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14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911225" y="2693035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p>
            <a:pPr algn="l">
              <a:lnSpc>
                <a:spcPct val="112000"/>
              </a:lnSpc>
              <a:buNone/>
              <a:defRPr sz="2700" b="1">
                <a:solidFill>
                  <a:srgbClr val="F28B3C"/>
                </a:solidFill>
              </a:defRPr>
            </a:pPr>
            <a:r>
              <a:rPr lang="zh-CN" sz="2700" b="1">
                <a:solidFill>
                  <a:srgbClr val="F28B3C"/>
                </a:solidFill>
                <a:hlinkClick r:id="rId3" action="ppaction://hlinkfile"/>
              </a:rPr>
              <a:t>最佳实践</a:t>
            </a:r>
            <a:r>
              <a:rPr lang="en-US" altLang="zh-CN" sz="2700" b="1">
                <a:solidFill>
                  <a:srgbClr val="F28B3C"/>
                </a:solidFill>
                <a:hlinkClick r:id="rId3" action="ppaction://hlinkfile"/>
              </a:rPr>
              <a:t>2</a:t>
            </a:r>
            <a:endParaRPr lang="en-US" altLang="zh-CN" sz="2700" b="1">
              <a:solidFill>
                <a:srgbClr val="F28B3C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911225" y="3789045"/>
            <a:ext cx="8001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700" b="1">
                <a:solidFill>
                  <a:srgbClr val="F28B3C"/>
                </a:solidFill>
              </a:defRPr>
            </a:pPr>
            <a:r>
              <a:rPr lang="zh-CN" sz="2700" b="1">
                <a:solidFill>
                  <a:srgbClr val="F28B3C"/>
                </a:solidFill>
                <a:hlinkClick r:id="rId5" action="ppaction://hlinkfile"/>
              </a:rPr>
              <a:t>最佳实践</a:t>
            </a:r>
            <a:r>
              <a:rPr lang="en-US" altLang="zh-CN" sz="2700" b="1">
                <a:solidFill>
                  <a:srgbClr val="F28B3C"/>
                </a:solidFill>
                <a:hlinkClick r:id="rId5" action="ppaction://hlinkfile"/>
              </a:rPr>
              <a:t>3</a:t>
            </a:r>
            <a:endParaRPr lang="en-US" altLang="zh-CN" sz="2700" b="1">
              <a:solidFill>
                <a:srgbClr val="F28B3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12" grpId="0"/>
      <p:bldP spid="12" grpId="1"/>
      <p:bldP spid="13" grpId="0"/>
      <p:bldP spid="1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迭代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sz="2625" b="1">
                <a:solidFill>
                  <a:srgbClr val="18212B"/>
                </a:solidFill>
              </a:rPr>
              <a:t>第</a:t>
            </a:r>
            <a:r>
              <a:rPr lang="zh-CN" sz="2625" b="1">
                <a:solidFill>
                  <a:srgbClr val="18212B"/>
                </a:solidFill>
              </a:rPr>
              <a:t>四</a:t>
            </a:r>
            <a:r>
              <a:rPr sz="2625" b="1">
                <a:solidFill>
                  <a:srgbClr val="18212B"/>
                </a:solidFill>
              </a:rPr>
              <a:t>次尝试：</a:t>
            </a:r>
            <a:r>
              <a:rPr lang="en-US" sz="2625" b="1">
                <a:solidFill>
                  <a:srgbClr val="18212B"/>
                </a:solidFill>
              </a:rPr>
              <a:t>codex</a:t>
            </a:r>
            <a:r>
              <a:rPr lang="zh-CN" altLang="en-US" sz="2625" b="1">
                <a:solidFill>
                  <a:srgbClr val="18212B"/>
                </a:solidFill>
              </a:rPr>
              <a:t>复刻</a:t>
            </a:r>
            <a:endParaRPr lang="zh-CN" altLang="en-US"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13</a:t>
            </a:r>
            <a:endParaRPr sz="1050" b="0">
              <a:solidFill>
                <a:srgbClr val="5E6B78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1504950"/>
            <a:ext cx="9547225" cy="1176655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</p:blipFill>
        <p:spPr>
          <a:xfrm>
            <a:off x="5231570" y="1"/>
            <a:ext cx="7099691" cy="6857999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3"/>
        </p:blipFill>
        <p:spPr>
          <a:xfrm>
            <a:off x="1496695" y="1124585"/>
            <a:ext cx="9046210" cy="5840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参照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2625" b="1">
                <a:solidFill>
                  <a:srgbClr val="18212B"/>
                </a:solidFill>
              </a:rPr>
              <a:t>不停迭代修改</a:t>
            </a:r>
            <a:r>
              <a:rPr lang="zh-CN" sz="2625" b="1">
                <a:solidFill>
                  <a:srgbClr val="18212B"/>
                </a:solidFill>
              </a:rPr>
              <a:t>内容</a:t>
            </a:r>
            <a:endParaRPr lang="zh-CN"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15</a:t>
            </a:r>
            <a:endParaRPr sz="1050" b="0">
              <a:solidFill>
                <a:srgbClr val="5E6B78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83765" y="2550795"/>
            <a:ext cx="71520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hlinkClick r:id="rId1" action="ppaction://hlinkfile"/>
              </a:rPr>
              <a:t>最终效果</a:t>
            </a:r>
            <a:endParaRPr lang="zh-CN" altLang="en-US" sz="4000"/>
          </a:p>
        </p:txBody>
      </p:sp>
      <p:sp>
        <p:nvSpPr>
          <p:cNvPr id="6" name="文本框 5"/>
          <p:cNvSpPr txBox="1"/>
          <p:nvPr/>
        </p:nvSpPr>
        <p:spPr>
          <a:xfrm>
            <a:off x="4668520" y="3856990"/>
            <a:ext cx="632396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p>
            <a:r>
              <a:rPr lang="zh-CN" altLang="en-US" sz="3200" b="1">
                <a:solidFill>
                  <a:schemeClr val="accent4"/>
                </a:solidFill>
                <a:effectLst/>
              </a:rPr>
              <a:t>另一个简历怎么改呢？</a:t>
            </a:r>
            <a:endParaRPr lang="zh-CN" altLang="en-US" sz="3200" b="1">
              <a:solidFill>
                <a:schemeClr val="accent4"/>
              </a:solidFill>
              <a:effectLst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37B7B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1125" b="1">
                <a:solidFill>
                  <a:srgbClr val="37B7B0"/>
                </a:solidFill>
              </a:defRPr>
            </a:pPr>
            <a:r>
              <a:rPr sz="1125" b="1">
                <a:solidFill>
                  <a:srgbClr val="37B7B0"/>
                </a:solidFill>
              </a:rPr>
              <a:t>案例一 / 简历</a:t>
            </a:r>
            <a:endParaRPr sz="1125" b="1">
              <a:solidFill>
                <a:srgbClr val="37B7B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64770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lnSpc>
                <a:spcPct val="112000"/>
              </a:lnSpc>
              <a:buNone/>
              <a:defRPr sz="2625" b="1">
                <a:solidFill>
                  <a:srgbClr val="18212B"/>
                </a:solidFill>
              </a:defRPr>
            </a:pPr>
            <a:r>
              <a:rPr lang="zh-CN" sz="2625" b="1">
                <a:solidFill>
                  <a:srgbClr val="18212B"/>
                </a:solidFill>
              </a:rPr>
              <a:t>第五次尝试</a:t>
            </a:r>
            <a:r>
              <a:rPr sz="2625" b="1">
                <a:solidFill>
                  <a:srgbClr val="18212B"/>
                </a:solidFill>
              </a:rPr>
              <a:t>：</a:t>
            </a:r>
            <a:r>
              <a:rPr lang="zh-CN" sz="2625" b="1">
                <a:solidFill>
                  <a:srgbClr val="18212B"/>
                </a:solidFill>
              </a:rPr>
              <a:t>游戏化</a:t>
            </a:r>
            <a:r>
              <a:rPr lang="zh-CN" sz="2625" b="1">
                <a:solidFill>
                  <a:srgbClr val="18212B"/>
                </a:solidFill>
              </a:rPr>
              <a:t>效果</a:t>
            </a:r>
            <a:endParaRPr lang="zh-CN" sz="2625" b="1">
              <a:solidFill>
                <a:srgbClr val="18212B"/>
              </a:solidFill>
            </a:endParaRPr>
          </a:p>
        </p:txBody>
      </p:sp>
      <p:sp>
        <p:nvSpPr>
          <p:cNvPr id="4" name="直接连接符 3"/>
          <p:cNvSpPr>
            <a:spLocks noGrp="1"/>
          </p:cNvSpPr>
          <p:nvPr/>
        </p:nvSpPr>
        <p:spPr>
          <a:xfrm>
            <a:off x="685800" y="1352550"/>
            <a:ext cx="10820400" cy="0"/>
          </a:xfrm>
          <a:prstGeom prst="line">
            <a:avLst/>
          </a:prstGeom>
          <a:noFill/>
          <a:ln w="9525">
            <a:solidFill>
              <a:srgbClr val="DFE5E8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953750" y="6419850"/>
            <a:ext cx="5524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lnSpc>
                <a:spcPct val="112000"/>
              </a:lnSpc>
              <a:buNone/>
              <a:defRPr sz="1050" b="0">
                <a:solidFill>
                  <a:srgbClr val="5E6B78"/>
                </a:solidFill>
              </a:defRPr>
            </a:pPr>
            <a:r>
              <a:rPr sz="1050" b="0">
                <a:solidFill>
                  <a:srgbClr val="5E6B78"/>
                </a:solidFill>
              </a:rPr>
              <a:t>08</a:t>
            </a:r>
            <a:endParaRPr sz="1050" b="0">
              <a:solidFill>
                <a:srgbClr val="5E6B78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17065"/>
            <a:ext cx="11233785" cy="173545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2"/>
        </p:blipFill>
        <p:spPr>
          <a:xfrm>
            <a:off x="4871525" y="-99059"/>
            <a:ext cx="7099691" cy="6857999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</p:blipFill>
        <p:spPr>
          <a:xfrm>
            <a:off x="1127125" y="781050"/>
            <a:ext cx="9617710" cy="60940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749800" y="2845435"/>
            <a:ext cx="688022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“先让 AI 学最佳实践，再让它干活。”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名词链：最佳实践 → 骨架 → 数据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①最佳实践——让 AI 见过好的。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②骨架——把"好"拆成结构。</a:t>
            </a:r>
            <a:endParaRPr lang="zh-CN" altLang="en-US" sz="2000" b="0"/>
          </a:p>
        </p:txBody>
      </p:sp>
      <p:sp>
        <p:nvSpPr>
          <p:cNvPr id="63493" name="TextBox 63492"/>
          <p:cNvSpPr txBox="1"/>
          <p:nvPr/>
        </p:nvSpPr>
        <p:spPr>
          <a:xfrm>
            <a:off x="914400" y="250952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③数据——把结构翻译成 4 行字。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/>
              <a:t>记住</a:t>
            </a:r>
            <a:endParaRPr lang="zh-CN" altLang="en-US" b="1"/>
          </a:p>
        </p:txBody>
      </p:sp>
      <p:sp>
        <p:nvSpPr>
          <p:cNvPr id="4" name="TextBox 3"/>
          <p:cNvSpPr txBox="1"/>
          <p:nvPr/>
        </p:nvSpPr>
        <p:spPr>
          <a:xfrm>
            <a:off x="4585335" y="2845435"/>
            <a:ext cx="7226935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/>
              <a:t>“先让 AI 学最佳实践，再让它干活。”</a:t>
            </a:r>
            <a:endParaRPr lang="zh-CN" altLang="en-US" sz="32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232400" y="2380138"/>
            <a:ext cx="6654800" cy="1325563"/>
          </a:xfrm>
        </p:spPr>
        <p:txBody>
          <a:bodyPr>
            <a:normAutofit/>
          </a:bodyPr>
          <a:lstStyle/>
          <a:p>
            <a:r>
              <a:rPr lang="zh-CN" altLang="en-US" sz="2600" b="1"/>
              <a:t>复刻——我干一遍给你们看</a:t>
            </a:r>
            <a:endParaRPr lang="zh-CN" altLang="en-US" sz="2600" b="1"/>
          </a:p>
        </p:txBody>
      </p:sp>
      <p:sp>
        <p:nvSpPr>
          <p:cNvPr id="3" name="内容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1800"/>
              <a:t>27</a:t>
            </a:r>
            <a:endParaRPr lang="zh-CN" altLang="en-US" sz="1800"/>
          </a:p>
        </p:txBody>
      </p:sp>
      <p:sp>
        <p:nvSpPr>
          <p:cNvPr id="5" name="TextBox 4"/>
          <p:cNvSpPr txBox="1"/>
          <p:nvPr/>
        </p:nvSpPr>
        <p:spPr>
          <a:xfrm>
            <a:off x="2560320" y="3931920"/>
            <a:ext cx="7040880" cy="44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200" b="0"/>
              <a:t>①你们只看，不动手。</a:t>
            </a:r>
            <a:endParaRPr lang="zh-CN" altLang="en-US" sz="22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第二问：复刻和抄，区别在哪？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916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①答案：抄是内容一样；复刻是骨架一样，内容是你自己的。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1436557"/>
            <a:ext cx="5760539" cy="4049843"/>
          </a:xfrm>
        </p:spPr>
        <p:txBody>
          <a:bodyPr/>
          <a:lstStyle/>
          <a:p/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91423" tIns="45712" rIns="91423" bIns="45712" numCol="1" anchor="ctr" anchorCtr="0" compatLnSpc="1"/>
          <a:lstStyle/>
          <a:p>
            <a:r>
              <a:rPr lang="zh-CN" altLang="en-US" b="1"/>
              <a:t>想一想</a:t>
            </a:r>
            <a:endParaRPr lang="zh-CN" altLang="en-US" b="1"/>
          </a:p>
        </p:txBody>
      </p:sp>
      <p:sp>
        <p:nvSpPr>
          <p:cNvPr id="22" name="TextBox 21"/>
          <p:cNvSpPr txBox="1"/>
          <p:nvPr/>
        </p:nvSpPr>
        <p:spPr>
          <a:xfrm>
            <a:off x="5129784" y="1554480"/>
            <a:ext cx="6583680" cy="490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/>
              <a:t>第三问：AI 能复刻，靠的是你给的什么？</a:t>
            </a:r>
            <a:endParaRPr lang="zh-CN" altLang="en-US" sz="2400" b="1"/>
          </a:p>
        </p:txBody>
      </p:sp>
      <p:sp>
        <p:nvSpPr>
          <p:cNvPr id="23" name="TextBox 22"/>
          <p:cNvSpPr txBox="1"/>
          <p:nvPr/>
        </p:nvSpPr>
        <p:spPr>
          <a:xfrm>
            <a:off x="5129784" y="220980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①答案：数据——就那 4 行。</a:t>
            </a:r>
            <a:endParaRPr lang="zh-CN" altLang="en-US" sz="2600" b="0"/>
          </a:p>
        </p:txBody>
      </p:sp>
      <p:sp>
        <p:nvSpPr>
          <p:cNvPr id="24" name="TextBox 23"/>
          <p:cNvSpPr txBox="1"/>
          <p:nvPr/>
        </p:nvSpPr>
        <p:spPr>
          <a:xfrm>
            <a:off x="5129784" y="2713990"/>
            <a:ext cx="5760720" cy="50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600" b="0"/>
              <a:t>②你抽得越清楚，它干得越像。</a:t>
            </a:r>
            <a:endParaRPr lang="zh-CN" altLang="en-US" sz="26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2300" y="234029"/>
            <a:ext cx="8771021" cy="517190"/>
          </a:xfrm>
        </p:spPr>
        <p:txBody>
          <a:bodyPr vert="horz" rtlCol="0" anchor="ctr" anchorCtr="0">
            <a:normAutofit/>
          </a:bodyPr>
          <a:lstStyle/>
          <a:p>
            <a:r>
              <a:rPr lang="zh-CN" altLang="en-US" sz="2800" b="1"/>
              <a:t>今天下午前半场，就四步</a:t>
            </a:r>
            <a:endParaRPr lang="zh-CN" altLang="en-US" sz="2800" b="1"/>
          </a:p>
        </p:txBody>
      </p:sp>
      <p:sp>
        <p:nvSpPr>
          <p:cNvPr id="63490" name="TextBox 9"/>
          <p:cNvSpPr txBox="1"/>
          <p:nvPr/>
        </p:nvSpPr>
        <p:spPr>
          <a:xfrm>
            <a:off x="628650" y="973455"/>
            <a:ext cx="2084705" cy="506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en-US" sz="1600" b="1"/>
              <a:t>【内容】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970915" y="1666240"/>
            <a:ext cx="7892415" cy="1060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3" name="文本框 2"/>
          <p:cNvSpPr txBox="1"/>
          <p:nvPr/>
        </p:nvSpPr>
        <p:spPr>
          <a:xfrm>
            <a:off x="874395" y="2110105"/>
            <a:ext cx="6553200" cy="73723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63491" name="TextBox 63490"/>
          <p:cNvSpPr txBox="1"/>
          <p:nvPr/>
        </p:nvSpPr>
        <p:spPr>
          <a:xfrm>
            <a:off x="914400" y="169164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①找最佳实践 → 抽骨架 → 喂数据 → 复刻。</a:t>
            </a:r>
            <a:endParaRPr lang="zh-CN" altLang="en-US" sz="2000" b="0"/>
          </a:p>
        </p:txBody>
      </p:sp>
      <p:sp>
        <p:nvSpPr>
          <p:cNvPr id="63492" name="TextBox 63491"/>
          <p:cNvSpPr txBox="1"/>
          <p:nvPr/>
        </p:nvSpPr>
        <p:spPr>
          <a:xfrm>
            <a:off x="914400" y="2100580"/>
            <a:ext cx="10241280" cy="408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/>
              <a:t>②记住金句：好作品，是复刻出来的。</a:t>
            </a:r>
            <a:endParaRPr lang="zh-CN" alt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COMMONDATA" val="eyJoZGlkIjoiOTA4M2Q2NTllNzY3YjVkNjA3ZGRmODA2Mzc4NDQ2MTEifQ=="/>
  <p:tag name="KSO_WPP_MARK_KEY" val="2982da59-b2b6-4e33-a20c-95c6cec1c99c"/>
  <p:tag name="commondata" val="eyJoZGlkIjoiN2QzODcyNGFhZmEzNjVhZTY5ZjNiMTM1MDZiMzE4OWM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0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1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15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1_章节页版式（一级标题）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16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1_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2_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17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1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2.xml><?xml version="1.0" encoding="utf-8"?>
<a:theme xmlns:a="http://schemas.openxmlformats.org/drawingml/2006/main" name="18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3.xml><?xml version="1.0" encoding="utf-8"?>
<a:theme xmlns:a="http://schemas.openxmlformats.org/drawingml/2006/main" name="19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阿里巴巴普惠体"/>
        <a:ea typeface="阿里巴巴普惠体"/>
        <a:cs typeface=""/>
      </a:majorFont>
      <a:minorFont>
        <a:latin typeface="阿里巴巴普惠体"/>
        <a:ea typeface="阿里巴巴普惠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阿里巴巴普惠体"/>
        <a:ea typeface=""/>
        <a:cs typeface=""/>
        <a:font script="Jpan" typeface="游ゴシック"/>
        <a:font script="Hang" typeface="맑은 고딕"/>
        <a:font script="Hans" typeface="阿里巴巴普惠体"/>
        <a:font script="Hant" typeface="新細明體"/>
        <a:font script="Arab" typeface="阿里巴巴普惠体"/>
        <a:font script="Hebr" typeface="阿里巴巴普惠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阿里巴巴普惠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974</Words>
  <Application>WPS 演示</Application>
  <PresentationFormat>宽屏</PresentationFormat>
  <Paragraphs>199</Paragraphs>
  <Slides>26</Slides>
  <Notes>65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43</vt:i4>
      </vt:variant>
      <vt:variant>
        <vt:lpstr>幻灯片标题</vt:lpstr>
      </vt:variant>
      <vt:variant>
        <vt:i4>26</vt:i4>
      </vt:variant>
    </vt:vector>
  </HeadingPairs>
  <TitlesOfParts>
    <vt:vector size="96" baseType="lpstr">
      <vt:lpstr>Arial</vt:lpstr>
      <vt:lpstr>宋体</vt:lpstr>
      <vt:lpstr>Wingdings</vt:lpstr>
      <vt:lpstr>阿里巴巴普惠体</vt:lpstr>
      <vt:lpstr>Calibri</vt:lpstr>
      <vt:lpstr>Helvetica Neue</vt:lpstr>
      <vt:lpstr>黑体</vt:lpstr>
      <vt:lpstr>汉仪中黑KW</vt:lpstr>
      <vt:lpstr>汉仪书宋二KW</vt:lpstr>
      <vt:lpstr>苹方-简</vt:lpstr>
      <vt:lpstr>阿里巴巴普惠体 R</vt:lpstr>
      <vt:lpstr>阿里巴巴普惠体 M</vt:lpstr>
      <vt:lpstr>Segoe UI Light</vt:lpstr>
      <vt:lpstr>微软雅黑 Light</vt:lpstr>
      <vt:lpstr>阿里巴巴普惠体 B</vt:lpstr>
      <vt:lpstr>Segoe UI</vt:lpstr>
      <vt:lpstr>Verdana</vt:lpstr>
      <vt:lpstr>微软雅黑</vt:lpstr>
      <vt:lpstr>汉仪旗黑</vt:lpstr>
      <vt:lpstr>宋体</vt:lpstr>
      <vt:lpstr>Arial Unicode MS</vt:lpstr>
      <vt:lpstr>等线</vt:lpstr>
      <vt:lpstr>汉仪中等线KW</vt:lpstr>
      <vt:lpstr>等线 Light</vt:lpstr>
      <vt:lpstr>Calibri Light</vt:lpstr>
      <vt:lpstr>黑体</vt:lpstr>
      <vt:lpstr>阿里巴巴普惠体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8_学习目标</vt:lpstr>
      <vt:lpstr>9_学习目标</vt:lpstr>
      <vt:lpstr>10_学习目标</vt:lpstr>
      <vt:lpstr>12_学习目标</vt:lpstr>
      <vt:lpstr>13_学习目标</vt:lpstr>
      <vt:lpstr>14_学习目标</vt:lpstr>
      <vt:lpstr>15_学习目标</vt:lpstr>
      <vt:lpstr>1_正文设计方案</vt:lpstr>
      <vt:lpstr>2_正文设计方案</vt:lpstr>
      <vt:lpstr>3_正文设计方案</vt:lpstr>
      <vt:lpstr>4_正文设计方案</vt:lpstr>
      <vt:lpstr>5_正文设计方案</vt:lpstr>
      <vt:lpstr>6_正文设计方案</vt:lpstr>
      <vt:lpstr>7_正文设计方案</vt:lpstr>
      <vt:lpstr>8_正文设计方案</vt:lpstr>
      <vt:lpstr>9_正文设计方案</vt:lpstr>
      <vt:lpstr>10_正文设计方案</vt:lpstr>
      <vt:lpstr>11_正文设计方案</vt:lpstr>
      <vt:lpstr>12_正文设计方案</vt:lpstr>
      <vt:lpstr>2_学习目标</vt:lpstr>
      <vt:lpstr>13_正文设计方案</vt:lpstr>
      <vt:lpstr>14_正文设计方案</vt:lpstr>
      <vt:lpstr>15_正文设计方案</vt:lpstr>
      <vt:lpstr>1_章节页版式（一级标题）</vt:lpstr>
      <vt:lpstr>3_学习目标</vt:lpstr>
      <vt:lpstr>16_正文设计方案</vt:lpstr>
      <vt:lpstr>1_目录</vt:lpstr>
      <vt:lpstr>2_章节页版式（一级标题）</vt:lpstr>
      <vt:lpstr>4_学习目标</vt:lpstr>
      <vt:lpstr>17_正文设计方案</vt:lpstr>
      <vt:lpstr>5_学习目标</vt:lpstr>
      <vt:lpstr>6_学习目标</vt:lpstr>
      <vt:lpstr>7_学习目标</vt:lpstr>
      <vt:lpstr>18_正文设计方案</vt:lpstr>
      <vt:lpstr>19_正文设计方案</vt:lpstr>
      <vt:lpstr>Vibe Coding  · 提升审美</vt:lpstr>
      <vt:lpstr>锚点</vt:lpstr>
      <vt:lpstr>这份简历能挂在网上？</vt:lpstr>
      <vt:lpstr>想一想</vt:lpstr>
      <vt:lpstr>第一步：先让它见过好的</vt:lpstr>
      <vt:lpstr>为什么不能凭空让 AI 做？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记住</vt:lpstr>
      <vt:lpstr>名词链：最佳实践 → 骨架 → 数据</vt:lpstr>
      <vt:lpstr>记住</vt:lpstr>
      <vt:lpstr>复刻——我干一遍给你们看</vt:lpstr>
      <vt:lpstr>想一想</vt:lpstr>
      <vt:lpstr>想一想</vt:lpstr>
      <vt:lpstr>今天下午前半场，就四步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周磊</cp:lastModifiedBy>
  <cp:revision>855</cp:revision>
  <dcterms:created xsi:type="dcterms:W3CDTF">2026-10-03T05:16:58Z</dcterms:created>
  <dcterms:modified xsi:type="dcterms:W3CDTF">2026-10-03T05:16:58Z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2FBA3DB7156D49D38FE5BF7338882AF3</vt:lpwstr>
  </property>
</Properties>
</file>