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77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4" r:id="rId55"/>
    <p:sldId id="2035" r:id="rId56"/>
    <p:sldId id="2036" r:id="rId57"/>
    <p:sldId id="2037" r:id="rId58"/>
    <p:sldId id="2038" r:id="rId59"/>
    <p:sldId id="2039" r:id="rId60"/>
    <p:sldId id="2040" r:id="rId61"/>
    <p:sldId id="2041" r:id="rId62"/>
    <p:sldId id="2042" r:id="rId63"/>
    <p:sldId id="2043" r:id="rId64"/>
    <p:sldId id="2044" r:id="rId65"/>
    <p:sldId id="2045" r:id="rId66"/>
    <p:sldId id="2046" r:id="rId67"/>
    <p:sldId id="2047" r:id="rId68"/>
    <p:sldId id="2048" r:id="rId69"/>
    <p:sldId id="2049" r:id="rId70"/>
    <p:sldId id="2050" r:id="rId71"/>
    <p:sldId id="2051" r:id="rId72"/>
    <p:sldId id="2052" r:id="rId73"/>
    <p:sldId id="2053" r:id="rId74"/>
    <p:sldId id="2054" r:id="rId75"/>
    <p:sldId id="2055" r:id="rId76"/>
  </p:sldIdLst>
  <p:sldSz cx="12192000" cy="6858000"/>
  <p:notesSz cx="6858000" cy="9144000"/>
  <p:custDataLst>
    <p:tags r:id="rId8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2" Type="http://schemas.openxmlformats.org/officeDocument/2006/relationships/tags" Target="tags/tag1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Master" Target="slideMasters/slideMaster7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D1下午后半场 · 把会的事打包成Skill</a:t>
            </a:r>
            <a:endParaRPr lang="zh-CN" altLang="en-US" sz="2400" b="1"/>
          </a:p>
        </p:txBody>
      </p:sp>
      <p:sp>
        <p:nvSpPr>
          <p:cNvPr id="3" name="TextBox 2"/>
          <p:cNvSpPr txBox="1"/>
          <p:nvPr/>
        </p:nvSpPr>
        <p:spPr>
          <a:xfrm>
            <a:off x="4697476" y="3154679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说一次，永远生效</a:t>
            </a:r>
            <a:endParaRPr lang="zh-CN" altLang="en-US" sz="20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下午前半场：四步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找最佳实践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抽骨架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喂数据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复刻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62804" y="2303145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“重复的事，就值得做成一个工具”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一次的事随便做；十次的事，打包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Skill是什么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04</a:t>
            </a:r>
            <a:endParaRPr lang="zh-CN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Skill = 技能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不是一句话，是四样东西：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流程 + 配方 + 工具 + 材料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炒菜类比：四样少一样都不行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流程 = 先备菜 → 再热锅 → 再下菜 → 再调味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配方 = 油温多高、盐放多少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工具 = 煤气灶、炒锅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材料 = 你的独家食材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装进一个文件夹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SKILL.md ← 流程（主流程说明）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references/ ← 配方（参数、标准、参考文档）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scripts/ ← 工具（能直接跑的脚本）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assets/ ← 材料（图片、logo素材）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提示词 ≠ Skill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左：提示词——每次现说一遍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右：Skill——存下来，工程化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5步变一句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左：拷贝提示词 → 打开软件 → 粘贴 → 生成 → 下载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右："帮我做一张周六饮料免费的实体海报。"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60秒：写你的四行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流程——你做这件事先干啥后干啥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配方——有什么讲究？（字数/格式/标准）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 工具——要用到啥？手机？电脑？软件？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 材料——要准备啥？素材？资料？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写不出来就写最熟的：改通知 / 做课件 / 收拾桌子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Skill长什么样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  <a:endParaRPr lang="zh-CN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真Skill：秋芝餐厅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850" y="206756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一个 SKILL.md 就两部分：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261848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 元信息 = name + description（两行）</a:t>
            </a:r>
            <a:endParaRPr lang="zh-CN" altLang="en-US" sz="1600" b="0"/>
          </a:p>
        </p:txBody>
      </p:sp>
      <p:sp>
        <p:nvSpPr>
          <p:cNvPr id="26" name="TextBox 25"/>
          <p:cNvSpPr txBox="1"/>
          <p:nvPr/>
        </p:nvSpPr>
        <p:spPr>
          <a:xfrm>
            <a:off x="831850" y="3169412"/>
            <a:ext cx="1033272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"为秋芝餐厅生成符合品牌调性的物料设计创意"</a:t>
            </a:r>
            <a:br>
              <a:rPr lang="zh-CN" altLang="en-US" sz="1600" b="0"/>
            </a:br>
            <a:endParaRPr lang="zh-CN" altLang="en-US" sz="1600" b="0"/>
          </a:p>
          <a:p>
            <a:r>
              <a:rPr lang="zh-CN" altLang="en-US" sz="1600" b="0"/>
              <a:t> ② 指令 = 具体怎么干活</a:t>
            </a:r>
            <a:br>
              <a:rPr lang="zh-CN" altLang="en-US" sz="1600" b="0"/>
            </a:br>
            <a:r>
              <a:rPr lang="zh-CN" altLang="en-US" sz="1600" b="0"/>
              <a:t>品牌核心元素 / 任务类型 / 输出格式</a:t>
            </a:r>
            <a:endParaRPr lang="zh-CN" altLang="en-US" sz="1600" b="0"/>
          </a:p>
        </p:txBody>
      </p:sp>
      <p:pic>
        <p:nvPicPr>
          <p:cNvPr id="1015" name="Picture 1014" descr="250占位_Skill列表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0834" y="2066297"/>
            <a:ext cx="3099816" cy="2179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按需加载：三层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元信息——始终加载（name+description，先扫一眼归不归它管）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指令层——按需加载（归它管了，才读完整规则）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资源层——按需加载（要规格读references / 要执行跑scripts / 要素材拿assets）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三个好处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省token——不用的内容根本不加载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不干扰——不会把别的Skill串进来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更准——用到什么才读什么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现场演示：一句话出图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我打这一句：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"帮我做一张周六饮料免费的实体海报。"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60秒：补两行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name——给它起个名，三个字以内（比如"通知助手"）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description——它管什么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我天天在用的一个Skill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17</a:t>
            </a:r>
            <a:endParaRPr lang="zh-CN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以前三件烦事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复制粘贴全文——慢，两三行排版还老粘坏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图片一张张下载——烦，存完还找不到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格式重排——乱，标题加粗列表全得重排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给一个链接，它自己干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左：以前 2–3 小时——复制全文 / 逐张存图 / 重排格式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右：现在几分钟——抓全文 / 存图片 / 排格式 → 一个Markdown文件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“2–3小时变几分钟”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省下来的时间，是你自己的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30秒说给同桌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你最想打包的那件重复事，是什么？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怎么造一个Skill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22</a:t>
            </a:r>
            <a:endParaRPr lang="zh-CN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两条路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你不是手写代码——你是写清楚流程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连流程都能让AI帮你写——用"Skill创建器"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创建器怎么问你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大白话 + 选择题：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"你希望只要输入什么，AI就输出什么？"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要解决哪类事？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用户提供什么素材？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有没有现成品牌资料？</a:t>
            </a:r>
            <a:endParaRPr lang="zh-CN" altLang="en-US" sz="20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你选，它记；收集完自动生成整套文件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造Skill前四步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拷问需求——这件事是不是重复发生？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demo——先做最小能用的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开发——把各种情况接住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测试——真跑一遍，坏了就修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90秒：发豆包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把便签里那四行发过去，加一句：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"帮我把这个整理成一段操作说明。"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进阶版再加："以后我要做这件事，就按这个来。"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05 现成的，拿来就用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  <a:endParaRPr lang="zh-CN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现成Skill清单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做PPT · 文档处理 · 表格处理 · PDF处理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图片生成 · 动画生成 · 技能创建 · 前端设计 · 多步骤规划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什么事值得做成Skill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两个条件：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结果要求明确——你知道要的是啥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你有经验和方法——这活你熟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又是重复发生的——都该做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三问抽查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 Skill是什么？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 为什么比普通提示词省？</a:t>
            </a:r>
            <a:endParaRPr lang="zh-CN" altLang="en-US" sz="2600" b="0"/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③ 想造一个，第一步是什么？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“今天下午，两句话带走”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好作品，是复刻出来的。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你会的事，都该做成Skill。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演示</Application>
  <PresentationFormat>宽屏</PresentationFormat>
  <Paragraphs>265</Paragraphs>
  <Slides>31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31</vt:i4>
      </vt:variant>
    </vt:vector>
  </HeadingPairs>
  <TitlesOfParts>
    <vt:vector size="10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D1下午后半场 · 把会的事打包成Skill</vt:lpstr>
      <vt:lpstr>下午前半场：四步</vt:lpstr>
      <vt:lpstr>记住</vt:lpstr>
      <vt:lpstr>01 Skill是什么</vt:lpstr>
      <vt:lpstr>Skill = 技能</vt:lpstr>
      <vt:lpstr>炒菜类比：四样少一样都不行</vt:lpstr>
      <vt:lpstr>装进一个文件夹</vt:lpstr>
      <vt:lpstr>提示词 ≠ Skill</vt:lpstr>
      <vt:lpstr>5步变一句</vt:lpstr>
      <vt:lpstr>60秒：写你的四行</vt:lpstr>
      <vt:lpstr>02 Skill长什么样</vt:lpstr>
      <vt:lpstr>真Skill：秋芝餐厅</vt:lpstr>
      <vt:lpstr>按需加载：三层</vt:lpstr>
      <vt:lpstr>三个好处</vt:lpstr>
      <vt:lpstr>现场演示：一句话出图</vt:lpstr>
      <vt:lpstr>60秒：补两行</vt:lpstr>
      <vt:lpstr>03 我天天在用的一个Skill</vt:lpstr>
      <vt:lpstr>以前三件烦事</vt:lpstr>
      <vt:lpstr>给一个链接，它自己干</vt:lpstr>
      <vt:lpstr>记住</vt:lpstr>
      <vt:lpstr>30秒说给同桌</vt:lpstr>
      <vt:lpstr>04 怎么造一个Skill</vt:lpstr>
      <vt:lpstr>两条路</vt:lpstr>
      <vt:lpstr>创建器怎么问你</vt:lpstr>
      <vt:lpstr>造Skill前四步</vt:lpstr>
      <vt:lpstr>90秒：发豆包</vt:lpstr>
      <vt:lpstr>05 现成的，拿来就用</vt:lpstr>
      <vt:lpstr>现成Skill清单</vt:lpstr>
      <vt:lpstr>什么事值得做成Skill</vt:lpstr>
      <vt:lpstr>想一想</vt:lpstr>
      <vt:lpstr>记住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854</cp:revision>
  <dcterms:created xsi:type="dcterms:W3CDTF">2026-10-03T08:03:50Z</dcterms:created>
  <dcterms:modified xsi:type="dcterms:W3CDTF">2026-10-03T08:03:50Z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