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81"/>
  </p:handoutMasterIdLst>
  <p:sldIdLst>
    <p:sldId id="2025" r:id="rId45"/>
    <p:sldId id="2026" r:id="rId47"/>
    <p:sldId id="2027" r:id="rId48"/>
    <p:sldId id="2028" r:id="rId49"/>
    <p:sldId id="2031" r:id="rId50"/>
    <p:sldId id="2033" r:id="rId51"/>
    <p:sldId id="2036" r:id="rId52"/>
    <p:sldId id="2037" r:id="rId53"/>
    <p:sldId id="2038" r:id="rId54"/>
    <p:sldId id="2041" r:id="rId55"/>
    <p:sldId id="2042" r:id="rId56"/>
    <p:sldId id="2043" r:id="rId57"/>
    <p:sldId id="2044" r:id="rId58"/>
    <p:sldId id="2045" r:id="rId59"/>
    <p:sldId id="2046" r:id="rId60"/>
    <p:sldId id="2047" r:id="rId61"/>
    <p:sldId id="2048" r:id="rId62"/>
    <p:sldId id="2051" r:id="rId63"/>
    <p:sldId id="2052" r:id="rId64"/>
    <p:sldId id="2053" r:id="rId65"/>
    <p:sldId id="2054" r:id="rId66"/>
    <p:sldId id="2055" r:id="rId67"/>
    <p:sldId id="2056" r:id="rId68"/>
    <p:sldId id="2057" r:id="rId69"/>
    <p:sldId id="2058" r:id="rId70"/>
    <p:sldId id="2059" r:id="rId71"/>
    <p:sldId id="2060" r:id="rId72"/>
    <p:sldId id="2061" r:id="rId73"/>
    <p:sldId id="2062" r:id="rId74"/>
    <p:sldId id="2063" r:id="rId75"/>
    <p:sldId id="2064" r:id="rId76"/>
    <p:sldId id="2065" r:id="rId77"/>
    <p:sldId id="2066" r:id="rId78"/>
    <p:sldId id="2067" r:id="rId79"/>
    <p:sldId id="2068" r:id="rId80"/>
  </p:sldIdLst>
  <p:sldSz cx="12192000" cy="6858000"/>
  <p:notesSz cx="6858000" cy="9144000"/>
  <p:custDataLst>
    <p:tags r:id="rId8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6" Type="http://schemas.openxmlformats.org/officeDocument/2006/relationships/tags" Target="tags/tag1.xml"/><Relationship Id="rId85" Type="http://schemas.openxmlformats.org/officeDocument/2006/relationships/commentAuthors" Target="commentAuthors.xml"/><Relationship Id="rId84" Type="http://schemas.openxmlformats.org/officeDocument/2006/relationships/tableStyles" Target="tableStyles.xml"/><Relationship Id="rId83" Type="http://schemas.openxmlformats.org/officeDocument/2006/relationships/viewProps" Target="viewProps.xml"/><Relationship Id="rId82" Type="http://schemas.openxmlformats.org/officeDocument/2006/relationships/presProps" Target="presProps.xml"/><Relationship Id="rId81" Type="http://schemas.openxmlformats.org/officeDocument/2006/relationships/handoutMaster" Target="handoutMasters/handoutMaster1.xml"/><Relationship Id="rId80" Type="http://schemas.openxmlformats.org/officeDocument/2006/relationships/slide" Target="slides/slide35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34.xml"/><Relationship Id="rId78" Type="http://schemas.openxmlformats.org/officeDocument/2006/relationships/slide" Target="slides/slide33.xml"/><Relationship Id="rId77" Type="http://schemas.openxmlformats.org/officeDocument/2006/relationships/slide" Target="slides/slide32.xml"/><Relationship Id="rId76" Type="http://schemas.openxmlformats.org/officeDocument/2006/relationships/slide" Target="slides/slide31.xml"/><Relationship Id="rId75" Type="http://schemas.openxmlformats.org/officeDocument/2006/relationships/slide" Target="slides/slide30.xml"/><Relationship Id="rId74" Type="http://schemas.openxmlformats.org/officeDocument/2006/relationships/slide" Target="slides/slide29.xml"/><Relationship Id="rId73" Type="http://schemas.openxmlformats.org/officeDocument/2006/relationships/slide" Target="slides/slide28.xml"/><Relationship Id="rId72" Type="http://schemas.openxmlformats.org/officeDocument/2006/relationships/slide" Target="slides/slide27.xml"/><Relationship Id="rId71" Type="http://schemas.openxmlformats.org/officeDocument/2006/relationships/slide" Target="slides/slide26.xml"/><Relationship Id="rId70" Type="http://schemas.openxmlformats.org/officeDocument/2006/relationships/slide" Target="slides/slide25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24.xml"/><Relationship Id="rId68" Type="http://schemas.openxmlformats.org/officeDocument/2006/relationships/slide" Target="slides/slide23.xml"/><Relationship Id="rId67" Type="http://schemas.openxmlformats.org/officeDocument/2006/relationships/slide" Target="slides/slide22.xml"/><Relationship Id="rId66" Type="http://schemas.openxmlformats.org/officeDocument/2006/relationships/slide" Target="slides/slide21.xml"/><Relationship Id="rId65" Type="http://schemas.openxmlformats.org/officeDocument/2006/relationships/slide" Target="slides/slide20.xml"/><Relationship Id="rId64" Type="http://schemas.openxmlformats.org/officeDocument/2006/relationships/slide" Target="slides/slide19.xml"/><Relationship Id="rId63" Type="http://schemas.openxmlformats.org/officeDocument/2006/relationships/slide" Target="slides/slide18.xml"/><Relationship Id="rId62" Type="http://schemas.openxmlformats.org/officeDocument/2006/relationships/slide" Target="slides/slide17.xml"/><Relationship Id="rId61" Type="http://schemas.openxmlformats.org/officeDocument/2006/relationships/slide" Target="slides/slide16.xml"/><Relationship Id="rId60" Type="http://schemas.openxmlformats.org/officeDocument/2006/relationships/slide" Target="slides/slide15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14.xml"/><Relationship Id="rId58" Type="http://schemas.openxmlformats.org/officeDocument/2006/relationships/slide" Target="slides/slide13.xml"/><Relationship Id="rId57" Type="http://schemas.openxmlformats.org/officeDocument/2006/relationships/slide" Target="slides/slide12.xml"/><Relationship Id="rId56" Type="http://schemas.openxmlformats.org/officeDocument/2006/relationships/slide" Target="slides/slide11.xml"/><Relationship Id="rId55" Type="http://schemas.openxmlformats.org/officeDocument/2006/relationships/slide" Target="slides/slide10.xml"/><Relationship Id="rId54" Type="http://schemas.openxmlformats.org/officeDocument/2006/relationships/slide" Target="slides/slide9.xml"/><Relationship Id="rId53" Type="http://schemas.openxmlformats.org/officeDocument/2006/relationships/slide" Target="slides/slide8.xml"/><Relationship Id="rId52" Type="http://schemas.openxmlformats.org/officeDocument/2006/relationships/slide" Target="slides/slide7.xml"/><Relationship Id="rId51" Type="http://schemas.openxmlformats.org/officeDocument/2006/relationships/slide" Target="slides/slide6.xml"/><Relationship Id="rId50" Type="http://schemas.openxmlformats.org/officeDocument/2006/relationships/slide" Target="slides/slide5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.xml"/><Relationship Id="rId48" Type="http://schemas.openxmlformats.org/officeDocument/2006/relationships/slide" Target="slides/slide3.xml"/><Relationship Id="rId47" Type="http://schemas.openxmlformats.org/officeDocument/2006/relationships/slide" Target="slides/slide2.xml"/><Relationship Id="rId46" Type="http://schemas.openxmlformats.org/officeDocument/2006/relationships/notesMaster" Target="notesMasters/notesMaster1.xml"/><Relationship Id="rId45" Type="http://schemas.openxmlformats.org/officeDocument/2006/relationships/slide" Target="slides/slide1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P01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P03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P07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P09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P12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P13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P14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P17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P18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P19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P20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P21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P22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P23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P27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P28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P31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P33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P34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P35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P36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P37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P38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P39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P40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P41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P43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P44 | 封底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0" Type="http://schemas.openxmlformats.org/officeDocument/2006/relationships/theme" Target="../theme/theme6.xml"/><Relationship Id="rId2" Type="http://schemas.openxmlformats.org/officeDocument/2006/relationships/slideLayout" Target="../slideLayouts/slideLayout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Masters/_rels/slideMaster9.xml.rels><?xml version="1.0" encoding="UTF-8" standalone="yes"?>
<Relationships xmlns="http://schemas.openxmlformats.org/package/2006/relationships"><Relationship Id="rId4" Type="http://schemas.openxmlformats.org/officeDocument/2006/relationships/theme" Target="../theme/theme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7.xml"/></Relationships>
</file>

<file path=ppt/slideMasters/_rels/slideMaster10.xml.rels><?xml version="1.0" encoding="UTF-8" standalone="yes"?>
<Relationships xmlns="http://schemas.openxmlformats.org/package/2006/relationships"><Relationship Id="rId4" Type="http://schemas.openxmlformats.org/officeDocument/2006/relationships/theme" Target="../theme/theme10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8.xml"/></Relationships>
</file>

<file path=ppt/slideMasters/_rels/slideMaster1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_rels/slideMaster13.xml.rels><?xml version="1.0" encoding="UTF-8" standalone="yes"?>
<Relationships xmlns="http://schemas.openxmlformats.org/package/2006/relationships"><Relationship Id="rId4" Type="http://schemas.openxmlformats.org/officeDocument/2006/relationships/theme" Target="../theme/theme1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2.xml"/></Relationships>
</file>

<file path=ppt/slideMasters/_rels/slideMaster14.xml.rels><?xml version="1.0" encoding="UTF-8" standalone="yes"?>
<Relationships xmlns="http://schemas.openxmlformats.org/package/2006/relationships"><Relationship Id="rId4" Type="http://schemas.openxmlformats.org/officeDocument/2006/relationships/theme" Target="../theme/theme14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3.xml"/></Relationships>
</file>

<file path=ppt/slideMasters/_rels/slideMaster15.xml.rels><?xml version="1.0" encoding="UTF-8" standalone="yes"?>
<Relationships xmlns="http://schemas.openxmlformats.org/package/2006/relationships"><Relationship Id="rId4" Type="http://schemas.openxmlformats.org/officeDocument/2006/relationships/theme" Target="../theme/theme15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0" Type="http://schemas.openxmlformats.org/officeDocument/2006/relationships/theme" Target="../theme/theme16.xml"/><Relationship Id="rId2" Type="http://schemas.openxmlformats.org/officeDocument/2006/relationships/slideLayout" Target="../slideLayouts/slideLayout3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0.xml"/><Relationship Id="rId7" Type="http://schemas.openxmlformats.org/officeDocument/2006/relationships/slideLayout" Target="../slideLayouts/slideLayout59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5.xml"/><Relationship Id="rId20" Type="http://schemas.openxmlformats.org/officeDocument/2006/relationships/theme" Target="../theme/theme17.xml"/><Relationship Id="rId2" Type="http://schemas.openxmlformats.org/officeDocument/2006/relationships/slideLayout" Target="../slideLayouts/slideLayout5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53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9.xml"/><Relationship Id="rId8" Type="http://schemas.openxmlformats.org/officeDocument/2006/relationships/slideLayout" Target="../slideLayouts/slideLayout78.xml"/><Relationship Id="rId7" Type="http://schemas.openxmlformats.org/officeDocument/2006/relationships/slideLayout" Target="../slideLayouts/slideLayout77.xml"/><Relationship Id="rId6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4.xml"/><Relationship Id="rId3" Type="http://schemas.openxmlformats.org/officeDocument/2006/relationships/slideLayout" Target="../slideLayouts/slideLayout73.xml"/><Relationship Id="rId20" Type="http://schemas.openxmlformats.org/officeDocument/2006/relationships/theme" Target="../theme/theme18.xml"/><Relationship Id="rId2" Type="http://schemas.openxmlformats.org/officeDocument/2006/relationships/slideLayout" Target="../slideLayouts/slideLayout7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88.xml"/><Relationship Id="rId17" Type="http://schemas.openxmlformats.org/officeDocument/2006/relationships/slideLayout" Target="../slideLayouts/slideLayout87.xml"/><Relationship Id="rId16" Type="http://schemas.openxmlformats.org/officeDocument/2006/relationships/slideLayout" Target="../slideLayouts/slideLayout86.xml"/><Relationship Id="rId15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84.xml"/><Relationship Id="rId13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1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0" Type="http://schemas.openxmlformats.org/officeDocument/2006/relationships/theme" Target="../theme/theme19.xml"/><Relationship Id="rId2" Type="http://schemas.openxmlformats.org/officeDocument/2006/relationships/slideLayout" Target="../slideLayouts/slideLayout9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105.xml"/><Relationship Id="rId16" Type="http://schemas.openxmlformats.org/officeDocument/2006/relationships/slideLayout" Target="../slideLayouts/slideLayout104.xml"/><Relationship Id="rId15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102.xml"/><Relationship Id="rId13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5.xml"/><Relationship Id="rId8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109.xml"/><Relationship Id="rId20" Type="http://schemas.openxmlformats.org/officeDocument/2006/relationships/theme" Target="../theme/theme20.xml"/><Relationship Id="rId2" Type="http://schemas.openxmlformats.org/officeDocument/2006/relationships/slideLayout" Target="../slideLayouts/slideLayout10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24.xml"/><Relationship Id="rId17" Type="http://schemas.openxmlformats.org/officeDocument/2006/relationships/slideLayout" Target="../slideLayouts/slideLayout123.xml"/><Relationship Id="rId16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07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7.xml"/><Relationship Id="rId20" Type="http://schemas.openxmlformats.org/officeDocument/2006/relationships/theme" Target="../theme/theme21.xml"/><Relationship Id="rId2" Type="http://schemas.openxmlformats.org/officeDocument/2006/relationships/slideLayout" Target="../slideLayouts/slideLayout12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42.xml"/><Relationship Id="rId17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40.xml"/><Relationship Id="rId15" Type="http://schemas.openxmlformats.org/officeDocument/2006/relationships/slideLayout" Target="../slideLayouts/slideLayout139.xml"/><Relationship Id="rId14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25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1.xml"/><Relationship Id="rId8" Type="http://schemas.openxmlformats.org/officeDocument/2006/relationships/slideLayout" Target="../slideLayouts/slideLayout150.xml"/><Relationship Id="rId7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48.xml"/><Relationship Id="rId5" Type="http://schemas.openxmlformats.org/officeDocument/2006/relationships/slideLayout" Target="../slideLayouts/slideLayout147.xml"/><Relationship Id="rId4" Type="http://schemas.openxmlformats.org/officeDocument/2006/relationships/slideLayout" Target="../slideLayouts/slideLayout146.xml"/><Relationship Id="rId3" Type="http://schemas.openxmlformats.org/officeDocument/2006/relationships/slideLayout" Target="../slideLayouts/slideLayout145.xml"/><Relationship Id="rId20" Type="http://schemas.openxmlformats.org/officeDocument/2006/relationships/theme" Target="../theme/theme22.xml"/><Relationship Id="rId2" Type="http://schemas.openxmlformats.org/officeDocument/2006/relationships/slideLayout" Target="../slideLayouts/slideLayout14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60.xml"/><Relationship Id="rId17" Type="http://schemas.openxmlformats.org/officeDocument/2006/relationships/slideLayout" Target="../slideLayouts/slideLayout159.xml"/><Relationship Id="rId16" Type="http://schemas.openxmlformats.org/officeDocument/2006/relationships/slideLayout" Target="../slideLayouts/slideLayout158.xml"/><Relationship Id="rId15" Type="http://schemas.openxmlformats.org/officeDocument/2006/relationships/slideLayout" Target="../slideLayouts/slideLayout157.xml"/><Relationship Id="rId14" Type="http://schemas.openxmlformats.org/officeDocument/2006/relationships/slideLayout" Target="../slideLayouts/slideLayout156.xml"/><Relationship Id="rId13" Type="http://schemas.openxmlformats.org/officeDocument/2006/relationships/slideLayout" Target="../slideLayouts/slideLayout155.xml"/><Relationship Id="rId12" Type="http://schemas.openxmlformats.org/officeDocument/2006/relationships/slideLayout" Target="../slideLayouts/slideLayout154.xml"/><Relationship Id="rId11" Type="http://schemas.openxmlformats.org/officeDocument/2006/relationships/slideLayout" Target="../slideLayouts/slideLayout153.xml"/><Relationship Id="rId10" Type="http://schemas.openxmlformats.org/officeDocument/2006/relationships/slideLayout" Target="../slideLayouts/slideLayout152.xml"/><Relationship Id="rId1" Type="http://schemas.openxmlformats.org/officeDocument/2006/relationships/slideLayout" Target="../slideLayouts/slideLayout143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9.xml"/><Relationship Id="rId8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67.xml"/><Relationship Id="rId6" Type="http://schemas.openxmlformats.org/officeDocument/2006/relationships/slideLayout" Target="../slideLayouts/slideLayout166.xml"/><Relationship Id="rId5" Type="http://schemas.openxmlformats.org/officeDocument/2006/relationships/slideLayout" Target="../slideLayouts/slideLayout165.xml"/><Relationship Id="rId4" Type="http://schemas.openxmlformats.org/officeDocument/2006/relationships/slideLayout" Target="../slideLayouts/slideLayout164.xml"/><Relationship Id="rId3" Type="http://schemas.openxmlformats.org/officeDocument/2006/relationships/slideLayout" Target="../slideLayouts/slideLayout163.xml"/><Relationship Id="rId20" Type="http://schemas.openxmlformats.org/officeDocument/2006/relationships/theme" Target="../theme/theme23.xml"/><Relationship Id="rId2" Type="http://schemas.openxmlformats.org/officeDocument/2006/relationships/slideLayout" Target="../slideLayouts/slideLayout16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78.xml"/><Relationship Id="rId17" Type="http://schemas.openxmlformats.org/officeDocument/2006/relationships/slideLayout" Target="../slideLayouts/slideLayout177.xml"/><Relationship Id="rId16" Type="http://schemas.openxmlformats.org/officeDocument/2006/relationships/slideLayout" Target="../slideLayouts/slideLayout176.xml"/><Relationship Id="rId15" Type="http://schemas.openxmlformats.org/officeDocument/2006/relationships/slideLayout" Target="../slideLayouts/slideLayout175.xml"/><Relationship Id="rId14" Type="http://schemas.openxmlformats.org/officeDocument/2006/relationships/slideLayout" Target="../slideLayouts/slideLayout174.xml"/><Relationship Id="rId13" Type="http://schemas.openxmlformats.org/officeDocument/2006/relationships/slideLayout" Target="../slideLayouts/slideLayout173.xml"/><Relationship Id="rId12" Type="http://schemas.openxmlformats.org/officeDocument/2006/relationships/slideLayout" Target="../slideLayouts/slideLayout172.xml"/><Relationship Id="rId11" Type="http://schemas.openxmlformats.org/officeDocument/2006/relationships/slideLayout" Target="../slideLayouts/slideLayout171.xml"/><Relationship Id="rId10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1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7.xml"/><Relationship Id="rId8" Type="http://schemas.openxmlformats.org/officeDocument/2006/relationships/slideLayout" Target="../slideLayouts/slideLayout186.xml"/><Relationship Id="rId7" Type="http://schemas.openxmlformats.org/officeDocument/2006/relationships/slideLayout" Target="../slideLayouts/slideLayout185.xml"/><Relationship Id="rId6" Type="http://schemas.openxmlformats.org/officeDocument/2006/relationships/slideLayout" Target="../slideLayouts/slideLayout184.xml"/><Relationship Id="rId5" Type="http://schemas.openxmlformats.org/officeDocument/2006/relationships/slideLayout" Target="../slideLayouts/slideLayout183.xml"/><Relationship Id="rId4" Type="http://schemas.openxmlformats.org/officeDocument/2006/relationships/slideLayout" Target="../slideLayouts/slideLayout182.xml"/><Relationship Id="rId3" Type="http://schemas.openxmlformats.org/officeDocument/2006/relationships/slideLayout" Target="../slideLayouts/slideLayout181.xml"/><Relationship Id="rId20" Type="http://schemas.openxmlformats.org/officeDocument/2006/relationships/theme" Target="../theme/theme24.xml"/><Relationship Id="rId2" Type="http://schemas.openxmlformats.org/officeDocument/2006/relationships/slideLayout" Target="../slideLayouts/slideLayout18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96.xml"/><Relationship Id="rId17" Type="http://schemas.openxmlformats.org/officeDocument/2006/relationships/slideLayout" Target="../slideLayouts/slideLayout195.xml"/><Relationship Id="rId16" Type="http://schemas.openxmlformats.org/officeDocument/2006/relationships/slideLayout" Target="../slideLayouts/slideLayout194.xml"/><Relationship Id="rId15" Type="http://schemas.openxmlformats.org/officeDocument/2006/relationships/slideLayout" Target="../slideLayouts/slideLayout193.xml"/><Relationship Id="rId14" Type="http://schemas.openxmlformats.org/officeDocument/2006/relationships/slideLayout" Target="../slideLayouts/slideLayout192.xml"/><Relationship Id="rId13" Type="http://schemas.openxmlformats.org/officeDocument/2006/relationships/slideLayout" Target="../slideLayouts/slideLayout191.xml"/><Relationship Id="rId12" Type="http://schemas.openxmlformats.org/officeDocument/2006/relationships/slideLayout" Target="../slideLayouts/slideLayout190.xml"/><Relationship Id="rId11" Type="http://schemas.openxmlformats.org/officeDocument/2006/relationships/slideLayout" Target="../slideLayouts/slideLayout189.xml"/><Relationship Id="rId10" Type="http://schemas.openxmlformats.org/officeDocument/2006/relationships/slideLayout" Target="../slideLayouts/slideLayout188.xml"/><Relationship Id="rId1" Type="http://schemas.openxmlformats.org/officeDocument/2006/relationships/slideLayout" Target="../slideLayouts/slideLayout179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5.xml"/><Relationship Id="rId8" Type="http://schemas.openxmlformats.org/officeDocument/2006/relationships/slideLayout" Target="../slideLayouts/slideLayout204.xml"/><Relationship Id="rId7" Type="http://schemas.openxmlformats.org/officeDocument/2006/relationships/slideLayout" Target="../slideLayouts/slideLayout203.xml"/><Relationship Id="rId6" Type="http://schemas.openxmlformats.org/officeDocument/2006/relationships/slideLayout" Target="../slideLayouts/slideLayout202.xml"/><Relationship Id="rId5" Type="http://schemas.openxmlformats.org/officeDocument/2006/relationships/slideLayout" Target="../slideLayouts/slideLayout201.xml"/><Relationship Id="rId4" Type="http://schemas.openxmlformats.org/officeDocument/2006/relationships/slideLayout" Target="../slideLayouts/slideLayout200.xml"/><Relationship Id="rId3" Type="http://schemas.openxmlformats.org/officeDocument/2006/relationships/slideLayout" Target="../slideLayouts/slideLayout199.xml"/><Relationship Id="rId20" Type="http://schemas.openxmlformats.org/officeDocument/2006/relationships/theme" Target="../theme/theme25.xml"/><Relationship Id="rId2" Type="http://schemas.openxmlformats.org/officeDocument/2006/relationships/slideLayout" Target="../slideLayouts/slideLayout19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14.xml"/><Relationship Id="rId17" Type="http://schemas.openxmlformats.org/officeDocument/2006/relationships/slideLayout" Target="../slideLayouts/slideLayout213.xml"/><Relationship Id="rId16" Type="http://schemas.openxmlformats.org/officeDocument/2006/relationships/slideLayout" Target="../slideLayouts/slideLayout212.xml"/><Relationship Id="rId15" Type="http://schemas.openxmlformats.org/officeDocument/2006/relationships/slideLayout" Target="../slideLayouts/slideLayout211.xml"/><Relationship Id="rId14" Type="http://schemas.openxmlformats.org/officeDocument/2006/relationships/slideLayout" Target="../slideLayouts/slideLayout210.xml"/><Relationship Id="rId13" Type="http://schemas.openxmlformats.org/officeDocument/2006/relationships/slideLayout" Target="../slideLayouts/slideLayout209.xml"/><Relationship Id="rId12" Type="http://schemas.openxmlformats.org/officeDocument/2006/relationships/slideLayout" Target="../slideLayouts/slideLayout208.xml"/><Relationship Id="rId11" Type="http://schemas.openxmlformats.org/officeDocument/2006/relationships/slideLayout" Target="../slideLayouts/slideLayout207.xml"/><Relationship Id="rId10" Type="http://schemas.openxmlformats.org/officeDocument/2006/relationships/slideLayout" Target="../slideLayouts/slideLayout206.xml"/><Relationship Id="rId1" Type="http://schemas.openxmlformats.org/officeDocument/2006/relationships/slideLayout" Target="../slideLayouts/slideLayout197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3.xml"/><Relationship Id="rId8" Type="http://schemas.openxmlformats.org/officeDocument/2006/relationships/slideLayout" Target="../slideLayouts/slideLayout222.xml"/><Relationship Id="rId7" Type="http://schemas.openxmlformats.org/officeDocument/2006/relationships/slideLayout" Target="../slideLayouts/slideLayout221.xml"/><Relationship Id="rId6" Type="http://schemas.openxmlformats.org/officeDocument/2006/relationships/slideLayout" Target="../slideLayouts/slideLayout220.xml"/><Relationship Id="rId5" Type="http://schemas.openxmlformats.org/officeDocument/2006/relationships/slideLayout" Target="../slideLayouts/slideLayout219.xml"/><Relationship Id="rId4" Type="http://schemas.openxmlformats.org/officeDocument/2006/relationships/slideLayout" Target="../slideLayouts/slideLayout218.xml"/><Relationship Id="rId3" Type="http://schemas.openxmlformats.org/officeDocument/2006/relationships/slideLayout" Target="../slideLayouts/slideLayout217.xml"/><Relationship Id="rId20" Type="http://schemas.openxmlformats.org/officeDocument/2006/relationships/theme" Target="../theme/theme26.xml"/><Relationship Id="rId2" Type="http://schemas.openxmlformats.org/officeDocument/2006/relationships/slideLayout" Target="../slideLayouts/slideLayout21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32.xml"/><Relationship Id="rId17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30.xml"/><Relationship Id="rId15" Type="http://schemas.openxmlformats.org/officeDocument/2006/relationships/slideLayout" Target="../slideLayouts/slideLayout229.xml"/><Relationship Id="rId14" Type="http://schemas.openxmlformats.org/officeDocument/2006/relationships/slideLayout" Target="../slideLayouts/slideLayout228.xml"/><Relationship Id="rId13" Type="http://schemas.openxmlformats.org/officeDocument/2006/relationships/slideLayout" Target="../slideLayouts/slideLayout227.xml"/><Relationship Id="rId12" Type="http://schemas.openxmlformats.org/officeDocument/2006/relationships/slideLayout" Target="../slideLayouts/slideLayout226.xml"/><Relationship Id="rId11" Type="http://schemas.openxmlformats.org/officeDocument/2006/relationships/slideLayout" Target="../slideLayouts/slideLayout225.xml"/><Relationship Id="rId10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15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1.xml"/><Relationship Id="rId8" Type="http://schemas.openxmlformats.org/officeDocument/2006/relationships/slideLayout" Target="../slideLayouts/slideLayout240.xml"/><Relationship Id="rId7" Type="http://schemas.openxmlformats.org/officeDocument/2006/relationships/slideLayout" Target="../slideLayouts/slideLayout239.xml"/><Relationship Id="rId6" Type="http://schemas.openxmlformats.org/officeDocument/2006/relationships/slideLayout" Target="../slideLayouts/slideLayout238.xml"/><Relationship Id="rId5" Type="http://schemas.openxmlformats.org/officeDocument/2006/relationships/slideLayout" Target="../slideLayouts/slideLayout237.xml"/><Relationship Id="rId4" Type="http://schemas.openxmlformats.org/officeDocument/2006/relationships/slideLayout" Target="../slideLayouts/slideLayout236.xml"/><Relationship Id="rId3" Type="http://schemas.openxmlformats.org/officeDocument/2006/relationships/slideLayout" Target="../slideLayouts/slideLayout235.xml"/><Relationship Id="rId20" Type="http://schemas.openxmlformats.org/officeDocument/2006/relationships/theme" Target="../theme/theme27.xml"/><Relationship Id="rId2" Type="http://schemas.openxmlformats.org/officeDocument/2006/relationships/slideLayout" Target="../slideLayouts/slideLayout23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50.xml"/><Relationship Id="rId17" Type="http://schemas.openxmlformats.org/officeDocument/2006/relationships/slideLayout" Target="../slideLayouts/slideLayout249.xml"/><Relationship Id="rId16" Type="http://schemas.openxmlformats.org/officeDocument/2006/relationships/slideLayout" Target="../slideLayouts/slideLayout248.xml"/><Relationship Id="rId15" Type="http://schemas.openxmlformats.org/officeDocument/2006/relationships/slideLayout" Target="../slideLayouts/slideLayout247.xml"/><Relationship Id="rId14" Type="http://schemas.openxmlformats.org/officeDocument/2006/relationships/slideLayout" Target="../slideLayouts/slideLayout246.xml"/><Relationship Id="rId13" Type="http://schemas.openxmlformats.org/officeDocument/2006/relationships/slideLayout" Target="../slideLayouts/slideLayout245.xml"/><Relationship Id="rId12" Type="http://schemas.openxmlformats.org/officeDocument/2006/relationships/slideLayout" Target="../slideLayouts/slideLayout244.xml"/><Relationship Id="rId11" Type="http://schemas.openxmlformats.org/officeDocument/2006/relationships/slideLayout" Target="../slideLayouts/slideLayout243.xml"/><Relationship Id="rId10" Type="http://schemas.openxmlformats.org/officeDocument/2006/relationships/slideLayout" Target="../slideLayouts/slideLayout242.xml"/><Relationship Id="rId1" Type="http://schemas.openxmlformats.org/officeDocument/2006/relationships/slideLayout" Target="../slideLayouts/slideLayout233.xml"/></Relationships>
</file>

<file path=ppt/slideMasters/_rels/slideMaster28.xml.rels><?xml version="1.0" encoding="UTF-8" standalone="yes"?>
<Relationships xmlns="http://schemas.openxmlformats.org/package/2006/relationships"><Relationship Id="rId4" Type="http://schemas.openxmlformats.org/officeDocument/2006/relationships/theme" Target="../theme/theme28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1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0.xml"/><Relationship Id="rId8" Type="http://schemas.openxmlformats.org/officeDocument/2006/relationships/slideLayout" Target="../slideLayouts/slideLayout259.xml"/><Relationship Id="rId7" Type="http://schemas.openxmlformats.org/officeDocument/2006/relationships/slideLayout" Target="../slideLayouts/slideLayout258.xml"/><Relationship Id="rId6" Type="http://schemas.openxmlformats.org/officeDocument/2006/relationships/slideLayout" Target="../slideLayouts/slideLayout257.xml"/><Relationship Id="rId5" Type="http://schemas.openxmlformats.org/officeDocument/2006/relationships/slideLayout" Target="../slideLayouts/slideLayout256.xml"/><Relationship Id="rId4" Type="http://schemas.openxmlformats.org/officeDocument/2006/relationships/slideLayout" Target="../slideLayouts/slideLayout255.xml"/><Relationship Id="rId3" Type="http://schemas.openxmlformats.org/officeDocument/2006/relationships/slideLayout" Target="../slideLayouts/slideLayout254.xml"/><Relationship Id="rId22" Type="http://schemas.openxmlformats.org/officeDocument/2006/relationships/theme" Target="../theme/theme29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71.xml"/><Relationship Id="rId2" Type="http://schemas.openxmlformats.org/officeDocument/2006/relationships/slideLayout" Target="../slideLayouts/slideLayout253.xml"/><Relationship Id="rId19" Type="http://schemas.openxmlformats.org/officeDocument/2006/relationships/slideLayout" Target="../slideLayouts/slideLayout270.xml"/><Relationship Id="rId18" Type="http://schemas.openxmlformats.org/officeDocument/2006/relationships/slideLayout" Target="../slideLayouts/slideLayout269.xml"/><Relationship Id="rId17" Type="http://schemas.openxmlformats.org/officeDocument/2006/relationships/slideLayout" Target="../slideLayouts/slideLayout268.xml"/><Relationship Id="rId16" Type="http://schemas.openxmlformats.org/officeDocument/2006/relationships/slideLayout" Target="../slideLayouts/slideLayout267.xml"/><Relationship Id="rId15" Type="http://schemas.openxmlformats.org/officeDocument/2006/relationships/slideLayout" Target="../slideLayouts/slideLayout266.xml"/><Relationship Id="rId14" Type="http://schemas.openxmlformats.org/officeDocument/2006/relationships/slideLayout" Target="../slideLayouts/slideLayout265.xml"/><Relationship Id="rId13" Type="http://schemas.openxmlformats.org/officeDocument/2006/relationships/slideLayout" Target="../slideLayouts/slideLayout264.xml"/><Relationship Id="rId12" Type="http://schemas.openxmlformats.org/officeDocument/2006/relationships/slideLayout" Target="../slideLayouts/slideLayout263.xml"/><Relationship Id="rId11" Type="http://schemas.openxmlformats.org/officeDocument/2006/relationships/slideLayout" Target="../slideLayouts/slideLayout262.xml"/><Relationship Id="rId10" Type="http://schemas.openxmlformats.org/officeDocument/2006/relationships/slideLayout" Target="../slideLayouts/slideLayout261.xml"/><Relationship Id="rId1" Type="http://schemas.openxmlformats.org/officeDocument/2006/relationships/slideLayout" Target="../slideLayouts/slideLayout252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0.xml"/><Relationship Id="rId8" Type="http://schemas.openxmlformats.org/officeDocument/2006/relationships/slideLayout" Target="../slideLayouts/slideLayout279.xml"/><Relationship Id="rId7" Type="http://schemas.openxmlformats.org/officeDocument/2006/relationships/slideLayout" Target="../slideLayouts/slideLayout278.xml"/><Relationship Id="rId6" Type="http://schemas.openxmlformats.org/officeDocument/2006/relationships/slideLayout" Target="../slideLayouts/slideLayout277.xml"/><Relationship Id="rId5" Type="http://schemas.openxmlformats.org/officeDocument/2006/relationships/slideLayout" Target="../slideLayouts/slideLayout276.xml"/><Relationship Id="rId4" Type="http://schemas.openxmlformats.org/officeDocument/2006/relationships/slideLayout" Target="../slideLayouts/slideLayout275.xml"/><Relationship Id="rId3" Type="http://schemas.openxmlformats.org/officeDocument/2006/relationships/slideLayout" Target="../slideLayouts/slideLayout274.xml"/><Relationship Id="rId22" Type="http://schemas.openxmlformats.org/officeDocument/2006/relationships/theme" Target="../theme/theme30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91.xml"/><Relationship Id="rId2" Type="http://schemas.openxmlformats.org/officeDocument/2006/relationships/slideLayout" Target="../slideLayouts/slideLayout273.xml"/><Relationship Id="rId19" Type="http://schemas.openxmlformats.org/officeDocument/2006/relationships/slideLayout" Target="../slideLayouts/slideLayout290.xml"/><Relationship Id="rId18" Type="http://schemas.openxmlformats.org/officeDocument/2006/relationships/slideLayout" Target="../slideLayouts/slideLayout289.xml"/><Relationship Id="rId17" Type="http://schemas.openxmlformats.org/officeDocument/2006/relationships/slideLayout" Target="../slideLayouts/slideLayout288.xml"/><Relationship Id="rId16" Type="http://schemas.openxmlformats.org/officeDocument/2006/relationships/slideLayout" Target="../slideLayouts/slideLayout287.xml"/><Relationship Id="rId15" Type="http://schemas.openxmlformats.org/officeDocument/2006/relationships/slideLayout" Target="../slideLayouts/slideLayout286.xml"/><Relationship Id="rId14" Type="http://schemas.openxmlformats.org/officeDocument/2006/relationships/slideLayout" Target="../slideLayouts/slideLayout285.xml"/><Relationship Id="rId13" Type="http://schemas.openxmlformats.org/officeDocument/2006/relationships/slideLayout" Target="../slideLayouts/slideLayout284.xml"/><Relationship Id="rId12" Type="http://schemas.openxmlformats.org/officeDocument/2006/relationships/slideLayout" Target="../slideLayouts/slideLayout283.xml"/><Relationship Id="rId11" Type="http://schemas.openxmlformats.org/officeDocument/2006/relationships/slideLayout" Target="../slideLayouts/slideLayout282.xml"/><Relationship Id="rId10" Type="http://schemas.openxmlformats.org/officeDocument/2006/relationships/slideLayout" Target="../slideLayouts/slideLayout281.xml"/><Relationship Id="rId1" Type="http://schemas.openxmlformats.org/officeDocument/2006/relationships/slideLayout" Target="../slideLayouts/slideLayout272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0.xml"/><Relationship Id="rId8" Type="http://schemas.openxmlformats.org/officeDocument/2006/relationships/slideLayout" Target="../slideLayouts/slideLayout299.xml"/><Relationship Id="rId7" Type="http://schemas.openxmlformats.org/officeDocument/2006/relationships/slideLayout" Target="../slideLayouts/slideLayout298.xml"/><Relationship Id="rId6" Type="http://schemas.openxmlformats.org/officeDocument/2006/relationships/slideLayout" Target="../slideLayouts/slideLayout297.xml"/><Relationship Id="rId5" Type="http://schemas.openxmlformats.org/officeDocument/2006/relationships/slideLayout" Target="../slideLayouts/slideLayout296.xml"/><Relationship Id="rId4" Type="http://schemas.openxmlformats.org/officeDocument/2006/relationships/slideLayout" Target="../slideLayouts/slideLayout295.xml"/><Relationship Id="rId3" Type="http://schemas.openxmlformats.org/officeDocument/2006/relationships/slideLayout" Target="../slideLayouts/slideLayout294.xml"/><Relationship Id="rId22" Type="http://schemas.openxmlformats.org/officeDocument/2006/relationships/theme" Target="../theme/theme31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11.xml"/><Relationship Id="rId2" Type="http://schemas.openxmlformats.org/officeDocument/2006/relationships/slideLayout" Target="../slideLayouts/slideLayout293.xml"/><Relationship Id="rId19" Type="http://schemas.openxmlformats.org/officeDocument/2006/relationships/slideLayout" Target="../slideLayouts/slideLayout310.xml"/><Relationship Id="rId18" Type="http://schemas.openxmlformats.org/officeDocument/2006/relationships/slideLayout" Target="../slideLayouts/slideLayout309.xml"/><Relationship Id="rId17" Type="http://schemas.openxmlformats.org/officeDocument/2006/relationships/slideLayout" Target="../slideLayouts/slideLayout308.xml"/><Relationship Id="rId16" Type="http://schemas.openxmlformats.org/officeDocument/2006/relationships/slideLayout" Target="../slideLayouts/slideLayout307.xml"/><Relationship Id="rId15" Type="http://schemas.openxmlformats.org/officeDocument/2006/relationships/slideLayout" Target="../slideLayouts/slideLayout306.xml"/><Relationship Id="rId14" Type="http://schemas.openxmlformats.org/officeDocument/2006/relationships/slideLayout" Target="../slideLayouts/slideLayout305.xml"/><Relationship Id="rId13" Type="http://schemas.openxmlformats.org/officeDocument/2006/relationships/slideLayout" Target="../slideLayouts/slideLayout304.xml"/><Relationship Id="rId12" Type="http://schemas.openxmlformats.org/officeDocument/2006/relationships/slideLayout" Target="../slideLayouts/slideLayout303.xml"/><Relationship Id="rId11" Type="http://schemas.openxmlformats.org/officeDocument/2006/relationships/slideLayout" Target="../slideLayouts/slideLayout302.xml"/><Relationship Id="rId10" Type="http://schemas.openxmlformats.org/officeDocument/2006/relationships/slideLayout" Target="../slideLayouts/slideLayout301.xml"/><Relationship Id="rId1" Type="http://schemas.openxmlformats.org/officeDocument/2006/relationships/slideLayout" Target="../slideLayouts/slideLayout292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0.xml"/><Relationship Id="rId8" Type="http://schemas.openxmlformats.org/officeDocument/2006/relationships/slideLayout" Target="../slideLayouts/slideLayout319.xml"/><Relationship Id="rId7" Type="http://schemas.openxmlformats.org/officeDocument/2006/relationships/slideLayout" Target="../slideLayouts/slideLayout318.xml"/><Relationship Id="rId6" Type="http://schemas.openxmlformats.org/officeDocument/2006/relationships/slideLayout" Target="../slideLayouts/slideLayout317.xml"/><Relationship Id="rId5" Type="http://schemas.openxmlformats.org/officeDocument/2006/relationships/slideLayout" Target="../slideLayouts/slideLayout316.xml"/><Relationship Id="rId4" Type="http://schemas.openxmlformats.org/officeDocument/2006/relationships/slideLayout" Target="../slideLayouts/slideLayout315.xml"/><Relationship Id="rId3" Type="http://schemas.openxmlformats.org/officeDocument/2006/relationships/slideLayout" Target="../slideLayouts/slideLayout314.xml"/><Relationship Id="rId2" Type="http://schemas.openxmlformats.org/officeDocument/2006/relationships/slideLayout" Target="../slideLayouts/slideLayout313.xml"/><Relationship Id="rId13" Type="http://schemas.openxmlformats.org/officeDocument/2006/relationships/theme" Target="../theme/theme32.xml"/><Relationship Id="rId12" Type="http://schemas.openxmlformats.org/officeDocument/2006/relationships/slideLayout" Target="../slideLayouts/slideLayout323.xml"/><Relationship Id="rId11" Type="http://schemas.openxmlformats.org/officeDocument/2006/relationships/slideLayout" Target="../slideLayouts/slideLayout322.xml"/><Relationship Id="rId10" Type="http://schemas.openxmlformats.org/officeDocument/2006/relationships/slideLayout" Target="../slideLayouts/slideLayout321.xml"/><Relationship Id="rId1" Type="http://schemas.openxmlformats.org/officeDocument/2006/relationships/slideLayout" Target="../slideLayouts/slideLayout312.xml"/></Relationships>
</file>

<file path=ppt/slideMasters/_rels/slideMaster3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3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24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3.xml"/><Relationship Id="rId8" Type="http://schemas.openxmlformats.org/officeDocument/2006/relationships/slideLayout" Target="../slideLayouts/slideLayout332.xml"/><Relationship Id="rId7" Type="http://schemas.openxmlformats.org/officeDocument/2006/relationships/slideLayout" Target="../slideLayouts/slideLayout331.xml"/><Relationship Id="rId6" Type="http://schemas.openxmlformats.org/officeDocument/2006/relationships/slideLayout" Target="../slideLayouts/slideLayout330.xml"/><Relationship Id="rId5" Type="http://schemas.openxmlformats.org/officeDocument/2006/relationships/slideLayout" Target="../slideLayouts/slideLayout329.xml"/><Relationship Id="rId4" Type="http://schemas.openxmlformats.org/officeDocument/2006/relationships/slideLayout" Target="../slideLayouts/slideLayout328.xml"/><Relationship Id="rId3" Type="http://schemas.openxmlformats.org/officeDocument/2006/relationships/slideLayout" Target="../slideLayouts/slideLayout327.xml"/><Relationship Id="rId22" Type="http://schemas.openxmlformats.org/officeDocument/2006/relationships/theme" Target="../theme/theme34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26.xml"/><Relationship Id="rId19" Type="http://schemas.openxmlformats.org/officeDocument/2006/relationships/slideLayout" Target="../slideLayouts/slideLayout343.xml"/><Relationship Id="rId18" Type="http://schemas.openxmlformats.org/officeDocument/2006/relationships/slideLayout" Target="../slideLayouts/slideLayout342.xml"/><Relationship Id="rId17" Type="http://schemas.openxmlformats.org/officeDocument/2006/relationships/slideLayout" Target="../slideLayouts/slideLayout341.xml"/><Relationship Id="rId16" Type="http://schemas.openxmlformats.org/officeDocument/2006/relationships/slideLayout" Target="../slideLayouts/slideLayout340.xml"/><Relationship Id="rId15" Type="http://schemas.openxmlformats.org/officeDocument/2006/relationships/slideLayout" Target="../slideLayouts/slideLayout339.xml"/><Relationship Id="rId14" Type="http://schemas.openxmlformats.org/officeDocument/2006/relationships/slideLayout" Target="../slideLayouts/slideLayout338.xml"/><Relationship Id="rId13" Type="http://schemas.openxmlformats.org/officeDocument/2006/relationships/slideLayout" Target="../slideLayouts/slideLayout337.xml"/><Relationship Id="rId12" Type="http://schemas.openxmlformats.org/officeDocument/2006/relationships/slideLayout" Target="../slideLayouts/slideLayout336.xml"/><Relationship Id="rId11" Type="http://schemas.openxmlformats.org/officeDocument/2006/relationships/slideLayout" Target="../slideLayouts/slideLayout335.xml"/><Relationship Id="rId10" Type="http://schemas.openxmlformats.org/officeDocument/2006/relationships/slideLayout" Target="../slideLayouts/slideLayout334.xml"/><Relationship Id="rId1" Type="http://schemas.openxmlformats.org/officeDocument/2006/relationships/slideLayout" Target="../slideLayouts/slideLayout325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45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46.xml"/></Relationships>
</file>

<file path=ppt/slideMasters/_rels/slideMaster37.xml.rels><?xml version="1.0" encoding="UTF-8" standalone="yes"?>
<Relationships xmlns="http://schemas.openxmlformats.org/package/2006/relationships"><Relationship Id="rId4" Type="http://schemas.openxmlformats.org/officeDocument/2006/relationships/theme" Target="../theme/theme3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7.xml"/></Relationships>
</file>

<file path=ppt/slideMasters/_rels/slideMaster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6.xml"/><Relationship Id="rId8" Type="http://schemas.openxmlformats.org/officeDocument/2006/relationships/slideLayout" Target="../slideLayouts/slideLayout355.xml"/><Relationship Id="rId7" Type="http://schemas.openxmlformats.org/officeDocument/2006/relationships/slideLayout" Target="../slideLayouts/slideLayout354.xml"/><Relationship Id="rId6" Type="http://schemas.openxmlformats.org/officeDocument/2006/relationships/slideLayout" Target="../slideLayouts/slideLayout353.xml"/><Relationship Id="rId5" Type="http://schemas.openxmlformats.org/officeDocument/2006/relationships/slideLayout" Target="../slideLayouts/slideLayout352.xml"/><Relationship Id="rId4" Type="http://schemas.openxmlformats.org/officeDocument/2006/relationships/slideLayout" Target="../slideLayouts/slideLayout351.xml"/><Relationship Id="rId3" Type="http://schemas.openxmlformats.org/officeDocument/2006/relationships/slideLayout" Target="../slideLayouts/slideLayout350.xml"/><Relationship Id="rId20" Type="http://schemas.openxmlformats.org/officeDocument/2006/relationships/theme" Target="../theme/theme38.xml"/><Relationship Id="rId2" Type="http://schemas.openxmlformats.org/officeDocument/2006/relationships/slideLayout" Target="../slideLayouts/slideLayout349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365.xml"/><Relationship Id="rId17" Type="http://schemas.openxmlformats.org/officeDocument/2006/relationships/slideLayout" Target="../slideLayouts/slideLayout364.xml"/><Relationship Id="rId16" Type="http://schemas.openxmlformats.org/officeDocument/2006/relationships/slideLayout" Target="../slideLayouts/slideLayout363.xml"/><Relationship Id="rId15" Type="http://schemas.openxmlformats.org/officeDocument/2006/relationships/slideLayout" Target="../slideLayouts/slideLayout362.xml"/><Relationship Id="rId14" Type="http://schemas.openxmlformats.org/officeDocument/2006/relationships/slideLayout" Target="../slideLayouts/slideLayout361.xml"/><Relationship Id="rId13" Type="http://schemas.openxmlformats.org/officeDocument/2006/relationships/slideLayout" Target="../slideLayouts/slideLayout360.xml"/><Relationship Id="rId12" Type="http://schemas.openxmlformats.org/officeDocument/2006/relationships/slideLayout" Target="../slideLayouts/slideLayout359.xml"/><Relationship Id="rId11" Type="http://schemas.openxmlformats.org/officeDocument/2006/relationships/slideLayout" Target="../slideLayouts/slideLayout358.xml"/><Relationship Id="rId10" Type="http://schemas.openxmlformats.org/officeDocument/2006/relationships/slideLayout" Target="../slideLayouts/slideLayout357.xml"/><Relationship Id="rId1" Type="http://schemas.openxmlformats.org/officeDocument/2006/relationships/slideLayout" Target="../slideLayouts/slideLayout348.xml"/></Relationships>
</file>

<file path=ppt/slideMasters/_rels/slideMaster39.xml.rels><?xml version="1.0" encoding="UTF-8" standalone="yes"?>
<Relationships xmlns="http://schemas.openxmlformats.org/package/2006/relationships"><Relationship Id="rId4" Type="http://schemas.openxmlformats.org/officeDocument/2006/relationships/theme" Target="../theme/theme3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66.xml"/></Relationships>
</file>

<file path=ppt/slideMasters/_rels/slideMaster40.xml.rels><?xml version="1.0" encoding="UTF-8" standalone="yes"?>
<Relationships xmlns="http://schemas.openxmlformats.org/package/2006/relationships"><Relationship Id="rId4" Type="http://schemas.openxmlformats.org/officeDocument/2006/relationships/theme" Target="../theme/theme40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7.xml"/></Relationships>
</file>

<file path=ppt/slideMasters/_rels/slideMaster41.xml.rels><?xml version="1.0" encoding="UTF-8" standalone="yes"?>
<Relationships xmlns="http://schemas.openxmlformats.org/package/2006/relationships"><Relationship Id="rId4" Type="http://schemas.openxmlformats.org/officeDocument/2006/relationships/theme" Target="../theme/theme41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8.xml"/></Relationships>
</file>

<file path=ppt/slideMasters/_rels/slideMaster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7.xml"/><Relationship Id="rId8" Type="http://schemas.openxmlformats.org/officeDocument/2006/relationships/slideLayout" Target="../slideLayouts/slideLayout376.xml"/><Relationship Id="rId7" Type="http://schemas.openxmlformats.org/officeDocument/2006/relationships/slideLayout" Target="../slideLayouts/slideLayout375.xml"/><Relationship Id="rId6" Type="http://schemas.openxmlformats.org/officeDocument/2006/relationships/slideLayout" Target="../slideLayouts/slideLayout374.xml"/><Relationship Id="rId5" Type="http://schemas.openxmlformats.org/officeDocument/2006/relationships/slideLayout" Target="../slideLayouts/slideLayout373.xml"/><Relationship Id="rId4" Type="http://schemas.openxmlformats.org/officeDocument/2006/relationships/slideLayout" Target="../slideLayouts/slideLayout372.xml"/><Relationship Id="rId3" Type="http://schemas.openxmlformats.org/officeDocument/2006/relationships/slideLayout" Target="../slideLayouts/slideLayout371.xml"/><Relationship Id="rId22" Type="http://schemas.openxmlformats.org/officeDocument/2006/relationships/theme" Target="../theme/theme42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88.xml"/><Relationship Id="rId2" Type="http://schemas.openxmlformats.org/officeDocument/2006/relationships/slideLayout" Target="../slideLayouts/slideLayout370.xml"/><Relationship Id="rId19" Type="http://schemas.openxmlformats.org/officeDocument/2006/relationships/slideLayout" Target="../slideLayouts/slideLayout387.xml"/><Relationship Id="rId18" Type="http://schemas.openxmlformats.org/officeDocument/2006/relationships/slideLayout" Target="../slideLayouts/slideLayout386.xml"/><Relationship Id="rId17" Type="http://schemas.openxmlformats.org/officeDocument/2006/relationships/slideLayout" Target="../slideLayouts/slideLayout385.xml"/><Relationship Id="rId16" Type="http://schemas.openxmlformats.org/officeDocument/2006/relationships/slideLayout" Target="../slideLayouts/slideLayout384.xml"/><Relationship Id="rId15" Type="http://schemas.openxmlformats.org/officeDocument/2006/relationships/slideLayout" Target="../slideLayouts/slideLayout383.xml"/><Relationship Id="rId14" Type="http://schemas.openxmlformats.org/officeDocument/2006/relationships/slideLayout" Target="../slideLayouts/slideLayout382.xml"/><Relationship Id="rId13" Type="http://schemas.openxmlformats.org/officeDocument/2006/relationships/slideLayout" Target="../slideLayouts/slideLayout381.xml"/><Relationship Id="rId12" Type="http://schemas.openxmlformats.org/officeDocument/2006/relationships/slideLayout" Target="../slideLayouts/slideLayout380.xml"/><Relationship Id="rId11" Type="http://schemas.openxmlformats.org/officeDocument/2006/relationships/slideLayout" Target="../slideLayouts/slideLayout379.xml"/><Relationship Id="rId10" Type="http://schemas.openxmlformats.org/officeDocument/2006/relationships/slideLayout" Target="../slideLayouts/slideLayout378.xml"/><Relationship Id="rId1" Type="http://schemas.openxmlformats.org/officeDocument/2006/relationships/slideLayout" Target="../slideLayouts/slideLayout369.xml"/></Relationships>
</file>

<file path=ppt/slideMasters/_rels/slideMaster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7.xml"/><Relationship Id="rId8" Type="http://schemas.openxmlformats.org/officeDocument/2006/relationships/slideLayout" Target="../slideLayouts/slideLayout396.xml"/><Relationship Id="rId7" Type="http://schemas.openxmlformats.org/officeDocument/2006/relationships/slideLayout" Target="../slideLayouts/slideLayout395.xml"/><Relationship Id="rId6" Type="http://schemas.openxmlformats.org/officeDocument/2006/relationships/slideLayout" Target="../slideLayouts/slideLayout394.xml"/><Relationship Id="rId5" Type="http://schemas.openxmlformats.org/officeDocument/2006/relationships/slideLayout" Target="../slideLayouts/slideLayout393.xml"/><Relationship Id="rId4" Type="http://schemas.openxmlformats.org/officeDocument/2006/relationships/slideLayout" Target="../slideLayouts/slideLayout392.xml"/><Relationship Id="rId3" Type="http://schemas.openxmlformats.org/officeDocument/2006/relationships/slideLayout" Target="../slideLayouts/slideLayout391.xml"/><Relationship Id="rId22" Type="http://schemas.openxmlformats.org/officeDocument/2006/relationships/theme" Target="../theme/theme43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408.xml"/><Relationship Id="rId2" Type="http://schemas.openxmlformats.org/officeDocument/2006/relationships/slideLayout" Target="../slideLayouts/slideLayout390.xml"/><Relationship Id="rId19" Type="http://schemas.openxmlformats.org/officeDocument/2006/relationships/slideLayout" Target="../slideLayouts/slideLayout407.xml"/><Relationship Id="rId18" Type="http://schemas.openxmlformats.org/officeDocument/2006/relationships/slideLayout" Target="../slideLayouts/slideLayout406.xml"/><Relationship Id="rId17" Type="http://schemas.openxmlformats.org/officeDocument/2006/relationships/slideLayout" Target="../slideLayouts/slideLayout405.xml"/><Relationship Id="rId16" Type="http://schemas.openxmlformats.org/officeDocument/2006/relationships/slideLayout" Target="../slideLayouts/slideLayout404.xml"/><Relationship Id="rId15" Type="http://schemas.openxmlformats.org/officeDocument/2006/relationships/slideLayout" Target="../slideLayouts/slideLayout403.xml"/><Relationship Id="rId14" Type="http://schemas.openxmlformats.org/officeDocument/2006/relationships/slideLayout" Target="../slideLayouts/slideLayout402.xml"/><Relationship Id="rId13" Type="http://schemas.openxmlformats.org/officeDocument/2006/relationships/slideLayout" Target="../slideLayouts/slideLayout401.xml"/><Relationship Id="rId12" Type="http://schemas.openxmlformats.org/officeDocument/2006/relationships/slideLayout" Target="../slideLayouts/slideLayout400.xml"/><Relationship Id="rId11" Type="http://schemas.openxmlformats.org/officeDocument/2006/relationships/slideLayout" Target="../slideLayouts/slideLayout399.xml"/><Relationship Id="rId10" Type="http://schemas.openxmlformats.org/officeDocument/2006/relationships/slideLayout" Target="../slideLayouts/slideLayout398.xml"/><Relationship Id="rId1" Type="http://schemas.openxmlformats.org/officeDocument/2006/relationships/slideLayout" Target="../slideLayouts/slideLayout38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3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3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3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3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3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3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3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3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2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3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3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3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3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3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好了，来，我们回来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01</a:t>
            </a: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400" b="1"/>
              <a:t>回顾四步：找最佳实践 → 抽骨架 → 喂数据 → 复刻</a:t>
            </a:r>
            <a:endParaRPr lang="zh-CN" altLang="en-US" sz="24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①你手机里现在那个东西，就是这么来的。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2045335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这套流程，你还想再走一遍吗？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84861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①没人愿意。因为它是"走一遍"的事，可它偏是"走十遍"的事。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4750054" y="2874645"/>
            <a:ext cx="658368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你不是缺工具——你是想让最重复的那件事，不用每次从头来？</a:t>
            </a:r>
            <a:endParaRPr lang="zh-CN" alt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93421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怎么打包？一个词：Skill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13274" y="27432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①它不是魔法——就是把流程装进一个盒子，下次直接拿出来用。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4750054" y="2858135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Skill＝把"一类重复的事"＋"怎么做"打包成一个盒子</a:t>
            </a:r>
            <a:endParaRPr lang="zh-CN" alt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Skill 列表——每个都是一个盒子</a:t>
            </a:r>
            <a:endParaRPr lang="zh-CN" altLang="en-US" sz="2800" b="1"/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  <a:endParaRPr lang="zh-CN" altLang="en-US" sz="1600" b="1"/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345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点开一个：第一行它管什么，下面它怎么做。就这些，没有魔法。</a:t>
            </a:r>
            <a:endParaRPr lang="zh-CN" altLang="en-US" sz="1600" b="0"/>
          </a:p>
        </p:txBody>
      </p:sp>
      <p:pic>
        <p:nvPicPr>
          <p:cNvPr id="1007" name="Picture 1006" descr="250占位_Skill列表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496" y="1889093"/>
            <a:ext cx="5303520" cy="37290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Skill 不是代码，是"把流程写清楚"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①你上午抽 4 行，也是把流程写清楚——同一个本事。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60秒，写下你最重复的一件事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①打开手机便签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②不动手敲，就动脑：我最常做、最重复的一件事——就一件。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看一个真的——我的知识库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1800"/>
              <a:t>03</a:t>
            </a:r>
            <a:endParaRPr lang="en-US" altLang="zh-CN" sz="1800"/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1139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①三句话：我讲自己的知识库＋Skill；看完能说出解决哪三件重复的事；重点看：我没有多聪明，只是把重复的事打包了。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我的知识库：三大类＋三件烦事</a:t>
            </a:r>
            <a:endParaRPr lang="zh-CN" altLang="en-US" sz="2800" b="1"/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  <a:endParaRPr lang="zh-CN" altLang="en-US" sz="1600" b="1"/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知行合一、实事求是、解放思想——文件夹而已，你们也能建。</a:t>
            </a:r>
            <a:endParaRPr lang="zh-CN" altLang="en-US" sz="1600" b="0"/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三件重复的事：文档怎么转进来？健康度怎么样？新东西怎么归档？</a:t>
            </a:r>
            <a:endParaRPr lang="zh-CN" altLang="en-US" sz="1600" b="0"/>
          </a:p>
        </p:txBody>
      </p:sp>
      <p:pic>
        <p:nvPicPr>
          <p:cNvPr id="1011" name="Picture 1010" descr="250占位_知识库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496" y="1889093"/>
            <a:ext cx="5303520" cy="37290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4617974" y="318389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我做了一个 Skill：导入、体检、归档</a:t>
            </a:r>
            <a:endParaRPr lang="zh-CN" alt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现场演示·第一段：导入</a:t>
            </a:r>
            <a:endParaRPr lang="zh-CN" altLang="en-US" sz="2800" b="1"/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  <a:endParaRPr lang="zh-CN" altLang="en-US" sz="1600" b="1"/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我给它一个链接，回车。</a:t>
            </a:r>
            <a:endParaRPr lang="zh-CN" altLang="en-US" sz="1600" b="0"/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它自己抓全文、存成文件——以前 2-3 小时，现在几分钟。</a:t>
            </a:r>
            <a:endParaRPr lang="zh-CN" altLang="en-US" sz="1600" b="0"/>
          </a:p>
        </p:txBody>
      </p:sp>
      <p:pic>
        <p:nvPicPr>
          <p:cNvPr id="1011" name="Picture 1010" descr="250占位_C07导入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496" y="1889093"/>
            <a:ext cx="5303520" cy="37290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现场演示·第二段：体检</a:t>
            </a:r>
            <a:endParaRPr lang="zh-CN" altLang="en-US" sz="2800" b="1"/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  <a:endParaRPr lang="zh-CN" altLang="en-US" sz="1600" b="1"/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我让它"体检一下"。</a:t>
            </a:r>
            <a:endParaRPr lang="zh-CN" altLang="en-US" sz="1600" b="0"/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它自己扫一遍：哪篇断链、哪篇是空文件。</a:t>
            </a:r>
            <a:endParaRPr lang="zh-CN" altLang="en-US" sz="1600" b="0"/>
          </a:p>
        </p:txBody>
      </p:sp>
      <p:pic>
        <p:nvPicPr>
          <p:cNvPr id="1011" name="Picture 1010" descr="250占位_C07体检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496" y="1889093"/>
            <a:ext cx="5303520" cy="37290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现场演示·第三段：归档</a:t>
            </a:r>
            <a:endParaRPr lang="zh-CN" altLang="en-US" sz="2800" b="1"/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  <a:endParaRPr lang="zh-CN" altLang="en-US" sz="1600" b="1"/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我给它一个新文档，说"归档"。</a:t>
            </a:r>
            <a:endParaRPr lang="zh-CN" altLang="en-US" sz="1600" b="0"/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它自己分类放好了。</a:t>
            </a:r>
            <a:endParaRPr lang="zh-CN" altLang="en-US" sz="1600" b="0"/>
          </a:p>
        </p:txBody>
      </p:sp>
      <p:pic>
        <p:nvPicPr>
          <p:cNvPr id="1011" name="Picture 1010" descr="250占位_C07归档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496" y="1889093"/>
            <a:ext cx="5303520" cy="37290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不牛，但值钱——2-3小时变几分钟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①它就是把我三件烦事，写成了步骤。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2-3小时变几分钟——省下来的时间，是你自己的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132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①你们也一样：改通知、整理材料、回家长消息——哪一件值得打包，你自己最知道。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“重复的事，就值得做成一个工具。”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想自己做一个 Skill？四步，一步不能少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①拷问需求 → demo → 开发 → 测试。</a:t>
            </a:r>
            <a:endParaRPr lang="zh-CN" altLang="en-US" sz="2600" b="0"/>
          </a:p>
        </p:txBody>
      </p:sp>
      <p:sp>
        <p:nvSpPr>
          <p:cNvPr id="24" name="TextBox 23"/>
          <p:cNvSpPr txBox="1"/>
          <p:nvPr/>
        </p:nvSpPr>
        <p:spPr>
          <a:xfrm>
            <a:off x="5129784" y="350774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②这四步是我自己踩出来的——顺序反了，全白干。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第一步·拷问需求：你到底要解决什么？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①不是"我要个工具"，是"我要解决哪件具体的事"。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②判断标准：这件事，是不是重复发生？只发生一次的，别做。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第二步·demo：先做个最小的、能用的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①别一上来求完美。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②我先让它能转一篇——能转一篇，就成了；转不了，再改。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第三步·开发 ＋ 第四步·测试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①开发：把 demo 打磨完整——图片、表格、长文档，一点一点加。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②测试：真的跑一遍，坏了就修——拿 7 门课真转，全对才算完。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先想清楚，再动手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①demo 小步跑，最后才测试。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1分钟纸笔：拷问需求打勾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①写下你要打包的那件事。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②打勾：它是不是每周/每天都发生？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“知道"不值得做"，也是收获”</a:t>
            </a:r>
            <a:endParaRPr lang="zh-CN" altLang="en-US" sz="3200" b="1"/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①记住一句话：先想清楚，再动手。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29784" y="2745740"/>
            <a:ext cx="576072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②锚点·第3:13分钟：纸上有一句话＋一个判断。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这是进阶，但它是一颗种子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①明天你会再见到它。</a:t>
            </a:r>
            <a:endParaRPr lang="zh-CN" altLang="en-US" sz="2600" b="0"/>
          </a:p>
        </p:txBody>
      </p:sp>
      <p:sp>
        <p:nvSpPr>
          <p:cNvPr id="24" name="TextBox 23"/>
          <p:cNvSpPr txBox="1"/>
          <p:nvPr/>
        </p:nvSpPr>
        <p:spPr>
          <a:xfrm>
            <a:off x="5129784" y="271399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②好了，来，最后一块：今天这一整天，我们到底拿到了什么。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“重复的事，就值得做成一个工具。”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收一下——三天，三步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37</a:t>
            </a:r>
            <a:endParaRPr lang="zh-CN" altLang="en-US" sz="1800"/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①今天上午——敢：指挥它改贪吃蛇、生海报。</a:t>
            </a:r>
            <a:endParaRPr lang="zh-CN" altLang="en-US" sz="2200" b="0"/>
          </a:p>
        </p:txBody>
      </p:sp>
      <p:sp>
        <p:nvSpPr>
          <p:cNvPr id="6" name="TextBox 5"/>
          <p:cNvSpPr txBox="1"/>
          <p:nvPr/>
        </p:nvSpPr>
        <p:spPr>
          <a:xfrm>
            <a:off x="2560320" y="4372610"/>
            <a:ext cx="70408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②今天下午——能·起：复刻出一个东西，知道它能打包成工具。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第一问：Skill 是什么？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①答案：把一类重复的事＋怎么做，打包成一个盒子。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第二问：做一个 Skill，第一步是什么？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①答案：拷问需求——先想清楚，再动手。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第三问：今天你手机里，多了什么？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①答案：一个按你骨架做出来的东西——你没写一行代码。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今天下午，两句话带走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①好作品，是复刻出来的。</a:t>
            </a:r>
            <a:endParaRPr lang="zh-CN" altLang="en-US" sz="2600" b="0"/>
          </a:p>
        </p:txBody>
      </p:sp>
      <p:sp>
        <p:nvSpPr>
          <p:cNvPr id="24" name="TextBox 23"/>
          <p:cNvSpPr txBox="1"/>
          <p:nvPr/>
        </p:nvSpPr>
        <p:spPr>
          <a:xfrm>
            <a:off x="5129784" y="271399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②重复的事，就值得做成一个工具。</a:t>
            </a:r>
            <a:endParaRPr lang="zh-CN" altLang="en-US" sz="2600" b="0"/>
          </a:p>
        </p:txBody>
      </p:sp>
      <p:sp>
        <p:nvSpPr>
          <p:cNvPr id="25" name="TextBox 24"/>
          <p:cNvSpPr txBox="1"/>
          <p:nvPr/>
        </p:nvSpPr>
        <p:spPr>
          <a:xfrm>
            <a:off x="5129784" y="321818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③你给它骨架，它给你成品；你给它重复的事，它给你工具。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从"它好神"到"我也能"，再到"我也能把它变成工具"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一天，三步。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明天，你的东西要"出来见人"了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132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①今天你复刻的是别人的骨架——明天有一个东西，是你从一句话开始，自己养大的。</a:t>
            </a:r>
            <a:endParaRPr lang="zh-CN" altLang="en-US" sz="2600" b="0"/>
          </a:p>
        </p:txBody>
      </p:sp>
      <p:sp>
        <p:nvSpPr>
          <p:cNvPr id="24" name="TextBox 23"/>
          <p:cNvSpPr txBox="1"/>
          <p:nvPr/>
        </p:nvSpPr>
        <p:spPr>
          <a:xfrm>
            <a:off x="5129784" y="353949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②它怎么从 0 变成 400+？明天上午见。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2400" b="1"/>
              <a:t>重复的事，就值得做成一个工具。</a:t>
            </a:r>
            <a:br>
              <a:rPr lang="zh-CN" altLang="en-US" sz="2400" b="1"/>
            </a:br>
            <a:r>
              <a:rPr lang="zh-CN" altLang="en-US" sz="2400" b="1"/>
              <a:t>D1·全天｜明天见</a:t>
            </a:r>
            <a:endParaRPr lang="zh-CN" altLang="en-US" sz="2400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N2QzODcyNGFhZmEzNjVhZTY5ZjNiMTM1MDZiMzE4OW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1681</Words>
  <Application>WPS 演示</Application>
  <PresentationFormat>宽屏</PresentationFormat>
  <Paragraphs>226</Paragraphs>
  <Slides>35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35</vt:i4>
      </vt:variant>
    </vt:vector>
  </HeadingPairs>
  <TitlesOfParts>
    <vt:vector size="105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等线</vt:lpstr>
      <vt:lpstr>汉仪中等线KW</vt:lpstr>
      <vt:lpstr>宋体</vt:lpstr>
      <vt:lpstr>Arial Unicode MS</vt:lpstr>
      <vt:lpstr>等线 Light</vt:lpstr>
      <vt:lpstr>Calibri Light</vt:lpstr>
      <vt:lpstr>黑体</vt:lpstr>
      <vt:lpstr>阿里巴巴普惠体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好了，来，我们回来</vt:lpstr>
      <vt:lpstr>回顾四步：找最佳实践 → 抽骨架 → 喂数据 → 复刻</vt:lpstr>
      <vt:lpstr>想一想</vt:lpstr>
      <vt:lpstr>想一想</vt:lpstr>
      <vt:lpstr>悬念</vt:lpstr>
      <vt:lpstr>想一想</vt:lpstr>
      <vt:lpstr>Skill 列表——每个都是一个盒子</vt:lpstr>
      <vt:lpstr>想一想</vt:lpstr>
      <vt:lpstr>60秒，写下你最重复的一件事</vt:lpstr>
      <vt:lpstr>看一个真的——我的知识库</vt:lpstr>
      <vt:lpstr>我的知识库：三大类＋三件烦事</vt:lpstr>
      <vt:lpstr>想一想</vt:lpstr>
      <vt:lpstr>现场演示·第一段：导入</vt:lpstr>
      <vt:lpstr>现场演示·第二段：体检</vt:lpstr>
      <vt:lpstr>现场演示·第三段：归档</vt:lpstr>
      <vt:lpstr>想一想</vt:lpstr>
      <vt:lpstr>想一想</vt:lpstr>
      <vt:lpstr>记住</vt:lpstr>
      <vt:lpstr>想一想</vt:lpstr>
      <vt:lpstr>第一步·拷问需求：你到底要解决什么？</vt:lpstr>
      <vt:lpstr>第二步·demo：先做个最小的、能用的</vt:lpstr>
      <vt:lpstr>第三步·开发 ＋ 第四步·测试</vt:lpstr>
      <vt:lpstr>想一想</vt:lpstr>
      <vt:lpstr>1分钟纸笔：拷问需求打勾</vt:lpstr>
      <vt:lpstr>锚点</vt:lpstr>
      <vt:lpstr>悬念</vt:lpstr>
      <vt:lpstr>记住</vt:lpstr>
      <vt:lpstr>收一下——三天，三步</vt:lpstr>
      <vt:lpstr>想一想</vt:lpstr>
      <vt:lpstr>想一想</vt:lpstr>
      <vt:lpstr>想一想</vt:lpstr>
      <vt:lpstr>想一想</vt:lpstr>
      <vt:lpstr>想一想</vt:lpstr>
      <vt:lpstr>悬念</vt:lpstr>
      <vt:lpstr>重复的事，就值得做成一个工具。 D1·全天｜明天见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周磊</cp:lastModifiedBy>
  <cp:revision>853</cp:revision>
  <dcterms:created xsi:type="dcterms:W3CDTF">2026-10-02T08:16:48Z</dcterms:created>
  <dcterms:modified xsi:type="dcterms:W3CDTF">2026-10-02T08:16:48Z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2052-6.9.0.8865</vt:lpwstr>
  </property>
  <property fmtid="{D5CDD505-2E9C-101B-9397-08002B2CF9AE}" pid="3" name="ICV">
    <vt:lpwstr>2FBA3DB7156D49D38FE5BF7338882AF3</vt:lpwstr>
  </property>
</Properties>
</file>