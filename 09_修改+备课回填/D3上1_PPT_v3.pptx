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9" r:id="rId8"/>
    <p:sldMasterId id="2147483681" r:id="rId9"/>
    <p:sldMasterId id="2147483683" r:id="rId10"/>
    <p:sldMasterId id="2147483685" r:id="rId11"/>
    <p:sldMasterId id="2147483687" r:id="rId12"/>
    <p:sldMasterId id="2147483689" r:id="rId13"/>
    <p:sldMasterId id="2147483692" r:id="rId14"/>
    <p:sldMasterId id="2147483694" r:id="rId15"/>
    <p:sldMasterId id="2147483696" r:id="rId16"/>
    <p:sldMasterId id="2147483698" r:id="rId17"/>
    <p:sldMasterId id="2147483717" r:id="rId18"/>
    <p:sldMasterId id="2147483736" r:id="rId19"/>
    <p:sldMasterId id="2147483755" r:id="rId20"/>
    <p:sldMasterId id="2147483774" r:id="rId21"/>
    <p:sldMasterId id="2147483793" r:id="rId22"/>
    <p:sldMasterId id="2147483812" r:id="rId23"/>
    <p:sldMasterId id="2147483831" r:id="rId24"/>
    <p:sldMasterId id="2147483850" r:id="rId25"/>
    <p:sldMasterId id="2147483869" r:id="rId26"/>
    <p:sldMasterId id="2147483888" r:id="rId27"/>
    <p:sldMasterId id="2147483907" r:id="rId28"/>
    <p:sldMasterId id="2147483926" r:id="rId29"/>
    <p:sldMasterId id="2147483928" r:id="rId30"/>
    <p:sldMasterId id="2147483949" r:id="rId31"/>
    <p:sldMasterId id="2147483970" r:id="rId32"/>
    <p:sldMasterId id="2147483991" r:id="rId33"/>
    <p:sldMasterId id="2147484004" r:id="rId34"/>
    <p:sldMasterId id="2147484006" r:id="rId35"/>
    <p:sldMasterId id="2147484027" r:id="rId36"/>
    <p:sldMasterId id="2147484029" r:id="rId37"/>
    <p:sldMasterId id="2147484031" r:id="rId38"/>
    <p:sldMasterId id="2147484033" r:id="rId39"/>
    <p:sldMasterId id="2147484052" r:id="rId40"/>
    <p:sldMasterId id="2147484054" r:id="rId41"/>
    <p:sldMasterId id="2147484056" r:id="rId42"/>
    <p:sldMasterId id="2147484058" r:id="rId43"/>
    <p:sldMasterId id="2147484079" r:id="rId44"/>
  </p:sldMasterIdLst>
  <p:notesMasterIdLst>
    <p:notesMasterId r:id="rId46"/>
  </p:notesMasterIdLst>
  <p:handoutMasterIdLst>
    <p:handoutMasterId r:id="rId97"/>
  </p:handoutMasterIdLst>
  <p:sldIdLst>
    <p:sldId id="2025" r:id="rId45"/>
    <p:sldId id="2027" r:id="rId47"/>
    <p:sldId id="2029" r:id="rId48"/>
    <p:sldId id="2031" r:id="rId49"/>
    <p:sldId id="2032" r:id="rId50"/>
    <p:sldId id="2033" r:id="rId51"/>
    <p:sldId id="2064" r:id="rId52"/>
    <p:sldId id="2034" r:id="rId53"/>
    <p:sldId id="2035" r:id="rId54"/>
    <p:sldId id="2036" r:id="rId55"/>
    <p:sldId id="2037" r:id="rId56"/>
    <p:sldId id="2038" r:id="rId57"/>
    <p:sldId id="2040" r:id="rId58"/>
    <p:sldId id="2041" r:id="rId59"/>
    <p:sldId id="2065" r:id="rId60"/>
    <p:sldId id="2066" r:id="rId61"/>
    <p:sldId id="2067" r:id="rId62"/>
    <p:sldId id="2068" r:id="rId63"/>
    <p:sldId id="2069" r:id="rId64"/>
    <p:sldId id="2070" r:id="rId65"/>
    <p:sldId id="2071" r:id="rId66"/>
    <p:sldId id="2072" r:id="rId67"/>
    <p:sldId id="2073" r:id="rId68"/>
    <p:sldId id="2074" r:id="rId69"/>
    <p:sldId id="2075" r:id="rId70"/>
    <p:sldId id="2076" r:id="rId71"/>
    <p:sldId id="2077" r:id="rId72"/>
    <p:sldId id="2078" r:id="rId73"/>
    <p:sldId id="2079" r:id="rId74"/>
    <p:sldId id="2042" r:id="rId75"/>
    <p:sldId id="2043" r:id="rId76"/>
    <p:sldId id="2044" r:id="rId77"/>
    <p:sldId id="2045" r:id="rId78"/>
    <p:sldId id="2046" r:id="rId79"/>
    <p:sldId id="2047" r:id="rId80"/>
    <p:sldId id="2048" r:id="rId81"/>
    <p:sldId id="2049" r:id="rId82"/>
    <p:sldId id="2050" r:id="rId83"/>
    <p:sldId id="2051" r:id="rId84"/>
    <p:sldId id="2052" r:id="rId85"/>
    <p:sldId id="2053" r:id="rId86"/>
    <p:sldId id="2054" r:id="rId87"/>
    <p:sldId id="2055" r:id="rId88"/>
    <p:sldId id="2056" r:id="rId89"/>
    <p:sldId id="2057" r:id="rId90"/>
    <p:sldId id="2058" r:id="rId91"/>
    <p:sldId id="2059" r:id="rId92"/>
    <p:sldId id="2060" r:id="rId93"/>
    <p:sldId id="2061" r:id="rId94"/>
    <p:sldId id="2062" r:id="rId95"/>
    <p:sldId id="2063" r:id="rId96"/>
  </p:sldIdLst>
  <p:sldSz cx="12192000" cy="6858000"/>
  <p:notesSz cx="6858000" cy="9144000"/>
  <p:custDataLst>
    <p:tags r:id="rId10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viewProps" Target="viewProps.xml"/><Relationship Id="rId98" Type="http://schemas.openxmlformats.org/officeDocument/2006/relationships/presProps" Target="presProps.xml"/><Relationship Id="rId97" Type="http://schemas.openxmlformats.org/officeDocument/2006/relationships/handoutMaster" Target="handoutMasters/handoutMaster1.xml"/><Relationship Id="rId96" Type="http://schemas.openxmlformats.org/officeDocument/2006/relationships/slide" Target="slides/slide51.xml"/><Relationship Id="rId95" Type="http://schemas.openxmlformats.org/officeDocument/2006/relationships/slide" Target="slides/slide50.xml"/><Relationship Id="rId94" Type="http://schemas.openxmlformats.org/officeDocument/2006/relationships/slide" Target="slides/slide49.xml"/><Relationship Id="rId93" Type="http://schemas.openxmlformats.org/officeDocument/2006/relationships/slide" Target="slides/slide48.xml"/><Relationship Id="rId92" Type="http://schemas.openxmlformats.org/officeDocument/2006/relationships/slide" Target="slides/slide47.xml"/><Relationship Id="rId91" Type="http://schemas.openxmlformats.org/officeDocument/2006/relationships/slide" Target="slides/slide46.xml"/><Relationship Id="rId90" Type="http://schemas.openxmlformats.org/officeDocument/2006/relationships/slide" Target="slides/slide45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44.xml"/><Relationship Id="rId88" Type="http://schemas.openxmlformats.org/officeDocument/2006/relationships/slide" Target="slides/slide43.xml"/><Relationship Id="rId87" Type="http://schemas.openxmlformats.org/officeDocument/2006/relationships/slide" Target="slides/slide42.xml"/><Relationship Id="rId86" Type="http://schemas.openxmlformats.org/officeDocument/2006/relationships/slide" Target="slides/slide41.xml"/><Relationship Id="rId85" Type="http://schemas.openxmlformats.org/officeDocument/2006/relationships/slide" Target="slides/slide40.xml"/><Relationship Id="rId84" Type="http://schemas.openxmlformats.org/officeDocument/2006/relationships/slide" Target="slides/slide39.xml"/><Relationship Id="rId83" Type="http://schemas.openxmlformats.org/officeDocument/2006/relationships/slide" Target="slides/slide38.xml"/><Relationship Id="rId82" Type="http://schemas.openxmlformats.org/officeDocument/2006/relationships/slide" Target="slides/slide37.xml"/><Relationship Id="rId81" Type="http://schemas.openxmlformats.org/officeDocument/2006/relationships/slide" Target="slides/slide36.xml"/><Relationship Id="rId80" Type="http://schemas.openxmlformats.org/officeDocument/2006/relationships/slide" Target="slides/slide35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34.xml"/><Relationship Id="rId78" Type="http://schemas.openxmlformats.org/officeDocument/2006/relationships/slide" Target="slides/slide33.xml"/><Relationship Id="rId77" Type="http://schemas.openxmlformats.org/officeDocument/2006/relationships/slide" Target="slides/slide32.xml"/><Relationship Id="rId76" Type="http://schemas.openxmlformats.org/officeDocument/2006/relationships/slide" Target="slides/slide31.xml"/><Relationship Id="rId75" Type="http://schemas.openxmlformats.org/officeDocument/2006/relationships/slide" Target="slides/slide30.xml"/><Relationship Id="rId74" Type="http://schemas.openxmlformats.org/officeDocument/2006/relationships/slide" Target="slides/slide29.xml"/><Relationship Id="rId73" Type="http://schemas.openxmlformats.org/officeDocument/2006/relationships/slide" Target="slides/slide28.xml"/><Relationship Id="rId72" Type="http://schemas.openxmlformats.org/officeDocument/2006/relationships/slide" Target="slides/slide27.xml"/><Relationship Id="rId71" Type="http://schemas.openxmlformats.org/officeDocument/2006/relationships/slide" Target="slides/slide26.xml"/><Relationship Id="rId70" Type="http://schemas.openxmlformats.org/officeDocument/2006/relationships/slide" Target="slides/slide25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24.xml"/><Relationship Id="rId68" Type="http://schemas.openxmlformats.org/officeDocument/2006/relationships/slide" Target="slides/slide23.xml"/><Relationship Id="rId67" Type="http://schemas.openxmlformats.org/officeDocument/2006/relationships/slide" Target="slides/slide22.xml"/><Relationship Id="rId66" Type="http://schemas.openxmlformats.org/officeDocument/2006/relationships/slide" Target="slides/slide21.xml"/><Relationship Id="rId65" Type="http://schemas.openxmlformats.org/officeDocument/2006/relationships/slide" Target="slides/slide20.xml"/><Relationship Id="rId64" Type="http://schemas.openxmlformats.org/officeDocument/2006/relationships/slide" Target="slides/slide19.xml"/><Relationship Id="rId63" Type="http://schemas.openxmlformats.org/officeDocument/2006/relationships/slide" Target="slides/slide18.xml"/><Relationship Id="rId62" Type="http://schemas.openxmlformats.org/officeDocument/2006/relationships/slide" Target="slides/slide17.xml"/><Relationship Id="rId61" Type="http://schemas.openxmlformats.org/officeDocument/2006/relationships/slide" Target="slides/slide16.xml"/><Relationship Id="rId60" Type="http://schemas.openxmlformats.org/officeDocument/2006/relationships/slide" Target="slides/slide1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4.xml"/><Relationship Id="rId58" Type="http://schemas.openxmlformats.org/officeDocument/2006/relationships/slide" Target="slides/slide13.xml"/><Relationship Id="rId57" Type="http://schemas.openxmlformats.org/officeDocument/2006/relationships/slide" Target="slides/slide12.xml"/><Relationship Id="rId56" Type="http://schemas.openxmlformats.org/officeDocument/2006/relationships/slide" Target="slides/slide11.xml"/><Relationship Id="rId55" Type="http://schemas.openxmlformats.org/officeDocument/2006/relationships/slide" Target="slides/slide10.xml"/><Relationship Id="rId54" Type="http://schemas.openxmlformats.org/officeDocument/2006/relationships/slide" Target="slides/slide9.xml"/><Relationship Id="rId53" Type="http://schemas.openxmlformats.org/officeDocument/2006/relationships/slide" Target="slides/slide8.xml"/><Relationship Id="rId52" Type="http://schemas.openxmlformats.org/officeDocument/2006/relationships/slide" Target="slides/slide7.xml"/><Relationship Id="rId51" Type="http://schemas.openxmlformats.org/officeDocument/2006/relationships/slide" Target="slides/slide6.xml"/><Relationship Id="rId50" Type="http://schemas.openxmlformats.org/officeDocument/2006/relationships/slide" Target="slides/slide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.xml"/><Relationship Id="rId48" Type="http://schemas.openxmlformats.org/officeDocument/2006/relationships/slide" Target="slides/slide3.xml"/><Relationship Id="rId47" Type="http://schemas.openxmlformats.org/officeDocument/2006/relationships/slide" Target="slides/slide2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1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2" Type="http://schemas.openxmlformats.org/officeDocument/2006/relationships/tags" Target="tags/tag4.xml"/><Relationship Id="rId101" Type="http://schemas.openxmlformats.org/officeDocument/2006/relationships/commentAuthors" Target="commentAuthors.xml"/><Relationship Id="rId100" Type="http://schemas.openxmlformats.org/officeDocument/2006/relationships/tableStyles" Target="tableStyles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P05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P07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P08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P09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P09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P16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提出教育场景：希望每位学生收到不同的信，而不是批量套话。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先展示失败对照，让听众感受到“正确但空洞”和“真正被看见”的差异。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场景不是“让 AI 帮助教育”，而是明确到对象、时间、目标和边界。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在</a:t>
            </a:r>
            <a:r>
              <a:rPr lang="en-US" altLang="zh-CN"/>
              <a:t>AI</a:t>
            </a:r>
            <a:r>
              <a:rPr lang="zh-CN" altLang="en-US"/>
              <a:t>时代能不能做出超出预期的简历</a:t>
            </a:r>
            <a:r>
              <a:rPr lang="zh-CN" altLang="en-US"/>
              <a:t>呢？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可在备注中保留完整提示词；页面只呈现角色边界和关键职责。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在</a:t>
            </a:r>
            <a:r>
              <a:rPr lang="en-US" altLang="zh-CN"/>
              <a:t>AI</a:t>
            </a:r>
            <a:r>
              <a:rPr lang="zh-CN" altLang="en-US"/>
              <a:t>时代能不能做出超出预期的简历</a:t>
            </a:r>
            <a:r>
              <a:rPr lang="zh-CN" altLang="en-US"/>
              <a:t>呢？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讲解需要准备的数据。重点是：每个重要判断都应该能追溯到真实素材。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在</a:t>
            </a:r>
            <a:r>
              <a:rPr lang="en-US" altLang="zh-CN"/>
              <a:t>AI</a:t>
            </a:r>
            <a:r>
              <a:rPr lang="zh-CN" altLang="en-US"/>
              <a:t>时代能不能做出超出预期的简历</a:t>
            </a:r>
            <a:r>
              <a:rPr lang="zh-CN" altLang="en-US"/>
              <a:t>呢？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提示词角色边界：AI 不是文案代写器，而是一封信教练。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体系模型：看见、命名、锚定、展开。每一步都要保留人的判断。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强调：这不是 AI 自动推导出的要求，而是老师重新定义了这件事的意义。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审美：先找出自己认可的优秀信件，研究它们为什么打动人。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把两个三角映射回案例，确保模型不是抽象图，而是可操作结构。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金句：AI 可以协助表达，但不能替老师决定一个学生应该被怎样看见。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工具卡：遇到任何 AI 任务，先回答六个问题。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P21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P22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P24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P25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P26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P30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P31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P34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P37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P38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P39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1" Type="http://schemas.openxmlformats.org/officeDocument/2006/relationships/theme" Target="../theme/theme6.xml"/><Relationship Id="rId20" Type="http://schemas.openxmlformats.org/officeDocument/2006/relationships/image" Target="../media/image6.png"/><Relationship Id="rId2" Type="http://schemas.openxmlformats.org/officeDocument/2006/relationships/slideLayout" Target="../slideLayouts/slideLayout8.xml"/><Relationship Id="rId19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7.xml"/></Relationships>
</file>

<file path=ppt/slideMasters/_rels/slideMaster9.xml.rels><?xml version="1.0" encoding="UTF-8" standalone="yes"?>
<Relationships xmlns="http://schemas.openxmlformats.org/package/2006/relationships"><Relationship Id="rId4" Type="http://schemas.openxmlformats.org/officeDocument/2006/relationships/theme" Target="../theme/theme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8.xml"/></Relationships>
</file>

<file path=ppt/slideMasters/_rels/slideMaster10.xml.rels><?xml version="1.0" encoding="UTF-8" standalone="yes"?>
<Relationships xmlns="http://schemas.openxmlformats.org/package/2006/relationships"><Relationship Id="rId4" Type="http://schemas.openxmlformats.org/officeDocument/2006/relationships/theme" Target="../theme/theme10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Masters/_rels/slideMaster1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0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13.xml.rels><?xml version="1.0" encoding="UTF-8" standalone="yes"?>
<Relationships xmlns="http://schemas.openxmlformats.org/package/2006/relationships"><Relationship Id="rId4" Type="http://schemas.openxmlformats.org/officeDocument/2006/relationships/theme" Target="../theme/theme1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3.xml"/></Relationships>
</file>

<file path=ppt/slideMasters/_rels/slideMaster14.xml.rels><?xml version="1.0" encoding="UTF-8" standalone="yes"?>
<Relationships xmlns="http://schemas.openxmlformats.org/package/2006/relationships"><Relationship Id="rId4" Type="http://schemas.openxmlformats.org/officeDocument/2006/relationships/theme" Target="../theme/theme14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Masters/_rels/slideMaster15.xml.rels><?xml version="1.0" encoding="UTF-8" standalone="yes"?>
<Relationships xmlns="http://schemas.openxmlformats.org/package/2006/relationships"><Relationship Id="rId4" Type="http://schemas.openxmlformats.org/officeDocument/2006/relationships/theme" Target="../theme/theme15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0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0.xml"/><Relationship Id="rId6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6.xml"/><Relationship Id="rId20" Type="http://schemas.openxmlformats.org/officeDocument/2006/relationships/theme" Target="../theme/theme17.xml"/><Relationship Id="rId2" Type="http://schemas.openxmlformats.org/officeDocument/2006/relationships/slideLayout" Target="../slideLayouts/slideLayout55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3.xml"/><Relationship Id="rId1" Type="http://schemas.openxmlformats.org/officeDocument/2006/relationships/slideLayout" Target="../slideLayouts/slideLayout54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0.xml"/><Relationship Id="rId8" Type="http://schemas.openxmlformats.org/officeDocument/2006/relationships/slideLayout" Target="../slideLayouts/slideLayout79.xml"/><Relationship Id="rId7" Type="http://schemas.openxmlformats.org/officeDocument/2006/relationships/slideLayout" Target="../slideLayouts/slideLayout78.xml"/><Relationship Id="rId6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4.xml"/><Relationship Id="rId20" Type="http://schemas.openxmlformats.org/officeDocument/2006/relationships/theme" Target="../theme/theme18.xml"/><Relationship Id="rId2" Type="http://schemas.openxmlformats.org/officeDocument/2006/relationships/slideLayout" Target="../slideLayouts/slideLayout73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89.xml"/><Relationship Id="rId17" Type="http://schemas.openxmlformats.org/officeDocument/2006/relationships/slideLayout" Target="../slideLayouts/slideLayout88.xml"/><Relationship Id="rId16" Type="http://schemas.openxmlformats.org/officeDocument/2006/relationships/slideLayout" Target="../slideLayouts/slideLayout87.xml"/><Relationship Id="rId15" Type="http://schemas.openxmlformats.org/officeDocument/2006/relationships/slideLayout" Target="../slideLayouts/slideLayout86.xml"/><Relationship Id="rId14" Type="http://schemas.openxmlformats.org/officeDocument/2006/relationships/slideLayout" Target="../slideLayouts/slideLayout85.xml"/><Relationship Id="rId13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1.xml"/><Relationship Id="rId1" Type="http://schemas.openxmlformats.org/officeDocument/2006/relationships/slideLayout" Target="../slideLayouts/slideLayout72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8.xml"/><Relationship Id="rId8" Type="http://schemas.openxmlformats.org/officeDocument/2006/relationships/slideLayout" Target="../slideLayouts/slideLayout97.xml"/><Relationship Id="rId7" Type="http://schemas.openxmlformats.org/officeDocument/2006/relationships/slideLayout" Target="../slideLayouts/slideLayout96.xml"/><Relationship Id="rId6" Type="http://schemas.openxmlformats.org/officeDocument/2006/relationships/slideLayout" Target="../slideLayouts/slideLayout95.xml"/><Relationship Id="rId5" Type="http://schemas.openxmlformats.org/officeDocument/2006/relationships/slideLayout" Target="../slideLayouts/slideLayout94.xml"/><Relationship Id="rId4" Type="http://schemas.openxmlformats.org/officeDocument/2006/relationships/slideLayout" Target="../slideLayouts/slideLayout93.xml"/><Relationship Id="rId3" Type="http://schemas.openxmlformats.org/officeDocument/2006/relationships/slideLayout" Target="../slideLayouts/slideLayout92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91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07.xml"/><Relationship Id="rId17" Type="http://schemas.openxmlformats.org/officeDocument/2006/relationships/slideLayout" Target="../slideLayouts/slideLayout106.xml"/><Relationship Id="rId16" Type="http://schemas.openxmlformats.org/officeDocument/2006/relationships/slideLayout" Target="../slideLayouts/slideLayout105.xml"/><Relationship Id="rId15" Type="http://schemas.openxmlformats.org/officeDocument/2006/relationships/slideLayout" Target="../slideLayouts/slideLayout104.xml"/><Relationship Id="rId14" Type="http://schemas.openxmlformats.org/officeDocument/2006/relationships/slideLayout" Target="../slideLayouts/slideLayout103.xml"/><Relationship Id="rId13" Type="http://schemas.openxmlformats.org/officeDocument/2006/relationships/slideLayout" Target="../slideLayouts/slideLayout102.xml"/><Relationship Id="rId12" Type="http://schemas.openxmlformats.org/officeDocument/2006/relationships/slideLayout" Target="../slideLayouts/slideLayout101.xml"/><Relationship Id="rId11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99.xml"/><Relationship Id="rId1" Type="http://schemas.openxmlformats.org/officeDocument/2006/relationships/slideLayout" Target="../slideLayouts/slideLayout90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6.xml"/><Relationship Id="rId8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110.xml"/><Relationship Id="rId20" Type="http://schemas.openxmlformats.org/officeDocument/2006/relationships/theme" Target="../theme/theme20.xml"/><Relationship Id="rId2" Type="http://schemas.openxmlformats.org/officeDocument/2006/relationships/slideLayout" Target="../slideLayouts/slideLayout109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25.xml"/><Relationship Id="rId17" Type="http://schemas.openxmlformats.org/officeDocument/2006/relationships/slideLayout" Target="../slideLayouts/slideLayout124.xml"/><Relationship Id="rId16" Type="http://schemas.openxmlformats.org/officeDocument/2006/relationships/slideLayout" Target="../slideLayouts/slideLayout123.xml"/><Relationship Id="rId15" Type="http://schemas.openxmlformats.org/officeDocument/2006/relationships/slideLayout" Target="../slideLayouts/slideLayout122.xml"/><Relationship Id="rId14" Type="http://schemas.openxmlformats.org/officeDocument/2006/relationships/slideLayout" Target="../slideLayouts/slideLayout121.xml"/><Relationship Id="rId13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117.xml"/><Relationship Id="rId1" Type="http://schemas.openxmlformats.org/officeDocument/2006/relationships/slideLayout" Target="../slideLayouts/slideLayout108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4.xml"/><Relationship Id="rId8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2.xml"/><Relationship Id="rId6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8.xml"/><Relationship Id="rId20" Type="http://schemas.openxmlformats.org/officeDocument/2006/relationships/theme" Target="../theme/theme21.xml"/><Relationship Id="rId2" Type="http://schemas.openxmlformats.org/officeDocument/2006/relationships/slideLayout" Target="../slideLayouts/slideLayout127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43.xml"/><Relationship Id="rId17" Type="http://schemas.openxmlformats.org/officeDocument/2006/relationships/slideLayout" Target="../slideLayouts/slideLayout142.xml"/><Relationship Id="rId16" Type="http://schemas.openxmlformats.org/officeDocument/2006/relationships/slideLayout" Target="../slideLayouts/slideLayout141.xml"/><Relationship Id="rId15" Type="http://schemas.openxmlformats.org/officeDocument/2006/relationships/slideLayout" Target="../slideLayouts/slideLayout140.xml"/><Relationship Id="rId14" Type="http://schemas.openxmlformats.org/officeDocument/2006/relationships/slideLayout" Target="../slideLayouts/slideLayout139.xml"/><Relationship Id="rId13" Type="http://schemas.openxmlformats.org/officeDocument/2006/relationships/slideLayout" Target="../slideLayouts/slideLayout138.xml"/><Relationship Id="rId12" Type="http://schemas.openxmlformats.org/officeDocument/2006/relationships/slideLayout" Target="../slideLayouts/slideLayout137.xml"/><Relationship Id="rId11" Type="http://schemas.openxmlformats.org/officeDocument/2006/relationships/slideLayout" Target="../slideLayouts/slideLayout136.xml"/><Relationship Id="rId10" Type="http://schemas.openxmlformats.org/officeDocument/2006/relationships/slideLayout" Target="../slideLayouts/slideLayout135.xml"/><Relationship Id="rId1" Type="http://schemas.openxmlformats.org/officeDocument/2006/relationships/slideLayout" Target="../slideLayouts/slideLayout126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0" Type="http://schemas.openxmlformats.org/officeDocument/2006/relationships/theme" Target="../theme/theme22.xml"/><Relationship Id="rId2" Type="http://schemas.openxmlformats.org/officeDocument/2006/relationships/slideLayout" Target="../slideLayouts/slideLayout145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61.xml"/><Relationship Id="rId17" Type="http://schemas.openxmlformats.org/officeDocument/2006/relationships/slideLayout" Target="../slideLayouts/slideLayout160.xml"/><Relationship Id="rId16" Type="http://schemas.openxmlformats.org/officeDocument/2006/relationships/slideLayout" Target="../slideLayouts/slideLayout159.xml"/><Relationship Id="rId15" Type="http://schemas.openxmlformats.org/officeDocument/2006/relationships/slideLayout" Target="../slideLayouts/slideLayout158.xml"/><Relationship Id="rId14" Type="http://schemas.openxmlformats.org/officeDocument/2006/relationships/slideLayout" Target="../slideLayouts/slideLayout157.xml"/><Relationship Id="rId13" Type="http://schemas.openxmlformats.org/officeDocument/2006/relationships/slideLayout" Target="../slideLayouts/slideLayout156.xml"/><Relationship Id="rId12" Type="http://schemas.openxmlformats.org/officeDocument/2006/relationships/slideLayout" Target="../slideLayouts/slideLayout155.xml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0.xml"/><Relationship Id="rId8" Type="http://schemas.openxmlformats.org/officeDocument/2006/relationships/slideLayout" Target="../slideLayouts/slideLayout169.xml"/><Relationship Id="rId7" Type="http://schemas.openxmlformats.org/officeDocument/2006/relationships/slideLayout" Target="../slideLayouts/slideLayout168.xml"/><Relationship Id="rId6" Type="http://schemas.openxmlformats.org/officeDocument/2006/relationships/slideLayout" Target="../slideLayouts/slideLayout167.xml"/><Relationship Id="rId5" Type="http://schemas.openxmlformats.org/officeDocument/2006/relationships/slideLayout" Target="../slideLayouts/slideLayout166.xml"/><Relationship Id="rId4" Type="http://schemas.openxmlformats.org/officeDocument/2006/relationships/slideLayout" Target="../slideLayouts/slideLayout165.xml"/><Relationship Id="rId3" Type="http://schemas.openxmlformats.org/officeDocument/2006/relationships/slideLayout" Target="../slideLayouts/slideLayout164.xml"/><Relationship Id="rId20" Type="http://schemas.openxmlformats.org/officeDocument/2006/relationships/theme" Target="../theme/theme23.xml"/><Relationship Id="rId2" Type="http://schemas.openxmlformats.org/officeDocument/2006/relationships/slideLayout" Target="../slideLayouts/slideLayout163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79.xml"/><Relationship Id="rId17" Type="http://schemas.openxmlformats.org/officeDocument/2006/relationships/slideLayout" Target="../slideLayouts/slideLayout178.xml"/><Relationship Id="rId16" Type="http://schemas.openxmlformats.org/officeDocument/2006/relationships/slideLayout" Target="../slideLayouts/slideLayout177.xml"/><Relationship Id="rId15" Type="http://schemas.openxmlformats.org/officeDocument/2006/relationships/slideLayout" Target="../slideLayouts/slideLayout176.xml"/><Relationship Id="rId14" Type="http://schemas.openxmlformats.org/officeDocument/2006/relationships/slideLayout" Target="../slideLayouts/slideLayout175.xml"/><Relationship Id="rId13" Type="http://schemas.openxmlformats.org/officeDocument/2006/relationships/slideLayout" Target="../slideLayouts/slideLayout174.xml"/><Relationship Id="rId12" Type="http://schemas.openxmlformats.org/officeDocument/2006/relationships/slideLayout" Target="../slideLayouts/slideLayout173.xml"/><Relationship Id="rId11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71.xml"/><Relationship Id="rId1" Type="http://schemas.openxmlformats.org/officeDocument/2006/relationships/slideLayout" Target="../slideLayouts/slideLayout162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8.xml"/><Relationship Id="rId8" Type="http://schemas.openxmlformats.org/officeDocument/2006/relationships/slideLayout" Target="../slideLayouts/slideLayout187.xml"/><Relationship Id="rId7" Type="http://schemas.openxmlformats.org/officeDocument/2006/relationships/slideLayout" Target="../slideLayouts/slideLayout186.xml"/><Relationship Id="rId6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84.xml"/><Relationship Id="rId4" Type="http://schemas.openxmlformats.org/officeDocument/2006/relationships/slideLayout" Target="../slideLayouts/slideLayout183.xml"/><Relationship Id="rId3" Type="http://schemas.openxmlformats.org/officeDocument/2006/relationships/slideLayout" Target="../slideLayouts/slideLayout182.xml"/><Relationship Id="rId20" Type="http://schemas.openxmlformats.org/officeDocument/2006/relationships/theme" Target="../theme/theme24.xml"/><Relationship Id="rId2" Type="http://schemas.openxmlformats.org/officeDocument/2006/relationships/slideLayout" Target="../slideLayouts/slideLayout181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97.xml"/><Relationship Id="rId17" Type="http://schemas.openxmlformats.org/officeDocument/2006/relationships/slideLayout" Target="../slideLayouts/slideLayout196.xml"/><Relationship Id="rId16" Type="http://schemas.openxmlformats.org/officeDocument/2006/relationships/slideLayout" Target="../slideLayouts/slideLayout195.xml"/><Relationship Id="rId15" Type="http://schemas.openxmlformats.org/officeDocument/2006/relationships/slideLayout" Target="../slideLayouts/slideLayout194.xml"/><Relationship Id="rId14" Type="http://schemas.openxmlformats.org/officeDocument/2006/relationships/slideLayout" Target="../slideLayouts/slideLayout193.xml"/><Relationship Id="rId13" Type="http://schemas.openxmlformats.org/officeDocument/2006/relationships/slideLayout" Target="../slideLayouts/slideLayout192.xml"/><Relationship Id="rId12" Type="http://schemas.openxmlformats.org/officeDocument/2006/relationships/slideLayout" Target="../slideLayouts/slideLayout191.xml"/><Relationship Id="rId11" Type="http://schemas.openxmlformats.org/officeDocument/2006/relationships/slideLayout" Target="../slideLayouts/slideLayout190.xml"/><Relationship Id="rId10" Type="http://schemas.openxmlformats.org/officeDocument/2006/relationships/slideLayout" Target="../slideLayouts/slideLayout189.xml"/><Relationship Id="rId1" Type="http://schemas.openxmlformats.org/officeDocument/2006/relationships/slideLayout" Target="../slideLayouts/slideLayout180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6.xml"/><Relationship Id="rId8" Type="http://schemas.openxmlformats.org/officeDocument/2006/relationships/slideLayout" Target="../slideLayouts/slideLayout205.xml"/><Relationship Id="rId7" Type="http://schemas.openxmlformats.org/officeDocument/2006/relationships/slideLayout" Target="../slideLayouts/slideLayout204.xml"/><Relationship Id="rId6" Type="http://schemas.openxmlformats.org/officeDocument/2006/relationships/slideLayout" Target="../slideLayouts/slideLayout203.xml"/><Relationship Id="rId5" Type="http://schemas.openxmlformats.org/officeDocument/2006/relationships/slideLayout" Target="../slideLayouts/slideLayout202.xml"/><Relationship Id="rId4" Type="http://schemas.openxmlformats.org/officeDocument/2006/relationships/slideLayout" Target="../slideLayouts/slideLayout201.xml"/><Relationship Id="rId3" Type="http://schemas.openxmlformats.org/officeDocument/2006/relationships/slideLayout" Target="../slideLayouts/slideLayout200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99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15.xml"/><Relationship Id="rId17" Type="http://schemas.openxmlformats.org/officeDocument/2006/relationships/slideLayout" Target="../slideLayouts/slideLayout214.xml"/><Relationship Id="rId16" Type="http://schemas.openxmlformats.org/officeDocument/2006/relationships/slideLayout" Target="../slideLayouts/slideLayout213.xml"/><Relationship Id="rId15" Type="http://schemas.openxmlformats.org/officeDocument/2006/relationships/slideLayout" Target="../slideLayouts/slideLayout212.xml"/><Relationship Id="rId14" Type="http://schemas.openxmlformats.org/officeDocument/2006/relationships/slideLayout" Target="../slideLayouts/slideLayout211.xml"/><Relationship Id="rId13" Type="http://schemas.openxmlformats.org/officeDocument/2006/relationships/slideLayout" Target="../slideLayouts/slideLayout210.xml"/><Relationship Id="rId12" Type="http://schemas.openxmlformats.org/officeDocument/2006/relationships/slideLayout" Target="../slideLayouts/slideLayout209.xml"/><Relationship Id="rId11" Type="http://schemas.openxmlformats.org/officeDocument/2006/relationships/slideLayout" Target="../slideLayouts/slideLayout208.xml"/><Relationship Id="rId10" Type="http://schemas.openxmlformats.org/officeDocument/2006/relationships/slideLayout" Target="../slideLayouts/slideLayout207.xml"/><Relationship Id="rId1" Type="http://schemas.openxmlformats.org/officeDocument/2006/relationships/slideLayout" Target="../slideLayouts/slideLayout198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4.xml"/><Relationship Id="rId8" Type="http://schemas.openxmlformats.org/officeDocument/2006/relationships/slideLayout" Target="../slideLayouts/slideLayout223.xml"/><Relationship Id="rId7" Type="http://schemas.openxmlformats.org/officeDocument/2006/relationships/slideLayout" Target="../slideLayouts/slideLayout222.xml"/><Relationship Id="rId6" Type="http://schemas.openxmlformats.org/officeDocument/2006/relationships/slideLayout" Target="../slideLayouts/slideLayout221.xml"/><Relationship Id="rId5" Type="http://schemas.openxmlformats.org/officeDocument/2006/relationships/slideLayout" Target="../slideLayouts/slideLayout220.xml"/><Relationship Id="rId4" Type="http://schemas.openxmlformats.org/officeDocument/2006/relationships/slideLayout" Target="../slideLayouts/slideLayout219.xml"/><Relationship Id="rId3" Type="http://schemas.openxmlformats.org/officeDocument/2006/relationships/slideLayout" Target="../slideLayouts/slideLayout218.xml"/><Relationship Id="rId20" Type="http://schemas.openxmlformats.org/officeDocument/2006/relationships/theme" Target="../theme/theme26.xml"/><Relationship Id="rId2" Type="http://schemas.openxmlformats.org/officeDocument/2006/relationships/slideLayout" Target="../slideLayouts/slideLayout217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33.xml"/><Relationship Id="rId17" Type="http://schemas.openxmlformats.org/officeDocument/2006/relationships/slideLayout" Target="../slideLayouts/slideLayout232.xml"/><Relationship Id="rId16" Type="http://schemas.openxmlformats.org/officeDocument/2006/relationships/slideLayout" Target="../slideLayouts/slideLayout231.xml"/><Relationship Id="rId15" Type="http://schemas.openxmlformats.org/officeDocument/2006/relationships/slideLayout" Target="../slideLayouts/slideLayout230.xml"/><Relationship Id="rId14" Type="http://schemas.openxmlformats.org/officeDocument/2006/relationships/slideLayout" Target="../slideLayouts/slideLayout229.xml"/><Relationship Id="rId13" Type="http://schemas.openxmlformats.org/officeDocument/2006/relationships/slideLayout" Target="../slideLayouts/slideLayout228.xml"/><Relationship Id="rId12" Type="http://schemas.openxmlformats.org/officeDocument/2006/relationships/slideLayout" Target="../slideLayouts/slideLayout227.xml"/><Relationship Id="rId11" Type="http://schemas.openxmlformats.org/officeDocument/2006/relationships/slideLayout" Target="../slideLayouts/slideLayout226.xml"/><Relationship Id="rId10" Type="http://schemas.openxmlformats.org/officeDocument/2006/relationships/slideLayout" Target="../slideLayouts/slideLayout225.xml"/><Relationship Id="rId1" Type="http://schemas.openxmlformats.org/officeDocument/2006/relationships/slideLayout" Target="../slideLayouts/slideLayout216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2.xml"/><Relationship Id="rId8" Type="http://schemas.openxmlformats.org/officeDocument/2006/relationships/slideLayout" Target="../slideLayouts/slideLayout241.xml"/><Relationship Id="rId7" Type="http://schemas.openxmlformats.org/officeDocument/2006/relationships/slideLayout" Target="../slideLayouts/slideLayout240.xml"/><Relationship Id="rId6" Type="http://schemas.openxmlformats.org/officeDocument/2006/relationships/slideLayout" Target="../slideLayouts/slideLayout239.xml"/><Relationship Id="rId5" Type="http://schemas.openxmlformats.org/officeDocument/2006/relationships/slideLayout" Target="../slideLayouts/slideLayout238.xml"/><Relationship Id="rId4" Type="http://schemas.openxmlformats.org/officeDocument/2006/relationships/slideLayout" Target="../slideLayouts/slideLayout237.xml"/><Relationship Id="rId3" Type="http://schemas.openxmlformats.org/officeDocument/2006/relationships/slideLayout" Target="../slideLayouts/slideLayout236.xml"/><Relationship Id="rId20" Type="http://schemas.openxmlformats.org/officeDocument/2006/relationships/theme" Target="../theme/theme27.xml"/><Relationship Id="rId2" Type="http://schemas.openxmlformats.org/officeDocument/2006/relationships/slideLayout" Target="../slideLayouts/slideLayout235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51.xml"/><Relationship Id="rId17" Type="http://schemas.openxmlformats.org/officeDocument/2006/relationships/slideLayout" Target="../slideLayouts/slideLayout250.xml"/><Relationship Id="rId16" Type="http://schemas.openxmlformats.org/officeDocument/2006/relationships/slideLayout" Target="../slideLayouts/slideLayout249.xml"/><Relationship Id="rId15" Type="http://schemas.openxmlformats.org/officeDocument/2006/relationships/slideLayout" Target="../slideLayouts/slideLayout248.xml"/><Relationship Id="rId14" Type="http://schemas.openxmlformats.org/officeDocument/2006/relationships/slideLayout" Target="../slideLayouts/slideLayout247.xml"/><Relationship Id="rId13" Type="http://schemas.openxmlformats.org/officeDocument/2006/relationships/slideLayout" Target="../slideLayouts/slideLayout246.xml"/><Relationship Id="rId12" Type="http://schemas.openxmlformats.org/officeDocument/2006/relationships/slideLayout" Target="../slideLayouts/slideLayout245.xml"/><Relationship Id="rId11" Type="http://schemas.openxmlformats.org/officeDocument/2006/relationships/slideLayout" Target="../slideLayouts/slideLayout244.xml"/><Relationship Id="rId10" Type="http://schemas.openxmlformats.org/officeDocument/2006/relationships/slideLayout" Target="../slideLayouts/slideLayout243.xml"/><Relationship Id="rId1" Type="http://schemas.openxmlformats.org/officeDocument/2006/relationships/slideLayout" Target="../slideLayouts/slideLayout234.xml"/></Relationships>
</file>

<file path=ppt/slideMasters/_rels/slideMaster28.xml.rels><?xml version="1.0" encoding="UTF-8" standalone="yes"?>
<Relationships xmlns="http://schemas.openxmlformats.org/package/2006/relationships"><Relationship Id="rId4" Type="http://schemas.openxmlformats.org/officeDocument/2006/relationships/theme" Target="../theme/theme28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2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1.xml"/><Relationship Id="rId8" Type="http://schemas.openxmlformats.org/officeDocument/2006/relationships/slideLayout" Target="../slideLayouts/slideLayout260.xml"/><Relationship Id="rId7" Type="http://schemas.openxmlformats.org/officeDocument/2006/relationships/slideLayout" Target="../slideLayouts/slideLayout259.xml"/><Relationship Id="rId6" Type="http://schemas.openxmlformats.org/officeDocument/2006/relationships/slideLayout" Target="../slideLayouts/slideLayout258.xml"/><Relationship Id="rId5" Type="http://schemas.openxmlformats.org/officeDocument/2006/relationships/slideLayout" Target="../slideLayouts/slideLayout257.xml"/><Relationship Id="rId4" Type="http://schemas.openxmlformats.org/officeDocument/2006/relationships/slideLayout" Target="../slideLayouts/slideLayout256.xml"/><Relationship Id="rId3" Type="http://schemas.openxmlformats.org/officeDocument/2006/relationships/slideLayout" Target="../slideLayouts/slideLayout255.xml"/><Relationship Id="rId22" Type="http://schemas.openxmlformats.org/officeDocument/2006/relationships/theme" Target="../theme/theme29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54.xml"/><Relationship Id="rId19" Type="http://schemas.openxmlformats.org/officeDocument/2006/relationships/slideLayout" Target="../slideLayouts/slideLayout271.xml"/><Relationship Id="rId18" Type="http://schemas.openxmlformats.org/officeDocument/2006/relationships/slideLayout" Target="../slideLayouts/slideLayout270.xml"/><Relationship Id="rId17" Type="http://schemas.openxmlformats.org/officeDocument/2006/relationships/slideLayout" Target="../slideLayouts/slideLayout269.xml"/><Relationship Id="rId16" Type="http://schemas.openxmlformats.org/officeDocument/2006/relationships/slideLayout" Target="../slideLayouts/slideLayout268.xml"/><Relationship Id="rId15" Type="http://schemas.openxmlformats.org/officeDocument/2006/relationships/slideLayout" Target="../slideLayouts/slideLayout267.xml"/><Relationship Id="rId14" Type="http://schemas.openxmlformats.org/officeDocument/2006/relationships/slideLayout" Target="../slideLayouts/slideLayout266.xml"/><Relationship Id="rId13" Type="http://schemas.openxmlformats.org/officeDocument/2006/relationships/slideLayout" Target="../slideLayouts/slideLayout265.xml"/><Relationship Id="rId12" Type="http://schemas.openxmlformats.org/officeDocument/2006/relationships/slideLayout" Target="../slideLayouts/slideLayout264.xml"/><Relationship Id="rId11" Type="http://schemas.openxmlformats.org/officeDocument/2006/relationships/slideLayout" Target="../slideLayouts/slideLayout263.xml"/><Relationship Id="rId10" Type="http://schemas.openxmlformats.org/officeDocument/2006/relationships/slideLayout" Target="../slideLayouts/slideLayout262.xml"/><Relationship Id="rId1" Type="http://schemas.openxmlformats.org/officeDocument/2006/relationships/slideLayout" Target="../slideLayouts/slideLayout253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1.xml"/><Relationship Id="rId8" Type="http://schemas.openxmlformats.org/officeDocument/2006/relationships/slideLayout" Target="../slideLayouts/slideLayout280.xml"/><Relationship Id="rId7" Type="http://schemas.openxmlformats.org/officeDocument/2006/relationships/slideLayout" Target="../slideLayouts/slideLayout279.xml"/><Relationship Id="rId6" Type="http://schemas.openxmlformats.org/officeDocument/2006/relationships/slideLayout" Target="../slideLayouts/slideLayout278.xml"/><Relationship Id="rId5" Type="http://schemas.openxmlformats.org/officeDocument/2006/relationships/slideLayout" Target="../slideLayouts/slideLayout277.xml"/><Relationship Id="rId4" Type="http://schemas.openxmlformats.org/officeDocument/2006/relationships/slideLayout" Target="../slideLayouts/slideLayout276.xml"/><Relationship Id="rId3" Type="http://schemas.openxmlformats.org/officeDocument/2006/relationships/slideLayout" Target="../slideLayouts/slideLayout275.xml"/><Relationship Id="rId22" Type="http://schemas.openxmlformats.org/officeDocument/2006/relationships/theme" Target="../theme/theme30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74.xml"/><Relationship Id="rId19" Type="http://schemas.openxmlformats.org/officeDocument/2006/relationships/slideLayout" Target="../slideLayouts/slideLayout291.xml"/><Relationship Id="rId18" Type="http://schemas.openxmlformats.org/officeDocument/2006/relationships/slideLayout" Target="../slideLayouts/slideLayout290.xml"/><Relationship Id="rId17" Type="http://schemas.openxmlformats.org/officeDocument/2006/relationships/slideLayout" Target="../slideLayouts/slideLayout289.xml"/><Relationship Id="rId16" Type="http://schemas.openxmlformats.org/officeDocument/2006/relationships/slideLayout" Target="../slideLayouts/slideLayout288.xml"/><Relationship Id="rId15" Type="http://schemas.openxmlformats.org/officeDocument/2006/relationships/slideLayout" Target="../slideLayouts/slideLayout287.xml"/><Relationship Id="rId14" Type="http://schemas.openxmlformats.org/officeDocument/2006/relationships/slideLayout" Target="../slideLayouts/slideLayout286.xml"/><Relationship Id="rId13" Type="http://schemas.openxmlformats.org/officeDocument/2006/relationships/slideLayout" Target="../slideLayouts/slideLayout285.xml"/><Relationship Id="rId12" Type="http://schemas.openxmlformats.org/officeDocument/2006/relationships/slideLayout" Target="../slideLayouts/slideLayout284.xml"/><Relationship Id="rId11" Type="http://schemas.openxmlformats.org/officeDocument/2006/relationships/slideLayout" Target="../slideLayouts/slideLayout283.xml"/><Relationship Id="rId10" Type="http://schemas.openxmlformats.org/officeDocument/2006/relationships/slideLayout" Target="../slideLayouts/slideLayout282.xml"/><Relationship Id="rId1" Type="http://schemas.openxmlformats.org/officeDocument/2006/relationships/slideLayout" Target="../slideLayouts/slideLayout273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1.xml"/><Relationship Id="rId8" Type="http://schemas.openxmlformats.org/officeDocument/2006/relationships/slideLayout" Target="../slideLayouts/slideLayout300.xml"/><Relationship Id="rId7" Type="http://schemas.openxmlformats.org/officeDocument/2006/relationships/slideLayout" Target="../slideLayouts/slideLayout299.xml"/><Relationship Id="rId6" Type="http://schemas.openxmlformats.org/officeDocument/2006/relationships/slideLayout" Target="../slideLayouts/slideLayout298.xml"/><Relationship Id="rId5" Type="http://schemas.openxmlformats.org/officeDocument/2006/relationships/slideLayout" Target="../slideLayouts/slideLayout297.xml"/><Relationship Id="rId4" Type="http://schemas.openxmlformats.org/officeDocument/2006/relationships/slideLayout" Target="../slideLayouts/slideLayout296.xml"/><Relationship Id="rId3" Type="http://schemas.openxmlformats.org/officeDocument/2006/relationships/slideLayout" Target="../slideLayouts/slideLayout295.xml"/><Relationship Id="rId22" Type="http://schemas.openxmlformats.org/officeDocument/2006/relationships/theme" Target="../theme/theme31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294.xml"/><Relationship Id="rId19" Type="http://schemas.openxmlformats.org/officeDocument/2006/relationships/slideLayout" Target="../slideLayouts/slideLayout311.xml"/><Relationship Id="rId18" Type="http://schemas.openxmlformats.org/officeDocument/2006/relationships/slideLayout" Target="../slideLayouts/slideLayout310.xml"/><Relationship Id="rId17" Type="http://schemas.openxmlformats.org/officeDocument/2006/relationships/slideLayout" Target="../slideLayouts/slideLayout309.xml"/><Relationship Id="rId16" Type="http://schemas.openxmlformats.org/officeDocument/2006/relationships/slideLayout" Target="../slideLayouts/slideLayout308.xml"/><Relationship Id="rId15" Type="http://schemas.openxmlformats.org/officeDocument/2006/relationships/slideLayout" Target="../slideLayouts/slideLayout307.xml"/><Relationship Id="rId14" Type="http://schemas.openxmlformats.org/officeDocument/2006/relationships/slideLayout" Target="../slideLayouts/slideLayout306.xml"/><Relationship Id="rId13" Type="http://schemas.openxmlformats.org/officeDocument/2006/relationships/slideLayout" Target="../slideLayouts/slideLayout305.xml"/><Relationship Id="rId12" Type="http://schemas.openxmlformats.org/officeDocument/2006/relationships/slideLayout" Target="../slideLayouts/slideLayout304.xml"/><Relationship Id="rId11" Type="http://schemas.openxmlformats.org/officeDocument/2006/relationships/slideLayout" Target="../slideLayouts/slideLayout303.xml"/><Relationship Id="rId10" Type="http://schemas.openxmlformats.org/officeDocument/2006/relationships/slideLayout" Target="../slideLayouts/slideLayout302.xml"/><Relationship Id="rId1" Type="http://schemas.openxmlformats.org/officeDocument/2006/relationships/slideLayout" Target="../slideLayouts/slideLayout293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1.xml"/><Relationship Id="rId8" Type="http://schemas.openxmlformats.org/officeDocument/2006/relationships/slideLayout" Target="../slideLayouts/slideLayout320.xml"/><Relationship Id="rId7" Type="http://schemas.openxmlformats.org/officeDocument/2006/relationships/slideLayout" Target="../slideLayouts/slideLayout319.xml"/><Relationship Id="rId6" Type="http://schemas.openxmlformats.org/officeDocument/2006/relationships/slideLayout" Target="../slideLayouts/slideLayout318.xml"/><Relationship Id="rId5" Type="http://schemas.openxmlformats.org/officeDocument/2006/relationships/slideLayout" Target="../slideLayouts/slideLayout317.xml"/><Relationship Id="rId4" Type="http://schemas.openxmlformats.org/officeDocument/2006/relationships/slideLayout" Target="../slideLayouts/slideLayout316.xml"/><Relationship Id="rId3" Type="http://schemas.openxmlformats.org/officeDocument/2006/relationships/slideLayout" Target="../slideLayouts/slideLayout315.xml"/><Relationship Id="rId2" Type="http://schemas.openxmlformats.org/officeDocument/2006/relationships/slideLayout" Target="../slideLayouts/slideLayout314.xml"/><Relationship Id="rId13" Type="http://schemas.openxmlformats.org/officeDocument/2006/relationships/theme" Target="../theme/theme32.xml"/><Relationship Id="rId12" Type="http://schemas.openxmlformats.org/officeDocument/2006/relationships/slideLayout" Target="../slideLayouts/slideLayout324.xml"/><Relationship Id="rId11" Type="http://schemas.openxmlformats.org/officeDocument/2006/relationships/slideLayout" Target="../slideLayouts/slideLayout323.xml"/><Relationship Id="rId10" Type="http://schemas.openxmlformats.org/officeDocument/2006/relationships/slideLayout" Target="../slideLayouts/slideLayout322.xml"/><Relationship Id="rId1" Type="http://schemas.openxmlformats.org/officeDocument/2006/relationships/slideLayout" Target="../slideLayouts/slideLayout313.xml"/></Relationships>
</file>

<file path=ppt/slideMasters/_rels/slideMaster3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3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5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4.xml"/><Relationship Id="rId8" Type="http://schemas.openxmlformats.org/officeDocument/2006/relationships/slideLayout" Target="../slideLayouts/slideLayout333.xml"/><Relationship Id="rId7" Type="http://schemas.openxmlformats.org/officeDocument/2006/relationships/slideLayout" Target="../slideLayouts/slideLayout332.xml"/><Relationship Id="rId6" Type="http://schemas.openxmlformats.org/officeDocument/2006/relationships/slideLayout" Target="../slideLayouts/slideLayout331.xml"/><Relationship Id="rId5" Type="http://schemas.openxmlformats.org/officeDocument/2006/relationships/slideLayout" Target="../slideLayouts/slideLayout330.xml"/><Relationship Id="rId4" Type="http://schemas.openxmlformats.org/officeDocument/2006/relationships/slideLayout" Target="../slideLayouts/slideLayout329.xml"/><Relationship Id="rId3" Type="http://schemas.openxmlformats.org/officeDocument/2006/relationships/slideLayout" Target="../slideLayouts/slideLayout328.xml"/><Relationship Id="rId22" Type="http://schemas.openxmlformats.org/officeDocument/2006/relationships/theme" Target="../theme/theme34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45.xml"/><Relationship Id="rId2" Type="http://schemas.openxmlformats.org/officeDocument/2006/relationships/slideLayout" Target="../slideLayouts/slideLayout327.xml"/><Relationship Id="rId19" Type="http://schemas.openxmlformats.org/officeDocument/2006/relationships/slideLayout" Target="../slideLayouts/slideLayout344.xml"/><Relationship Id="rId18" Type="http://schemas.openxmlformats.org/officeDocument/2006/relationships/slideLayout" Target="../slideLayouts/slideLayout343.xml"/><Relationship Id="rId17" Type="http://schemas.openxmlformats.org/officeDocument/2006/relationships/slideLayout" Target="../slideLayouts/slideLayout342.xml"/><Relationship Id="rId16" Type="http://schemas.openxmlformats.org/officeDocument/2006/relationships/slideLayout" Target="../slideLayouts/slideLayout341.xml"/><Relationship Id="rId15" Type="http://schemas.openxmlformats.org/officeDocument/2006/relationships/slideLayout" Target="../slideLayouts/slideLayout340.xml"/><Relationship Id="rId14" Type="http://schemas.openxmlformats.org/officeDocument/2006/relationships/slideLayout" Target="../slideLayouts/slideLayout339.xml"/><Relationship Id="rId13" Type="http://schemas.openxmlformats.org/officeDocument/2006/relationships/slideLayout" Target="../slideLayouts/slideLayout338.xml"/><Relationship Id="rId12" Type="http://schemas.openxmlformats.org/officeDocument/2006/relationships/slideLayout" Target="../slideLayouts/slideLayout337.xml"/><Relationship Id="rId11" Type="http://schemas.openxmlformats.org/officeDocument/2006/relationships/slideLayout" Target="../slideLayouts/slideLayout336.xml"/><Relationship Id="rId10" Type="http://schemas.openxmlformats.org/officeDocument/2006/relationships/slideLayout" Target="../slideLayouts/slideLayout335.xml"/><Relationship Id="rId1" Type="http://schemas.openxmlformats.org/officeDocument/2006/relationships/slideLayout" Target="../slideLayouts/slideLayout326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46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47.xml"/></Relationships>
</file>

<file path=ppt/slideMasters/_rels/slideMaster37.xml.rels><?xml version="1.0" encoding="UTF-8" standalone="yes"?>
<Relationships xmlns="http://schemas.openxmlformats.org/package/2006/relationships"><Relationship Id="rId4" Type="http://schemas.openxmlformats.org/officeDocument/2006/relationships/theme" Target="../theme/theme3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8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7.xml"/><Relationship Id="rId8" Type="http://schemas.openxmlformats.org/officeDocument/2006/relationships/slideLayout" Target="../slideLayouts/slideLayout356.xml"/><Relationship Id="rId7" Type="http://schemas.openxmlformats.org/officeDocument/2006/relationships/slideLayout" Target="../slideLayouts/slideLayout355.xml"/><Relationship Id="rId6" Type="http://schemas.openxmlformats.org/officeDocument/2006/relationships/slideLayout" Target="../slideLayouts/slideLayout354.xml"/><Relationship Id="rId5" Type="http://schemas.openxmlformats.org/officeDocument/2006/relationships/slideLayout" Target="../slideLayouts/slideLayout353.xml"/><Relationship Id="rId4" Type="http://schemas.openxmlformats.org/officeDocument/2006/relationships/slideLayout" Target="../slideLayouts/slideLayout352.xml"/><Relationship Id="rId3" Type="http://schemas.openxmlformats.org/officeDocument/2006/relationships/slideLayout" Target="../slideLayouts/slideLayout351.xml"/><Relationship Id="rId20" Type="http://schemas.openxmlformats.org/officeDocument/2006/relationships/theme" Target="../theme/theme38.xml"/><Relationship Id="rId2" Type="http://schemas.openxmlformats.org/officeDocument/2006/relationships/slideLayout" Target="../slideLayouts/slideLayout35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66.xml"/><Relationship Id="rId17" Type="http://schemas.openxmlformats.org/officeDocument/2006/relationships/slideLayout" Target="../slideLayouts/slideLayout365.xml"/><Relationship Id="rId16" Type="http://schemas.openxmlformats.org/officeDocument/2006/relationships/slideLayout" Target="../slideLayouts/slideLayout364.xml"/><Relationship Id="rId15" Type="http://schemas.openxmlformats.org/officeDocument/2006/relationships/slideLayout" Target="../slideLayouts/slideLayout363.xml"/><Relationship Id="rId14" Type="http://schemas.openxmlformats.org/officeDocument/2006/relationships/slideLayout" Target="../slideLayouts/slideLayout362.xml"/><Relationship Id="rId13" Type="http://schemas.openxmlformats.org/officeDocument/2006/relationships/slideLayout" Target="../slideLayouts/slideLayout361.xml"/><Relationship Id="rId12" Type="http://schemas.openxmlformats.org/officeDocument/2006/relationships/slideLayout" Target="../slideLayouts/slideLayout360.xml"/><Relationship Id="rId11" Type="http://schemas.openxmlformats.org/officeDocument/2006/relationships/slideLayout" Target="../slideLayouts/slideLayout359.xml"/><Relationship Id="rId10" Type="http://schemas.openxmlformats.org/officeDocument/2006/relationships/slideLayout" Target="../slideLayouts/slideLayout358.xml"/><Relationship Id="rId1" Type="http://schemas.openxmlformats.org/officeDocument/2006/relationships/slideLayout" Target="../slideLayouts/slideLayout349.xml"/></Relationships>
</file>

<file path=ppt/slideMasters/_rels/slideMaster39.xml.rels><?xml version="1.0" encoding="UTF-8" standalone="yes"?>
<Relationships xmlns="http://schemas.openxmlformats.org/package/2006/relationships"><Relationship Id="rId4" Type="http://schemas.openxmlformats.org/officeDocument/2006/relationships/theme" Target="../theme/theme3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67.xml"/></Relationships>
</file>

<file path=ppt/slideMasters/_rels/slideMaster40.xml.rels><?xml version="1.0" encoding="UTF-8" standalone="yes"?>
<Relationships xmlns="http://schemas.openxmlformats.org/package/2006/relationships"><Relationship Id="rId4" Type="http://schemas.openxmlformats.org/officeDocument/2006/relationships/theme" Target="../theme/theme40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8.xml"/></Relationships>
</file>

<file path=ppt/slideMasters/_rels/slideMaster41.xml.rels><?xml version="1.0" encoding="UTF-8" standalone="yes"?>
<Relationships xmlns="http://schemas.openxmlformats.org/package/2006/relationships"><Relationship Id="rId4" Type="http://schemas.openxmlformats.org/officeDocument/2006/relationships/theme" Target="../theme/theme41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9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8.xml"/><Relationship Id="rId8" Type="http://schemas.openxmlformats.org/officeDocument/2006/relationships/slideLayout" Target="../slideLayouts/slideLayout377.xml"/><Relationship Id="rId7" Type="http://schemas.openxmlformats.org/officeDocument/2006/relationships/slideLayout" Target="../slideLayouts/slideLayout376.xml"/><Relationship Id="rId6" Type="http://schemas.openxmlformats.org/officeDocument/2006/relationships/slideLayout" Target="../slideLayouts/slideLayout375.xml"/><Relationship Id="rId5" Type="http://schemas.openxmlformats.org/officeDocument/2006/relationships/slideLayout" Target="../slideLayouts/slideLayout374.xml"/><Relationship Id="rId4" Type="http://schemas.openxmlformats.org/officeDocument/2006/relationships/slideLayout" Target="../slideLayouts/slideLayout373.xml"/><Relationship Id="rId3" Type="http://schemas.openxmlformats.org/officeDocument/2006/relationships/slideLayout" Target="../slideLayouts/slideLayout372.xml"/><Relationship Id="rId22" Type="http://schemas.openxmlformats.org/officeDocument/2006/relationships/theme" Target="../theme/theme42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71.xml"/><Relationship Id="rId19" Type="http://schemas.openxmlformats.org/officeDocument/2006/relationships/slideLayout" Target="../slideLayouts/slideLayout388.xml"/><Relationship Id="rId18" Type="http://schemas.openxmlformats.org/officeDocument/2006/relationships/slideLayout" Target="../slideLayouts/slideLayout387.xml"/><Relationship Id="rId17" Type="http://schemas.openxmlformats.org/officeDocument/2006/relationships/slideLayout" Target="../slideLayouts/slideLayout386.xml"/><Relationship Id="rId16" Type="http://schemas.openxmlformats.org/officeDocument/2006/relationships/slideLayout" Target="../slideLayouts/slideLayout385.xml"/><Relationship Id="rId15" Type="http://schemas.openxmlformats.org/officeDocument/2006/relationships/slideLayout" Target="../slideLayouts/slideLayout384.xml"/><Relationship Id="rId14" Type="http://schemas.openxmlformats.org/officeDocument/2006/relationships/slideLayout" Target="../slideLayouts/slideLayout383.xml"/><Relationship Id="rId13" Type="http://schemas.openxmlformats.org/officeDocument/2006/relationships/slideLayout" Target="../slideLayouts/slideLayout382.xml"/><Relationship Id="rId12" Type="http://schemas.openxmlformats.org/officeDocument/2006/relationships/slideLayout" Target="../slideLayouts/slideLayout381.xml"/><Relationship Id="rId11" Type="http://schemas.openxmlformats.org/officeDocument/2006/relationships/slideLayout" Target="../slideLayouts/slideLayout380.xml"/><Relationship Id="rId10" Type="http://schemas.openxmlformats.org/officeDocument/2006/relationships/slideLayout" Target="../slideLayouts/slideLayout379.xml"/><Relationship Id="rId1" Type="http://schemas.openxmlformats.org/officeDocument/2006/relationships/slideLayout" Target="../slideLayouts/slideLayout370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8.xml"/><Relationship Id="rId8" Type="http://schemas.openxmlformats.org/officeDocument/2006/relationships/slideLayout" Target="../slideLayouts/slideLayout397.xml"/><Relationship Id="rId7" Type="http://schemas.openxmlformats.org/officeDocument/2006/relationships/slideLayout" Target="../slideLayouts/slideLayout396.xml"/><Relationship Id="rId6" Type="http://schemas.openxmlformats.org/officeDocument/2006/relationships/slideLayout" Target="../slideLayouts/slideLayout395.xml"/><Relationship Id="rId5" Type="http://schemas.openxmlformats.org/officeDocument/2006/relationships/slideLayout" Target="../slideLayouts/slideLayout394.xml"/><Relationship Id="rId4" Type="http://schemas.openxmlformats.org/officeDocument/2006/relationships/slideLayout" Target="../slideLayouts/slideLayout393.xml"/><Relationship Id="rId3" Type="http://schemas.openxmlformats.org/officeDocument/2006/relationships/slideLayout" Target="../slideLayouts/slideLayout392.xml"/><Relationship Id="rId22" Type="http://schemas.openxmlformats.org/officeDocument/2006/relationships/theme" Target="../theme/theme43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409.xml"/><Relationship Id="rId2" Type="http://schemas.openxmlformats.org/officeDocument/2006/relationships/slideLayout" Target="../slideLayouts/slideLayout391.xml"/><Relationship Id="rId19" Type="http://schemas.openxmlformats.org/officeDocument/2006/relationships/slideLayout" Target="../slideLayouts/slideLayout408.xml"/><Relationship Id="rId18" Type="http://schemas.openxmlformats.org/officeDocument/2006/relationships/slideLayout" Target="../slideLayouts/slideLayout407.xml"/><Relationship Id="rId17" Type="http://schemas.openxmlformats.org/officeDocument/2006/relationships/slideLayout" Target="../slideLayouts/slideLayout406.xml"/><Relationship Id="rId16" Type="http://schemas.openxmlformats.org/officeDocument/2006/relationships/slideLayout" Target="../slideLayouts/slideLayout405.xml"/><Relationship Id="rId15" Type="http://schemas.openxmlformats.org/officeDocument/2006/relationships/slideLayout" Target="../slideLayouts/slideLayout404.xml"/><Relationship Id="rId14" Type="http://schemas.openxmlformats.org/officeDocument/2006/relationships/slideLayout" Target="../slideLayouts/slideLayout403.xml"/><Relationship Id="rId13" Type="http://schemas.openxmlformats.org/officeDocument/2006/relationships/slideLayout" Target="../slideLayouts/slideLayout402.xml"/><Relationship Id="rId12" Type="http://schemas.openxmlformats.org/officeDocument/2006/relationships/slideLayout" Target="../slideLayouts/slideLayout401.xml"/><Relationship Id="rId11" Type="http://schemas.openxmlformats.org/officeDocument/2006/relationships/slideLayout" Target="../slideLayouts/slideLayout400.xml"/><Relationship Id="rId10" Type="http://schemas.openxmlformats.org/officeDocument/2006/relationships/slideLayout" Target="../slideLayouts/slideLayout399.xml"/><Relationship Id="rId1" Type="http://schemas.openxmlformats.org/officeDocument/2006/relationships/slideLayout" Target="../slideLayouts/slideLayout3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  <p:sldLayoutId id="214748377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  <p:sldLayoutId id="214748379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  <p:sldLayoutId id="2147483865" r:id="rId15"/>
    <p:sldLayoutId id="2147483866" r:id="rId16"/>
    <p:sldLayoutId id="2147483867" r:id="rId17"/>
    <p:sldLayoutId id="214748386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  <p:sldLayoutId id="2147483886" r:id="rId17"/>
    <p:sldLayoutId id="214748388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  <p:sldLayoutId id="2147483904" r:id="rId16"/>
    <p:sldLayoutId id="2147483905" r:id="rId17"/>
    <p:sldLayoutId id="214748390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  <p:sldLayoutId id="2147483919" r:id="rId12"/>
    <p:sldLayoutId id="2147483920" r:id="rId13"/>
    <p:sldLayoutId id="2147483921" r:id="rId14"/>
    <p:sldLayoutId id="2147483922" r:id="rId15"/>
    <p:sldLayoutId id="2147483923" r:id="rId16"/>
    <p:sldLayoutId id="2147483924" r:id="rId17"/>
    <p:sldLayoutId id="214748392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  <p:sldLayoutId id="2147483940" r:id="rId12"/>
    <p:sldLayoutId id="2147483941" r:id="rId13"/>
    <p:sldLayoutId id="2147483942" r:id="rId14"/>
    <p:sldLayoutId id="2147483943" r:id="rId15"/>
    <p:sldLayoutId id="2147483944" r:id="rId16"/>
    <p:sldLayoutId id="2147483945" r:id="rId17"/>
    <p:sldLayoutId id="2147483946" r:id="rId18"/>
    <p:sldLayoutId id="2147483947" r:id="rId19"/>
    <p:sldLayoutId id="214748394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51" r:id="rId2"/>
    <p:sldLayoutId id="2147483952" r:id="rId3"/>
    <p:sldLayoutId id="2147483953" r:id="rId4"/>
    <p:sldLayoutId id="2147483954" r:id="rId5"/>
    <p:sldLayoutId id="2147483955" r:id="rId6"/>
    <p:sldLayoutId id="2147483956" r:id="rId7"/>
    <p:sldLayoutId id="2147483957" r:id="rId8"/>
    <p:sldLayoutId id="2147483958" r:id="rId9"/>
    <p:sldLayoutId id="2147483959" r:id="rId10"/>
    <p:sldLayoutId id="2147483960" r:id="rId11"/>
    <p:sldLayoutId id="2147483961" r:id="rId12"/>
    <p:sldLayoutId id="2147483962" r:id="rId13"/>
    <p:sldLayoutId id="2147483963" r:id="rId14"/>
    <p:sldLayoutId id="2147483964" r:id="rId15"/>
    <p:sldLayoutId id="2147483965" r:id="rId16"/>
    <p:sldLayoutId id="2147483966" r:id="rId17"/>
    <p:sldLayoutId id="2147483967" r:id="rId18"/>
    <p:sldLayoutId id="2147483968" r:id="rId19"/>
    <p:sldLayoutId id="214748396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  <p:sldLayoutId id="2147483979" r:id="rId9"/>
    <p:sldLayoutId id="2147483980" r:id="rId10"/>
    <p:sldLayoutId id="2147483981" r:id="rId11"/>
    <p:sldLayoutId id="2147483982" r:id="rId12"/>
    <p:sldLayoutId id="2147483983" r:id="rId13"/>
    <p:sldLayoutId id="2147483984" r:id="rId14"/>
    <p:sldLayoutId id="2147483985" r:id="rId15"/>
    <p:sldLayoutId id="2147483986" r:id="rId16"/>
    <p:sldLayoutId id="2147483987" r:id="rId17"/>
    <p:sldLayoutId id="2147483988" r:id="rId18"/>
    <p:sldLayoutId id="2147483989" r:id="rId19"/>
    <p:sldLayoutId id="2147483990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  <p:sldLayoutId id="2147483995" r:id="rId4"/>
    <p:sldLayoutId id="2147483996" r:id="rId5"/>
    <p:sldLayoutId id="2147483997" r:id="rId6"/>
    <p:sldLayoutId id="2147483998" r:id="rId7"/>
    <p:sldLayoutId id="2147483999" r:id="rId8"/>
    <p:sldLayoutId id="2147484000" r:id="rId9"/>
    <p:sldLayoutId id="2147484001" r:id="rId10"/>
    <p:sldLayoutId id="2147484002" r:id="rId11"/>
    <p:sldLayoutId id="214748400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  <p:sldLayoutId id="2147484024" r:id="rId18"/>
    <p:sldLayoutId id="2147484025" r:id="rId19"/>
    <p:sldLayoutId id="2147484026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46" r:id="rId13"/>
    <p:sldLayoutId id="2147484047" r:id="rId14"/>
    <p:sldLayoutId id="2147484048" r:id="rId15"/>
    <p:sldLayoutId id="2147484049" r:id="rId16"/>
    <p:sldLayoutId id="2147484050" r:id="rId17"/>
    <p:sldLayoutId id="214748405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60" r:id="rId2"/>
    <p:sldLayoutId id="2147484061" r:id="rId3"/>
    <p:sldLayoutId id="2147484062" r:id="rId4"/>
    <p:sldLayoutId id="2147484063" r:id="rId5"/>
    <p:sldLayoutId id="2147484064" r:id="rId6"/>
    <p:sldLayoutId id="2147484065" r:id="rId7"/>
    <p:sldLayoutId id="2147484066" r:id="rId8"/>
    <p:sldLayoutId id="2147484067" r:id="rId9"/>
    <p:sldLayoutId id="2147484068" r:id="rId10"/>
    <p:sldLayoutId id="2147484069" r:id="rId11"/>
    <p:sldLayoutId id="2147484070" r:id="rId12"/>
    <p:sldLayoutId id="2147484071" r:id="rId13"/>
    <p:sldLayoutId id="2147484072" r:id="rId14"/>
    <p:sldLayoutId id="2147484073" r:id="rId15"/>
    <p:sldLayoutId id="2147484074" r:id="rId16"/>
    <p:sldLayoutId id="2147484075" r:id="rId17"/>
    <p:sldLayoutId id="2147484076" r:id="rId18"/>
    <p:sldLayoutId id="2147484077" r:id="rId19"/>
    <p:sldLayoutId id="214748407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0" r:id="rId1"/>
    <p:sldLayoutId id="2147484081" r:id="rId2"/>
    <p:sldLayoutId id="2147484082" r:id="rId3"/>
    <p:sldLayoutId id="2147484083" r:id="rId4"/>
    <p:sldLayoutId id="2147484084" r:id="rId5"/>
    <p:sldLayoutId id="2147484085" r:id="rId6"/>
    <p:sldLayoutId id="2147484086" r:id="rId7"/>
    <p:sldLayoutId id="2147484087" r:id="rId8"/>
    <p:sldLayoutId id="2147484088" r:id="rId9"/>
    <p:sldLayoutId id="2147484089" r:id="rId10"/>
    <p:sldLayoutId id="2147484090" r:id="rId11"/>
    <p:sldLayoutId id="2147484091" r:id="rId12"/>
    <p:sldLayoutId id="2147484092" r:id="rId13"/>
    <p:sldLayoutId id="2147484093" r:id="rId14"/>
    <p:sldLayoutId id="2147484094" r:id="rId15"/>
    <p:sldLayoutId id="2147484095" r:id="rId16"/>
    <p:sldLayoutId id="2147484096" r:id="rId17"/>
    <p:sldLayoutId id="2147484097" r:id="rId18"/>
    <p:sldLayoutId id="2147484098" r:id="rId19"/>
    <p:sldLayoutId id="214748409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24.xml"/><Relationship Id="rId2" Type="http://schemas.openxmlformats.org/officeDocument/2006/relationships/image" Target="../media/image13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3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tags" Target="../tags/tag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5.xml"/><Relationship Id="rId1" Type="http://schemas.openxmlformats.org/officeDocument/2006/relationships/hyperlink" Target="asserts/08-letter-system.png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22.png"/><Relationship Id="rId1" Type="http://schemas.openxmlformats.org/officeDocument/2006/relationships/tags" Target="../tags/tag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3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3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5895" y="2824480"/>
            <a:ext cx="9299575" cy="554227"/>
          </a:xfrm>
        </p:spPr>
        <p:txBody>
          <a:bodyPr/>
          <a:lstStyle/>
          <a:p>
            <a:r>
              <a:rPr lang="zh-CN" altLang="en-US" sz="2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sym typeface="+mn-ea"/>
              </a:rPr>
              <a:t>人和 AI 怎么分工</a:t>
            </a:r>
            <a:endParaRPr lang="zh-CN" altLang="en-US" sz="28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你心里，AI 是哪一种？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魔法棒：一点，啥都有了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玩具：好玩，但跟正事没关系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帮手：能干活，但你得会派活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选哪样，决定你这三年怎么用 AI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90 分 vs 40 分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90 分的人：把 AI 当帮手，知道怎么派活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40 分的人：把 AI 当玩具，偶尔当魔法棒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1409065" y="3316478"/>
            <a:ext cx="1024128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</a:rPr>
              <a:t>差的不是工具，是脑子里怎么想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/>
      <p:bldP spid="6349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同样写封信：第一句 vs 第二句</a:t>
            </a:r>
            <a:endParaRPr lang="zh-CN" altLang="en-US" sz="2800" b="1"/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/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5277485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第一句："帮我写封信。"——客气、工整，谁都不想要</a:t>
            </a:r>
            <a:endParaRPr lang="zh-CN" altLang="en-US" sz="1600" b="0"/>
          </a:p>
        </p:txBody>
      </p:sp>
      <p:sp>
        <p:nvSpPr>
          <p:cNvPr id="25" name="TextBox 24"/>
          <p:cNvSpPr txBox="1"/>
          <p:nvPr/>
        </p:nvSpPr>
        <p:spPr>
          <a:xfrm>
            <a:off x="914400" y="568045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第二句：说清给谁、要什么效果、什么语气、什么结尾——这才是派活</a:t>
            </a:r>
            <a:endParaRPr lang="zh-CN" altLang="en-US" sz="1600" b="0"/>
          </a:p>
        </p:txBody>
      </p:sp>
      <p:pic>
        <p:nvPicPr>
          <p:cNvPr id="1011" name="Picture 1010" descr="200占位_一封信对比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496" y="1055496"/>
            <a:ext cx="5303520" cy="39776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001000" y="5226685"/>
            <a:ext cx="3447415" cy="8299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这俩种思维差距到底在哪呢？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4964684" y="297561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“缺的不是问法，是框架。”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709920" y="22912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双三角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09</a:t>
            </a: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09</a:t>
            </a:r>
            <a:endParaRPr lang="zh-CN" altLang="en-US" sz="180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04035" y="207010"/>
            <a:ext cx="8583930" cy="6443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人类三角① 审美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审美＝一眼能看出：这东西好，还是不好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"判断结果好坏"，就是审美，归人，不归 AI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审美能练，但不是 AI 替你练的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人类三角② 体系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体系＝把乱糟糟的事，拆成几步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写教案：目标、重难点、环节、作业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说"按四段来"，AI 立刻像个人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人类三角③ 创造力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创造力＝提出新组合、新假设，不是写诗画画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这三个角，是人身上最值钱的，AI 替不了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AI 三角：场景、数据、基本功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场景：找到哪个环节值得让 AI 干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数据：喂标准、好例子、你的反馈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基本功：会提问、会调用工具、会迭代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判断结果好坏，归人的审美，不在 AI 基本功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3" name="TextBox 22"/>
          <p:cNvSpPr txBox="1"/>
          <p:nvPr/>
        </p:nvSpPr>
        <p:spPr>
          <a:xfrm>
            <a:off x="4403979" y="2970530"/>
            <a:ext cx="57607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该人干的活，你不应该交给</a:t>
            </a:r>
            <a:r>
              <a:rPr lang="en-US" altLang="zh-CN" sz="2600" b="0"/>
              <a:t>AI</a:t>
            </a:r>
            <a:endParaRPr lang="en-US" altLang="zh-CN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案例：学期末的一封信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16</a:t>
            </a:r>
            <a:endParaRPr lang="zh-CN" altLang="en-US" sz="1800"/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一个案例，把六个角全串起来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几十个学生，信写到半夜——AI 该上场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场景：期末，给每个学生一封"被看见"的信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审美：先找十封好信，知道什么叫好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案例二 / 场景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sz="2625" b="1">
                <a:solidFill>
                  <a:srgbClr val="18212B"/>
                </a:solidFill>
              </a:rPr>
              <a:t>案例二：学期末，给每位学生一封信</a:t>
            </a:r>
            <a:endParaRPr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80975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18212B"/>
                </a:solidFill>
              </a:defRPr>
            </a:pPr>
            <a:r>
              <a:rPr sz="2250" b="1">
                <a:solidFill>
                  <a:srgbClr val="18212B"/>
                </a:solidFill>
              </a:rPr>
              <a:t>目标：效率提高，但不丢掉老师的判断和情感。</a:t>
            </a:r>
            <a:endParaRPr sz="2250" b="1">
              <a:solidFill>
                <a:srgbClr val="18212B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1143000" y="2853055"/>
            <a:ext cx="9715500" cy="1143000"/>
          </a:xfrm>
          <a:prstGeom prst="roundRect">
            <a:avLst>
              <a:gd name="adj" fmla="val 16667"/>
            </a:avLst>
          </a:prstGeom>
          <a:solidFill>
            <a:srgbClr val="FFE9D7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762125" y="2997200"/>
            <a:ext cx="8477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2475" b="1">
                <a:solidFill>
                  <a:srgbClr val="F28B3C"/>
                </a:solidFill>
              </a:defRPr>
            </a:pPr>
            <a:r>
              <a:rPr sz="2475" b="1">
                <a:solidFill>
                  <a:srgbClr val="F28B3C"/>
                </a:solidFill>
              </a:rPr>
              <a:t>不是“你很努力，继续加油”</a:t>
            </a:r>
            <a:endParaRPr sz="2475" b="1">
              <a:solidFill>
                <a:srgbClr val="F28B3C"/>
              </a:solidFill>
            </a:endParaRPr>
          </a:p>
          <a:p>
            <a:pPr algn="ctr">
              <a:lnSpc>
                <a:spcPct val="112000"/>
              </a:lnSpc>
              <a:buNone/>
              <a:defRPr sz="2475" b="1">
                <a:solidFill>
                  <a:srgbClr val="F28B3C"/>
                </a:solidFill>
              </a:defRPr>
            </a:pPr>
            <a:r>
              <a:rPr sz="2475" b="1">
                <a:solidFill>
                  <a:srgbClr val="F28B3C"/>
                </a:solidFill>
              </a:rPr>
              <a:t>而是真正看见这个学生。</a:t>
            </a:r>
            <a:endParaRPr sz="2475" b="1">
              <a:solidFill>
                <a:srgbClr val="F28B3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31</a:t>
            </a:r>
            <a:endParaRPr sz="1050" b="0">
              <a:solidFill>
                <a:srgbClr val="5E6B78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207260" y="4581525"/>
            <a:ext cx="7145655" cy="6210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p>
            <a:pPr algn="ctr">
              <a:lnSpc>
                <a:spcPct val="112000"/>
              </a:lnSpc>
              <a:buNone/>
              <a:defRPr sz="2100" b="1">
                <a:solidFill>
                  <a:srgbClr val="F28B3C"/>
                </a:solidFill>
              </a:defRPr>
            </a:pPr>
            <a:r>
              <a:rPr sz="2800" b="1">
                <a:solidFill>
                  <a:srgbClr val="F28B3C"/>
                </a:solidFill>
              </a:rPr>
              <a:t>如果几十封信都一样，到底看见了谁？</a:t>
            </a:r>
            <a:endParaRPr sz="2800" b="1">
              <a:solidFill>
                <a:srgbClr val="F28B3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案例二 / 失败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sz="2625" b="1">
                <a:solidFill>
                  <a:srgbClr val="18212B"/>
                </a:solidFill>
              </a:rPr>
              <a:t>失败对照：正确，但空洞</a:t>
            </a:r>
            <a:endParaRPr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57250" y="2000250"/>
            <a:ext cx="4476750" cy="2476500"/>
          </a:xfrm>
          <a:prstGeom prst="roundRect">
            <a:avLst>
              <a:gd name="adj" fmla="val 6923"/>
            </a:avLst>
          </a:prstGeom>
          <a:solidFill>
            <a:srgbClr val="FFF4C9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38250" y="2476500"/>
            <a:ext cx="3714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2550" b="1">
                <a:solidFill>
                  <a:srgbClr val="5E6B78"/>
                </a:solidFill>
              </a:defRPr>
            </a:pPr>
            <a:r>
              <a:rPr sz="2550" b="1">
                <a:solidFill>
                  <a:srgbClr val="5E6B78"/>
                </a:solidFill>
              </a:rPr>
              <a:t>你很努力</a:t>
            </a:r>
            <a:endParaRPr sz="2550" b="1">
              <a:solidFill>
                <a:srgbClr val="5E6B78"/>
              </a:solidFill>
            </a:endParaRPr>
          </a:p>
          <a:p>
            <a:pPr algn="ctr">
              <a:lnSpc>
                <a:spcPct val="112000"/>
              </a:lnSpc>
              <a:buNone/>
              <a:defRPr sz="2550" b="1">
                <a:solidFill>
                  <a:srgbClr val="5E6B78"/>
                </a:solidFill>
              </a:defRPr>
            </a:pPr>
            <a:r>
              <a:rPr sz="2550" b="1">
                <a:solidFill>
                  <a:srgbClr val="5E6B78"/>
                </a:solidFill>
              </a:rPr>
              <a:t>继续加油</a:t>
            </a:r>
            <a:endParaRPr sz="2550" b="1">
              <a:solidFill>
                <a:srgbClr val="5E6B78"/>
              </a:solidFill>
            </a:endParaRPr>
          </a:p>
          <a:p>
            <a:pPr algn="ctr">
              <a:lnSpc>
                <a:spcPct val="112000"/>
              </a:lnSpc>
              <a:buNone/>
              <a:defRPr sz="2550" b="1">
                <a:solidFill>
                  <a:srgbClr val="5E6B78"/>
                </a:solidFill>
              </a:defRPr>
            </a:pPr>
            <a:r>
              <a:rPr sz="2550" b="1">
                <a:solidFill>
                  <a:srgbClr val="5E6B78"/>
                </a:solidFill>
              </a:rPr>
              <a:t>未来可期</a:t>
            </a:r>
            <a:endParaRPr sz="2550" b="1">
              <a:solidFill>
                <a:srgbClr val="5E6B78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0" y="2000250"/>
            <a:ext cx="4476750" cy="2476500"/>
          </a:xfrm>
          <a:prstGeom prst="roundRect">
            <a:avLst>
              <a:gd name="adj" fmla="val 6923"/>
            </a:avLst>
          </a:prstGeom>
          <a:solidFill>
            <a:srgbClr val="DFF4F1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239000" y="2476500"/>
            <a:ext cx="3714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2550" b="1">
                <a:solidFill>
                  <a:srgbClr val="37B7B0"/>
                </a:solidFill>
              </a:defRPr>
            </a:pPr>
            <a:r>
              <a:rPr sz="2550" b="1">
                <a:solidFill>
                  <a:srgbClr val="37B7B0"/>
                </a:solidFill>
              </a:rPr>
              <a:t>具体变化</a:t>
            </a:r>
            <a:endParaRPr sz="2550" b="1">
              <a:solidFill>
                <a:srgbClr val="37B7B0"/>
              </a:solidFill>
            </a:endParaRPr>
          </a:p>
          <a:p>
            <a:pPr algn="ctr">
              <a:lnSpc>
                <a:spcPct val="112000"/>
              </a:lnSpc>
              <a:buNone/>
              <a:defRPr sz="2550" b="1">
                <a:solidFill>
                  <a:srgbClr val="37B7B0"/>
                </a:solidFill>
              </a:defRPr>
            </a:pPr>
            <a:r>
              <a:rPr sz="2550" b="1">
                <a:solidFill>
                  <a:srgbClr val="37B7B0"/>
                </a:solidFill>
              </a:rPr>
              <a:t>真实事件</a:t>
            </a:r>
            <a:endParaRPr sz="2550" b="1">
              <a:solidFill>
                <a:srgbClr val="37B7B0"/>
              </a:solidFill>
            </a:endParaRPr>
          </a:p>
          <a:p>
            <a:pPr algn="ctr">
              <a:lnSpc>
                <a:spcPct val="112000"/>
              </a:lnSpc>
              <a:buNone/>
              <a:defRPr sz="2550" b="1">
                <a:solidFill>
                  <a:srgbClr val="37B7B0"/>
                </a:solidFill>
              </a:defRPr>
            </a:pPr>
            <a:r>
              <a:rPr sz="2550" b="1">
                <a:solidFill>
                  <a:srgbClr val="37B7B0"/>
                </a:solidFill>
              </a:rPr>
              <a:t>刚刚好的语气</a:t>
            </a:r>
            <a:endParaRPr sz="2550" b="1">
              <a:solidFill>
                <a:srgbClr val="37B7B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32</a:t>
            </a:r>
            <a:endParaRPr sz="1050" b="0">
              <a:solidFill>
                <a:srgbClr val="5E6B78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案例二 / AI三角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sz="2625" b="1">
                <a:solidFill>
                  <a:srgbClr val="18212B"/>
                </a:solidFill>
              </a:rPr>
              <a:t>AI三角准备一：先把场景说清楚</a:t>
            </a:r>
            <a:endParaRPr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238250" y="21907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450340" y="1988820"/>
            <a:ext cx="7200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8212B"/>
                </a:solidFill>
              </a:defRPr>
            </a:pPr>
            <a:r>
              <a:rPr sz="2800" b="0">
                <a:solidFill>
                  <a:srgbClr val="18212B"/>
                </a:solidFill>
              </a:rPr>
              <a:t>对象：某一个具体学生</a:t>
            </a:r>
            <a:endParaRPr sz="2800" b="0">
              <a:solidFill>
                <a:srgbClr val="18212B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238250" y="28765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450340" y="2665730"/>
            <a:ext cx="7200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8212B"/>
                </a:solidFill>
              </a:defRPr>
            </a:pPr>
            <a:r>
              <a:rPr sz="2800" b="0">
                <a:solidFill>
                  <a:srgbClr val="18212B"/>
                </a:solidFill>
              </a:rPr>
              <a:t>时间：学期结束</a:t>
            </a:r>
            <a:endParaRPr sz="2800" b="0">
              <a:solidFill>
                <a:srgbClr val="18212B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238250" y="3562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15415" y="3409315"/>
            <a:ext cx="7200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8212B"/>
                </a:solidFill>
              </a:defRPr>
            </a:pPr>
            <a:r>
              <a:rPr sz="2800" b="0">
                <a:solidFill>
                  <a:srgbClr val="18212B"/>
                </a:solidFill>
              </a:rPr>
              <a:t>目标：有真实洞察、</a:t>
            </a:r>
            <a:endParaRPr sz="2800" b="0">
              <a:solidFill>
                <a:srgbClr val="18212B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238250" y="4248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415415" y="4086860"/>
            <a:ext cx="7200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8212B"/>
                </a:solidFill>
              </a:defRPr>
            </a:pPr>
            <a:r>
              <a:rPr sz="2800" b="0">
                <a:solidFill>
                  <a:srgbClr val="18212B"/>
                </a:solidFill>
              </a:rPr>
              <a:t>边界：</a:t>
            </a:r>
            <a:r>
              <a:rPr lang="zh-CN" sz="2800" b="0">
                <a:solidFill>
                  <a:srgbClr val="18212B"/>
                </a:solidFill>
              </a:rPr>
              <a:t>每一封信都是独特的</a:t>
            </a:r>
            <a:endParaRPr lang="zh-CN" sz="2800" b="0">
              <a:solidFill>
                <a:srgbClr val="18212B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810625" y="2286000"/>
            <a:ext cx="1905000" cy="1714500"/>
          </a:xfrm>
          <a:prstGeom prst="roundRect">
            <a:avLst>
              <a:gd name="adj" fmla="val 50000"/>
            </a:avLst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144000" y="2857500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场景</a:t>
            </a:r>
            <a:endParaRPr sz="2550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34</a:t>
            </a:r>
            <a:endParaRPr sz="1050" b="0">
              <a:solidFill>
                <a:srgbClr val="5E6B78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lang="zh-CN" sz="1800" b="1">
                <a:solidFill>
                  <a:srgbClr val="18212B"/>
                </a:solidFill>
                <a:sym typeface="+mn-ea"/>
              </a:rPr>
              <a:t>互动</a:t>
            </a:r>
            <a:endParaRPr lang="zh-CN" sz="1800" b="1">
              <a:solidFill>
                <a:srgbClr val="18212B"/>
              </a:solidFill>
              <a:sym typeface="+mn-ea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08</a:t>
            </a:r>
            <a:endParaRPr sz="1050" b="0">
              <a:solidFill>
                <a:srgbClr val="5E6B78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03070" y="2061210"/>
            <a:ext cx="9092565" cy="1493520"/>
          </a:xfrm>
          <a:prstGeom prst="rect">
            <a:avLst/>
          </a:prstGeom>
        </p:spPr>
        <p:txBody>
          <a:bodyPr>
            <a:noAutofit/>
          </a:bodyPr>
          <a:p>
            <a:pPr indent="0">
              <a:buFont typeface="Arial" panose="020B0604020202090204"/>
              <a:buNone/>
            </a:pP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如果人工来写，要达到以上标准，你得花多少时间呢？</a:t>
            </a:r>
            <a:endParaRPr lang="zh-CN" altLang="en-US" sz="48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58925" y="4149090"/>
            <a:ext cx="9092565" cy="1493520"/>
          </a:xfrm>
          <a:prstGeom prst="rect">
            <a:avLst/>
          </a:prstGeom>
        </p:spPr>
        <p:txBody>
          <a:bodyPr>
            <a:noAutofit/>
          </a:bodyPr>
          <a:p>
            <a:pPr indent="0">
              <a:buFont typeface="Arial" panose="020B0604020202090204"/>
              <a:buNone/>
            </a:pP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猜猜我最后花了多少时间？哈哈！</a:t>
            </a:r>
            <a:endParaRPr lang="zh-CN" altLang="en-US" sz="48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2" grpId="0"/>
      <p:bldP spid="2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案例二 / 基本功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>
                <a:sym typeface="+mn-ea"/>
              </a:rPr>
              <a:t>AI三角准备</a:t>
            </a:r>
            <a:r>
              <a:rPr lang="zh-CN">
                <a:sym typeface="+mn-ea"/>
              </a:rPr>
              <a:t>二</a:t>
            </a:r>
            <a:r>
              <a:rPr lang="en-US" altLang="zh-CN">
                <a:sym typeface="+mn-ea"/>
              </a:rPr>
              <a:t>: </a:t>
            </a:r>
            <a:r>
              <a:rPr lang="zh-CN" altLang="en-US">
                <a:sym typeface="+mn-ea"/>
              </a:rPr>
              <a:t>基本功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提示词</a:t>
            </a:r>
            <a:endParaRPr lang="zh-CN" altLang="en-US">
              <a:sym typeface="+mn-ea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752600" y="2857500"/>
            <a:ext cx="7867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把碎片印象变成清晰洞察</a:t>
            </a:r>
            <a:endParaRPr sz="1650" b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752600" y="3352800"/>
            <a:ext cx="7867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找到一个具体、可追溯的锚点</a:t>
            </a:r>
            <a:endParaRPr sz="1650" b="0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752600" y="3848100"/>
            <a:ext cx="7867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基于确认后的洞察生成信件</a:t>
            </a:r>
            <a:endParaRPr sz="1650" b="0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752600" y="4343400"/>
            <a:ext cx="7867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语气不居高临下，建议不空洞</a:t>
            </a:r>
            <a:endParaRPr sz="1650" b="0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37</a:t>
            </a:r>
            <a:endParaRPr sz="1050" b="0">
              <a:solidFill>
                <a:srgbClr val="5E6B78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5800" y="2061210"/>
            <a:ext cx="11134725" cy="192405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135505" y="4581525"/>
            <a:ext cx="61283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最后的结果猜猜如何？</a:t>
            </a:r>
            <a:endParaRPr lang="zh-CN" altLang="en-US" sz="32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" y="1361440"/>
            <a:ext cx="11671300" cy="46018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lang="zh-CN" sz="1800" b="1">
                <a:solidFill>
                  <a:srgbClr val="18212B"/>
                </a:solidFill>
                <a:sym typeface="+mn-ea"/>
              </a:rPr>
              <a:t>互动</a:t>
            </a:r>
            <a:endParaRPr lang="zh-CN" sz="1800" b="1">
              <a:solidFill>
                <a:srgbClr val="18212B"/>
              </a:solidFill>
              <a:sym typeface="+mn-ea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08</a:t>
            </a:r>
            <a:endParaRPr sz="1050" b="0">
              <a:solidFill>
                <a:srgbClr val="5E6B78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75460" y="2493010"/>
            <a:ext cx="9092565" cy="1493520"/>
          </a:xfrm>
          <a:prstGeom prst="rect">
            <a:avLst/>
          </a:prstGeom>
        </p:spPr>
        <p:txBody>
          <a:bodyPr>
            <a:noAutofit/>
          </a:bodyPr>
          <a:p>
            <a:pPr indent="0">
              <a:buFont typeface="Arial" panose="020B0604020202090204"/>
              <a:buNone/>
            </a:pP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为啥最后的结果很</a:t>
            </a:r>
            <a:r>
              <a:rPr lang="zh-CN" altLang="en-US" sz="4800">
                <a:sym typeface="+mn-ea"/>
              </a:rPr>
              <a:t>空洞呢？</a:t>
            </a:r>
            <a:endParaRPr lang="zh-CN" altLang="en-US" sz="48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35730" y="4437380"/>
            <a:ext cx="58616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缺乏学生数据！！！</a:t>
            </a:r>
            <a:endParaRPr lang="zh-CN" altLang="en-US" sz="32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2" grpId="0"/>
      <p:bldP spid="2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案例二 / AI三角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sz="2625" b="1">
                <a:solidFill>
                  <a:srgbClr val="18212B"/>
                </a:solidFill>
              </a:rPr>
              <a:t>AI三角准备</a:t>
            </a:r>
            <a:r>
              <a:rPr lang="zh-CN" sz="2625" b="1">
                <a:solidFill>
                  <a:srgbClr val="18212B"/>
                </a:solidFill>
              </a:rPr>
              <a:t>三</a:t>
            </a:r>
            <a:r>
              <a:rPr sz="2625" b="1">
                <a:solidFill>
                  <a:srgbClr val="18212B"/>
                </a:solidFill>
              </a:rPr>
              <a:t>：把碎片记录变成数据</a:t>
            </a:r>
            <a:endParaRPr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11225" y="1700530"/>
            <a:ext cx="3581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8212B"/>
                </a:solidFill>
              </a:defRPr>
            </a:pPr>
            <a:r>
              <a:rPr sz="2800" b="0">
                <a:solidFill>
                  <a:srgbClr val="18212B"/>
                </a:solidFill>
              </a:rPr>
              <a:t>作业与成绩变化</a:t>
            </a:r>
            <a:endParaRPr sz="2800" b="0">
              <a:solidFill>
                <a:srgbClr val="18212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82980" y="2639060"/>
            <a:ext cx="3581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8212B"/>
                </a:solidFill>
              </a:defRPr>
            </a:pPr>
            <a:r>
              <a:rPr sz="2800" b="0">
                <a:solidFill>
                  <a:srgbClr val="18212B"/>
                </a:solidFill>
              </a:rPr>
              <a:t>课堂表现</a:t>
            </a:r>
            <a:endParaRPr sz="2800" b="0">
              <a:solidFill>
                <a:srgbClr val="18212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1225" y="3572510"/>
            <a:ext cx="405892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8212B"/>
                </a:solidFill>
              </a:defRPr>
            </a:pPr>
            <a:r>
              <a:rPr sz="2800" b="0">
                <a:solidFill>
                  <a:srgbClr val="18212B"/>
                </a:solidFill>
              </a:rPr>
              <a:t>老师与学生的谈话</a:t>
            </a:r>
            <a:r>
              <a:rPr lang="zh-CN" sz="2800" b="0">
                <a:solidFill>
                  <a:srgbClr val="18212B"/>
                </a:solidFill>
              </a:rPr>
              <a:t>记录</a:t>
            </a:r>
            <a:endParaRPr lang="zh-CN" sz="2800" b="0">
              <a:solidFill>
                <a:srgbClr val="18212B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35</a:t>
            </a:r>
            <a:endParaRPr sz="1050" b="0">
              <a:solidFill>
                <a:srgbClr val="5E6B78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82980" y="4505960"/>
            <a:ext cx="3581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p>
            <a:pPr algn="l">
              <a:lnSpc>
                <a:spcPct val="112000"/>
              </a:lnSpc>
              <a:buNone/>
              <a:defRPr sz="1650" b="0">
                <a:solidFill>
                  <a:srgbClr val="18212B"/>
                </a:solidFill>
              </a:defRPr>
            </a:pPr>
            <a:r>
              <a:rPr lang="zh-CN" sz="2800" b="0">
                <a:solidFill>
                  <a:srgbClr val="18212B"/>
                </a:solidFill>
              </a:rPr>
              <a:t>语气类型库</a:t>
            </a:r>
            <a:endParaRPr lang="zh-CN" sz="2800" b="0">
              <a:solidFill>
                <a:srgbClr val="18212B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6045" y="1196340"/>
            <a:ext cx="3656330" cy="585025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800" y="1412240"/>
            <a:ext cx="8585200" cy="271653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510" y="1196340"/>
            <a:ext cx="5194935" cy="4883150"/>
          </a:xfrm>
          <a:prstGeom prst="roundRect">
            <a:avLst>
              <a:gd name="adj" fmla="val 2564"/>
            </a:avLst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9" grpId="0"/>
      <p:bldP spid="9" grpId="1"/>
      <p:bldP spid="11" grpId="0"/>
      <p:bldP spid="11" grpId="1"/>
      <p:bldP spid="18" grpId="0"/>
      <p:bldP spid="18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lang="zh-CN" sz="1800" b="1">
                <a:solidFill>
                  <a:srgbClr val="18212B"/>
                </a:solidFill>
                <a:sym typeface="+mn-ea"/>
              </a:rPr>
              <a:t>互动</a:t>
            </a:r>
            <a:endParaRPr lang="zh-CN" sz="1800" b="1">
              <a:solidFill>
                <a:srgbClr val="18212B"/>
              </a:solidFill>
              <a:sym typeface="+mn-ea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08</a:t>
            </a:r>
            <a:endParaRPr sz="1050" b="0">
              <a:solidFill>
                <a:srgbClr val="5E6B78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4520" y="1917065"/>
            <a:ext cx="9092565" cy="1493520"/>
          </a:xfrm>
          <a:prstGeom prst="rect">
            <a:avLst/>
          </a:prstGeom>
        </p:spPr>
        <p:txBody>
          <a:bodyPr>
            <a:noAutofit/>
          </a:bodyPr>
          <a:p>
            <a:pPr indent="0">
              <a:buFont typeface="Arial" panose="020B0604020202090204"/>
              <a:buNone/>
            </a:pP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这一版效果猜猜</a:t>
            </a:r>
            <a:r>
              <a:rPr lang="zh-CN" altLang="en-US" sz="4800">
                <a:sym typeface="+mn-ea"/>
              </a:rPr>
              <a:t>如何？</a:t>
            </a:r>
            <a:endParaRPr lang="zh-CN" altLang="en-US" sz="48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27125" y="5301615"/>
            <a:ext cx="89928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好了很多，但是依然</a:t>
            </a:r>
            <a:r>
              <a:rPr lang="zh-CN" altLang="en-US" sz="32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普通，达不到我想要的感觉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1341120"/>
            <a:ext cx="11575415" cy="3670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2" grpId="0"/>
      <p:bldP spid="2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案例二 / AI三角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lang="zh-CN" sz="2625" b="1">
                <a:solidFill>
                  <a:srgbClr val="18212B"/>
                </a:solidFill>
              </a:rPr>
              <a:t>人类</a:t>
            </a:r>
            <a:r>
              <a:rPr sz="2625" b="1">
                <a:solidFill>
                  <a:srgbClr val="18212B"/>
                </a:solidFill>
              </a:rPr>
              <a:t>三角准备</a:t>
            </a:r>
            <a:r>
              <a:rPr lang="zh-CN" sz="2625" b="1">
                <a:solidFill>
                  <a:srgbClr val="18212B"/>
                </a:solidFill>
              </a:rPr>
              <a:t>一</a:t>
            </a:r>
            <a:r>
              <a:rPr sz="2625" b="1">
                <a:solidFill>
                  <a:srgbClr val="18212B"/>
                </a:solidFill>
              </a:rPr>
              <a:t>：</a:t>
            </a:r>
            <a:r>
              <a:rPr lang="zh-CN" sz="2625" b="1">
                <a:solidFill>
                  <a:srgbClr val="18212B"/>
                </a:solidFill>
              </a:rPr>
              <a:t>审美</a:t>
            </a:r>
            <a:endParaRPr lang="zh-CN"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36</a:t>
            </a:r>
            <a:endParaRPr sz="1050" b="0">
              <a:solidFill>
                <a:srgbClr val="5E6B78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96085" y="2435225"/>
            <a:ext cx="74580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linkClick r:id="rId1" action="ppaction://hlinkfile"/>
              </a:rPr>
              <a:t>一封好的信长啥样呢？</a:t>
            </a:r>
            <a:endParaRPr lang="zh-CN" altLang="en-US" sz="6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案例二 / 人类三角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lang="zh-CN">
                <a:sym typeface="+mn-ea"/>
              </a:rPr>
              <a:t>人类</a:t>
            </a:r>
            <a:r>
              <a:rPr>
                <a:sym typeface="+mn-ea"/>
              </a:rPr>
              <a:t>三角准备</a:t>
            </a:r>
            <a:r>
              <a:rPr lang="zh-CN">
                <a:sym typeface="+mn-ea"/>
              </a:rPr>
              <a:t>二</a:t>
            </a:r>
            <a:r>
              <a:rPr sz="2625" b="1">
                <a:solidFill>
                  <a:srgbClr val="18212B"/>
                </a:solidFill>
              </a:rPr>
              <a:t>：一封信 = 看见 × 命名 × 锚定 × 展开</a:t>
            </a:r>
            <a:endParaRPr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712" y="1762125"/>
            <a:ext cx="2017675" cy="4191000"/>
          </a:xfrm>
          <a:prstGeom prst="roundRect">
            <a:avLst>
              <a:gd name="adj" fmla="val 3333"/>
            </a:avLst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4476750" y="1905000"/>
            <a:ext cx="1619250" cy="590550"/>
          </a:xfrm>
          <a:prstGeom prst="roundRect">
            <a:avLst>
              <a:gd name="adj" fmla="val 16129"/>
            </a:avLst>
          </a:prstGeom>
          <a:solidFill>
            <a:srgbClr val="F28B3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667250" y="2047875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看见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0" y="20383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8212B"/>
                </a:solidFill>
              </a:defRPr>
            </a:pPr>
            <a:r>
              <a:rPr sz="1650" b="1">
                <a:solidFill>
                  <a:srgbClr val="18212B"/>
                </a:solidFill>
              </a:rPr>
              <a:t>找到具体变化或特质</a:t>
            </a:r>
            <a:endParaRPr sz="1650" b="1">
              <a:solidFill>
                <a:srgbClr val="18212B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476750" y="2857500"/>
            <a:ext cx="1619250" cy="590550"/>
          </a:xfrm>
          <a:prstGeom prst="roundRect">
            <a:avLst>
              <a:gd name="adj" fmla="val 16129"/>
            </a:avLst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667250" y="3000375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命名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77000" y="29908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8212B"/>
                </a:solidFill>
              </a:defRPr>
            </a:pPr>
            <a:r>
              <a:rPr sz="1650" b="1">
                <a:solidFill>
                  <a:srgbClr val="18212B"/>
                </a:solidFill>
              </a:rPr>
              <a:t>说清学生未表达的状态</a:t>
            </a:r>
            <a:endParaRPr sz="1650" b="1">
              <a:solidFill>
                <a:srgbClr val="18212B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476750" y="3810000"/>
            <a:ext cx="1619250" cy="590550"/>
          </a:xfrm>
          <a:prstGeom prst="roundRect">
            <a:avLst>
              <a:gd name="adj" fmla="val 16129"/>
            </a:avLst>
          </a:prstGeom>
          <a:solidFill>
            <a:srgbClr val="F28B3C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667250" y="3952875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锚定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77000" y="39433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8212B"/>
                </a:solidFill>
              </a:defRPr>
            </a:pPr>
            <a:r>
              <a:rPr sz="1650" b="1">
                <a:solidFill>
                  <a:srgbClr val="18212B"/>
                </a:solidFill>
              </a:rPr>
              <a:t>确定全文围绕哪句话</a:t>
            </a:r>
            <a:endParaRPr sz="1650" b="1">
              <a:solidFill>
                <a:srgbClr val="18212B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476750" y="4762500"/>
            <a:ext cx="1619250" cy="590550"/>
          </a:xfrm>
          <a:prstGeom prst="roundRect">
            <a:avLst>
              <a:gd name="adj" fmla="val 16129"/>
            </a:avLst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667250" y="4905375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展开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77000" y="48958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8212B"/>
                </a:solidFill>
              </a:defRPr>
            </a:pPr>
            <a:r>
              <a:rPr sz="1650" b="1">
                <a:solidFill>
                  <a:srgbClr val="18212B"/>
                </a:solidFill>
              </a:rPr>
              <a:t>用素材、理解和建议铺开</a:t>
            </a:r>
            <a:endParaRPr sz="1650" b="1">
              <a:solidFill>
                <a:srgbClr val="18212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40</a:t>
            </a:r>
            <a:endParaRPr sz="1050" b="0">
              <a:solidFill>
                <a:srgbClr val="5E6B78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案例二 / 人类三角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lang="zh-CN">
                <a:sym typeface="+mn-ea"/>
              </a:rPr>
              <a:t>人类</a:t>
            </a:r>
            <a:r>
              <a:rPr>
                <a:sym typeface="+mn-ea"/>
              </a:rPr>
              <a:t>三角准备</a:t>
            </a:r>
            <a:r>
              <a:rPr lang="zh-CN">
                <a:sym typeface="+mn-ea"/>
              </a:rPr>
              <a:t>三</a:t>
            </a:r>
            <a:r>
              <a:rPr lang="en-US" altLang="zh-CN">
                <a:sym typeface="+mn-ea"/>
              </a:rPr>
              <a:t>:</a:t>
            </a:r>
            <a:r>
              <a:rPr sz="2625" b="1">
                <a:solidFill>
                  <a:srgbClr val="18212B"/>
                </a:solidFill>
              </a:rPr>
              <a:t>创造力</a:t>
            </a:r>
            <a:endParaRPr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487170" y="2277110"/>
            <a:ext cx="819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950" b="1">
                <a:solidFill>
                  <a:srgbClr val="17324D"/>
                </a:solidFill>
              </a:defRPr>
            </a:pPr>
            <a:r>
              <a:rPr lang="en-US" sz="2800" b="1">
                <a:solidFill>
                  <a:srgbClr val="17324D"/>
                </a:solidFill>
              </a:rPr>
              <a:t>1.</a:t>
            </a:r>
            <a:r>
              <a:rPr sz="2800" b="1">
                <a:solidFill>
                  <a:srgbClr val="17324D"/>
                </a:solidFill>
              </a:rPr>
              <a:t>形式也要短、有质感，适合成为一张“信的封面”</a:t>
            </a:r>
            <a:br>
              <a:rPr sz="2800" b="1">
                <a:solidFill>
                  <a:srgbClr val="17324D"/>
                </a:solidFill>
              </a:rPr>
            </a:br>
            <a:r>
              <a:rPr sz="1950" b="1">
                <a:solidFill>
                  <a:srgbClr val="17324D"/>
                </a:solidFill>
              </a:rPr>
              <a:t>。</a:t>
            </a:r>
            <a:endParaRPr sz="1950" b="1">
              <a:solidFill>
                <a:srgbClr val="17324D"/>
              </a:solidFill>
            </a:endParaRPr>
          </a:p>
          <a:p>
            <a:pPr algn="ctr">
              <a:lnSpc>
                <a:spcPct val="112000"/>
              </a:lnSpc>
              <a:buNone/>
              <a:defRPr sz="1950" b="1">
                <a:solidFill>
                  <a:srgbClr val="17324D"/>
                </a:solidFill>
              </a:defRPr>
            </a:pPr>
            <a:endParaRPr sz="1950" b="1">
              <a:solidFill>
                <a:srgbClr val="17324D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38</a:t>
            </a:r>
            <a:endParaRPr sz="1050" b="0">
              <a:solidFill>
                <a:srgbClr val="5E6B78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-168275" y="3068955"/>
            <a:ext cx="819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p>
            <a:pPr algn="ctr">
              <a:lnSpc>
                <a:spcPct val="112000"/>
              </a:lnSpc>
              <a:buNone/>
              <a:defRPr sz="1950" b="1">
                <a:solidFill>
                  <a:srgbClr val="17324D"/>
                </a:solidFill>
              </a:defRPr>
            </a:pPr>
            <a:r>
              <a:rPr lang="en-US" sz="2800" b="1">
                <a:solidFill>
                  <a:srgbClr val="17324D"/>
                </a:solidFill>
              </a:rPr>
              <a:t> 2.</a:t>
            </a:r>
            <a:r>
              <a:rPr lang="zh-CN" altLang="en-US" sz="2800" b="1">
                <a:solidFill>
                  <a:srgbClr val="17324D"/>
                </a:solidFill>
              </a:rPr>
              <a:t>信的成功标准：纠结和自洽</a:t>
            </a:r>
            <a:br>
              <a:rPr sz="2800" b="1">
                <a:solidFill>
                  <a:srgbClr val="17324D"/>
                </a:solidFill>
              </a:rPr>
            </a:br>
            <a:r>
              <a:rPr sz="1950" b="1">
                <a:solidFill>
                  <a:srgbClr val="17324D"/>
                </a:solidFill>
              </a:rPr>
              <a:t>。</a:t>
            </a:r>
            <a:endParaRPr sz="1950" b="1">
              <a:solidFill>
                <a:srgbClr val="17324D"/>
              </a:solidFill>
            </a:endParaRPr>
          </a:p>
          <a:p>
            <a:pPr algn="ctr">
              <a:lnSpc>
                <a:spcPct val="112000"/>
              </a:lnSpc>
              <a:buNone/>
              <a:defRPr sz="1950" b="1">
                <a:solidFill>
                  <a:srgbClr val="17324D"/>
                </a:solidFill>
              </a:defRPr>
            </a:pPr>
            <a:endParaRPr sz="1950" b="1">
              <a:solidFill>
                <a:srgbClr val="17324D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0" y="169545"/>
            <a:ext cx="4502150" cy="6368415"/>
          </a:xfrm>
          <a:prstGeom prst="roundRect">
            <a:avLst>
              <a:gd name="adj" fmla="val 2631"/>
            </a:avLst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案例二 / 人类三角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lang="zh-CN" sz="2625" b="1">
                <a:solidFill>
                  <a:srgbClr val="18212B"/>
                </a:solidFill>
              </a:rPr>
              <a:t>基本功</a:t>
            </a:r>
            <a:r>
              <a:rPr lang="en-US" altLang="zh-CN" sz="2625" b="1">
                <a:solidFill>
                  <a:srgbClr val="18212B"/>
                </a:solidFill>
              </a:rPr>
              <a:t>-</a:t>
            </a:r>
            <a:r>
              <a:rPr lang="zh-CN" sz="2625" b="1">
                <a:solidFill>
                  <a:srgbClr val="18212B"/>
                </a:solidFill>
              </a:rPr>
              <a:t>提示词</a:t>
            </a:r>
            <a:endParaRPr lang="zh-CN"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39</a:t>
            </a:r>
            <a:endParaRPr sz="1050" b="0">
              <a:solidFill>
                <a:srgbClr val="5E6B78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79015" y="1386840"/>
            <a:ext cx="8761095" cy="52882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案例二 / 映射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sz="2625" b="1">
                <a:solidFill>
                  <a:srgbClr val="18212B"/>
                </a:solidFill>
              </a:rPr>
              <a:t>双三角映射到一封信</a:t>
            </a:r>
            <a:endParaRPr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43000" y="1809750"/>
            <a:ext cx="1905000" cy="514350"/>
          </a:xfrm>
          <a:prstGeom prst="roundRect">
            <a:avLst>
              <a:gd name="adj" fmla="val 14815"/>
            </a:avLst>
          </a:prstGeom>
          <a:solidFill>
            <a:srgbClr val="DFF4F1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381125" y="19335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37B7B0"/>
                </a:solidFill>
              </a:defRPr>
            </a:pPr>
            <a:r>
              <a:rPr sz="1575" b="1">
                <a:solidFill>
                  <a:srgbClr val="37B7B0"/>
                </a:solidFill>
              </a:rPr>
              <a:t>场景</a:t>
            </a:r>
            <a:endParaRPr sz="1575" b="1">
              <a:solidFill>
                <a:srgbClr val="37B7B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476625" y="182499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18212B"/>
                </a:solidFill>
              </a:defRPr>
            </a:pPr>
            <a:r>
              <a:rPr sz="2000" b="1">
                <a:solidFill>
                  <a:srgbClr val="18212B"/>
                </a:solidFill>
              </a:rPr>
              <a:t>为每位学生写一封有真实洞察的信</a:t>
            </a:r>
            <a:endParaRPr sz="2000" b="1">
              <a:solidFill>
                <a:srgbClr val="18212B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143000" y="2438400"/>
            <a:ext cx="1905000" cy="514350"/>
          </a:xfrm>
          <a:prstGeom prst="roundRect">
            <a:avLst>
              <a:gd name="adj" fmla="val 14815"/>
            </a:avLst>
          </a:prstGeom>
          <a:solidFill>
            <a:srgbClr val="DFF4F1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381125" y="256222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37B7B0"/>
                </a:solidFill>
              </a:defRPr>
            </a:pPr>
            <a:r>
              <a:rPr sz="1575" b="1">
                <a:solidFill>
                  <a:srgbClr val="37B7B0"/>
                </a:solidFill>
              </a:rPr>
              <a:t>数据</a:t>
            </a:r>
            <a:endParaRPr sz="1575" b="1">
              <a:solidFill>
                <a:srgbClr val="37B7B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431540" y="249301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18212B"/>
                </a:solidFill>
              </a:defRPr>
            </a:pPr>
            <a:r>
              <a:rPr sz="2000" b="1">
                <a:solidFill>
                  <a:srgbClr val="18212B"/>
                </a:solidFill>
              </a:rPr>
              <a:t>作业、成绩、课堂表现、谈话记录</a:t>
            </a:r>
            <a:endParaRPr sz="2000" b="1">
              <a:solidFill>
                <a:srgbClr val="18212B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43000" y="3067050"/>
            <a:ext cx="1905000" cy="514350"/>
          </a:xfrm>
          <a:prstGeom prst="roundRect">
            <a:avLst>
              <a:gd name="adj" fmla="val 14815"/>
            </a:avLst>
          </a:prstGeom>
          <a:solidFill>
            <a:srgbClr val="DFF4F1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81125" y="31908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37B7B0"/>
                </a:solidFill>
              </a:defRPr>
            </a:pPr>
            <a:r>
              <a:rPr sz="1575" b="1">
                <a:solidFill>
                  <a:srgbClr val="37B7B0"/>
                </a:solidFill>
              </a:rPr>
              <a:t>基本功</a:t>
            </a:r>
            <a:endParaRPr sz="1575" b="1">
              <a:solidFill>
                <a:srgbClr val="37B7B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76625" y="318135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18212B"/>
                </a:solidFill>
              </a:defRPr>
            </a:pPr>
            <a:r>
              <a:rPr sz="2000" b="1">
                <a:solidFill>
                  <a:srgbClr val="18212B"/>
                </a:solidFill>
              </a:rPr>
              <a:t>大模型、结构化提示词</a:t>
            </a:r>
            <a:endParaRPr sz="2000" b="1">
              <a:solidFill>
                <a:srgbClr val="18212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143000" y="3695700"/>
            <a:ext cx="1905000" cy="514350"/>
          </a:xfrm>
          <a:prstGeom prst="roundRect">
            <a:avLst>
              <a:gd name="adj" fmla="val 14815"/>
            </a:avLst>
          </a:prstGeom>
          <a:solidFill>
            <a:srgbClr val="FFF4C9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81125" y="381952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F28B3C"/>
                </a:solidFill>
              </a:defRPr>
            </a:pPr>
            <a:r>
              <a:rPr sz="1575" b="1">
                <a:solidFill>
                  <a:srgbClr val="F28B3C"/>
                </a:solidFill>
              </a:rPr>
              <a:t>创造力</a:t>
            </a:r>
            <a:endParaRPr sz="1575" b="1">
              <a:solidFill>
                <a:srgbClr val="F28B3C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476625" y="381000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8212B"/>
                </a:solidFill>
              </a:defRPr>
            </a:pPr>
            <a:r>
              <a:rPr sz="2000">
                <a:solidFill>
                  <a:srgbClr val="18212B"/>
                </a:solidFill>
              </a:rPr>
              <a:t>定义为帮助学生面对纠结、走向自洽</a:t>
            </a:r>
            <a:r>
              <a:rPr lang="zh-CN" sz="2000">
                <a:solidFill>
                  <a:srgbClr val="18212B"/>
                </a:solidFill>
                <a:ea typeface="宋体" charset="0"/>
              </a:rPr>
              <a:t>，封面</a:t>
            </a:r>
            <a:endParaRPr lang="zh-CN" sz="2000">
              <a:solidFill>
                <a:srgbClr val="18212B"/>
              </a:solidFill>
              <a:ea typeface="宋体" charset="0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43000" y="4324350"/>
            <a:ext cx="1905000" cy="514350"/>
          </a:xfrm>
          <a:prstGeom prst="roundRect">
            <a:avLst>
              <a:gd name="adj" fmla="val 14815"/>
            </a:avLst>
          </a:prstGeom>
          <a:solidFill>
            <a:srgbClr val="FFF4C9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381125" y="44481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F28B3C"/>
                </a:solidFill>
              </a:defRPr>
            </a:pPr>
            <a:r>
              <a:rPr sz="1575" b="1">
                <a:solidFill>
                  <a:srgbClr val="F28B3C"/>
                </a:solidFill>
              </a:rPr>
              <a:t>审美</a:t>
            </a:r>
            <a:endParaRPr sz="1575" b="1">
              <a:solidFill>
                <a:srgbClr val="F28B3C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76625" y="443865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8212B"/>
                </a:solidFill>
              </a:defRPr>
            </a:pPr>
            <a:r>
              <a:rPr sz="2000">
                <a:solidFill>
                  <a:srgbClr val="18212B"/>
                </a:solidFill>
              </a:rPr>
              <a:t>判断真实、有质感、能打动人</a:t>
            </a:r>
            <a:endParaRPr sz="2000">
              <a:solidFill>
                <a:srgbClr val="18212B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143000" y="4953000"/>
            <a:ext cx="1905000" cy="514350"/>
          </a:xfrm>
          <a:prstGeom prst="roundRect">
            <a:avLst>
              <a:gd name="adj" fmla="val 14815"/>
            </a:avLst>
          </a:prstGeom>
          <a:solidFill>
            <a:srgbClr val="FFF4C9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381125" y="507682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F28B3C"/>
                </a:solidFill>
              </a:defRPr>
            </a:pPr>
            <a:r>
              <a:rPr sz="1575" b="1">
                <a:solidFill>
                  <a:srgbClr val="F28B3C"/>
                </a:solidFill>
              </a:rPr>
              <a:t>体系</a:t>
            </a:r>
            <a:endParaRPr sz="1575" b="1">
              <a:solidFill>
                <a:srgbClr val="F28B3C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476625" y="506730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8212B"/>
                </a:solidFill>
              </a:defRPr>
            </a:pPr>
            <a:r>
              <a:rPr sz="2000">
                <a:solidFill>
                  <a:srgbClr val="18212B"/>
                </a:solidFill>
              </a:rPr>
              <a:t>看见、命名、锚定、展开</a:t>
            </a:r>
            <a:endParaRPr sz="2000">
              <a:solidFill>
                <a:srgbClr val="18212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41</a:t>
            </a:r>
            <a:endParaRPr sz="1050" b="0">
              <a:solidFill>
                <a:srgbClr val="5E6B78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0" grpId="0"/>
      <p:bldP spid="10" grpId="1"/>
      <p:bldP spid="13" grpId="0"/>
      <p:bldP spid="13" grpId="1"/>
      <p:bldP spid="16" grpId="0"/>
      <p:bldP spid="16" grpId="1"/>
      <p:bldP spid="19" grpId="0"/>
      <p:bldP spid="19" grpId="1"/>
      <p:bldP spid="22" grpId="0"/>
      <p:bldP spid="22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案例二 / 验收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sz="2625" b="1">
                <a:solidFill>
                  <a:srgbClr val="18212B"/>
                </a:solidFill>
              </a:rPr>
              <a:t>成功标准：学生真的感觉“被看见”</a:t>
            </a:r>
            <a:endParaRPr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43000" y="23336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28B3C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371600" y="2238375"/>
            <a:ext cx="9105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这封信说出了我隐约感觉到、却没有准确表达的东西</a:t>
            </a:r>
            <a:endParaRPr sz="1650" b="0">
              <a:solidFill>
                <a:srgbClr val="18212B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143000" y="3171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28B3C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371600" y="3076575"/>
            <a:ext cx="9105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每个重要判断都能追溯到真实素材</a:t>
            </a:r>
            <a:endParaRPr sz="1650" b="0">
              <a:solidFill>
                <a:srgbClr val="18212B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143000" y="40100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28B3C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371600" y="3914775"/>
            <a:ext cx="9105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语气刚刚好，不居高临下，也不空泛煽情</a:t>
            </a:r>
            <a:endParaRPr sz="1650" b="0">
              <a:solidFill>
                <a:srgbClr val="18212B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381250" y="5334000"/>
            <a:ext cx="7429500" cy="590550"/>
          </a:xfrm>
          <a:prstGeom prst="roundRect">
            <a:avLst>
              <a:gd name="adj" fmla="val 22581"/>
            </a:avLst>
          </a:prstGeom>
          <a:solidFill>
            <a:srgbClr val="17324D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667000" y="550545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AI可以协助表达，但不能替老师决定学生应该被怎样看见。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42</a:t>
            </a:r>
            <a:endParaRPr sz="1050" b="0">
              <a:solidFill>
                <a:srgbClr val="5E6B78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工具卡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sz="2625" b="1">
                <a:solidFill>
                  <a:srgbClr val="18212B"/>
                </a:solidFill>
              </a:rPr>
              <a:t>双三角六问：遇到任何 AI 任务先问什么？</a:t>
            </a:r>
            <a:endParaRPr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952500" y="1952625"/>
            <a:ext cx="2857500" cy="1047750"/>
          </a:xfrm>
          <a:prstGeom prst="roundRect">
            <a:avLst>
              <a:gd name="adj" fmla="val 14545"/>
            </a:avLst>
          </a:prstGeom>
          <a:solidFill>
            <a:srgbClr val="FFF4C9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81100" y="2143125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28B3C"/>
                </a:solidFill>
              </a:defRPr>
            </a:pPr>
            <a:r>
              <a:rPr sz="1500" b="1">
                <a:solidFill>
                  <a:srgbClr val="F28B3C"/>
                </a:solidFill>
              </a:rPr>
              <a:t>审美</a:t>
            </a:r>
            <a:endParaRPr sz="1500" b="1">
              <a:solidFill>
                <a:srgbClr val="F28B3C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81100" y="25241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18212B"/>
                </a:solidFill>
              </a:defRPr>
            </a:pPr>
            <a:r>
              <a:rPr sz="1725" b="1">
                <a:solidFill>
                  <a:srgbClr val="18212B"/>
                </a:solidFill>
              </a:rPr>
              <a:t>什么是好结果？</a:t>
            </a:r>
            <a:endParaRPr sz="1725" b="1">
              <a:solidFill>
                <a:srgbClr val="18212B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429125" y="1952625"/>
            <a:ext cx="2857500" cy="1047750"/>
          </a:xfrm>
          <a:prstGeom prst="roundRect">
            <a:avLst>
              <a:gd name="adj" fmla="val 14545"/>
            </a:avLst>
          </a:prstGeom>
          <a:solidFill>
            <a:srgbClr val="FFF4C9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657725" y="2143125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28B3C"/>
                </a:solidFill>
              </a:defRPr>
            </a:pPr>
            <a:r>
              <a:rPr sz="1500" b="1">
                <a:solidFill>
                  <a:srgbClr val="F28B3C"/>
                </a:solidFill>
              </a:rPr>
              <a:t>体系</a:t>
            </a:r>
            <a:endParaRPr sz="1500" b="1">
              <a:solidFill>
                <a:srgbClr val="F28B3C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657725" y="25241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18212B"/>
                </a:solidFill>
              </a:defRPr>
            </a:pPr>
            <a:r>
              <a:rPr sz="1725" b="1">
                <a:solidFill>
                  <a:srgbClr val="18212B"/>
                </a:solidFill>
              </a:rPr>
              <a:t>有没有可复用流程？</a:t>
            </a:r>
            <a:endParaRPr sz="1725" b="1">
              <a:solidFill>
                <a:srgbClr val="18212B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905750" y="1952625"/>
            <a:ext cx="2857500" cy="1047750"/>
          </a:xfrm>
          <a:prstGeom prst="roundRect">
            <a:avLst>
              <a:gd name="adj" fmla="val 14545"/>
            </a:avLst>
          </a:prstGeom>
          <a:solidFill>
            <a:srgbClr val="FFF4C9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134350" y="2143125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28B3C"/>
                </a:solidFill>
              </a:defRPr>
            </a:pPr>
            <a:r>
              <a:rPr sz="1500" b="1">
                <a:solidFill>
                  <a:srgbClr val="F28B3C"/>
                </a:solidFill>
              </a:rPr>
              <a:t>创造力</a:t>
            </a:r>
            <a:endParaRPr sz="1500" b="1">
              <a:solidFill>
                <a:srgbClr val="F28B3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34350" y="25241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18212B"/>
                </a:solidFill>
              </a:defRPr>
            </a:pPr>
            <a:r>
              <a:rPr sz="1725" b="1">
                <a:solidFill>
                  <a:srgbClr val="18212B"/>
                </a:solidFill>
              </a:rPr>
              <a:t>能不能换一种解法？</a:t>
            </a:r>
            <a:endParaRPr sz="1725" b="1">
              <a:solidFill>
                <a:srgbClr val="18212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952500" y="3571875"/>
            <a:ext cx="2857500" cy="1047750"/>
          </a:xfrm>
          <a:prstGeom prst="roundRect">
            <a:avLst>
              <a:gd name="adj" fmla="val 14545"/>
            </a:avLst>
          </a:prstGeom>
          <a:solidFill>
            <a:srgbClr val="DFF4F1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81100" y="3762375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37B7B0"/>
                </a:solidFill>
              </a:defRPr>
            </a:pPr>
            <a:r>
              <a:rPr sz="1500" b="1">
                <a:solidFill>
                  <a:srgbClr val="37B7B0"/>
                </a:solidFill>
              </a:rPr>
              <a:t>场景</a:t>
            </a:r>
            <a:endParaRPr sz="1500" b="1">
              <a:solidFill>
                <a:srgbClr val="37B7B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81100" y="41433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18212B"/>
                </a:solidFill>
              </a:defRPr>
            </a:pPr>
            <a:r>
              <a:rPr sz="1725" b="1">
                <a:solidFill>
                  <a:srgbClr val="18212B"/>
                </a:solidFill>
              </a:rPr>
              <a:t>AI 最适合介入哪一环？</a:t>
            </a:r>
            <a:endParaRPr sz="1725" b="1">
              <a:solidFill>
                <a:srgbClr val="18212B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429125" y="3571875"/>
            <a:ext cx="2857500" cy="1047750"/>
          </a:xfrm>
          <a:prstGeom prst="roundRect">
            <a:avLst>
              <a:gd name="adj" fmla="val 14545"/>
            </a:avLst>
          </a:prstGeom>
          <a:solidFill>
            <a:srgbClr val="DFF4F1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657725" y="3762375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37B7B0"/>
                </a:solidFill>
              </a:defRPr>
            </a:pPr>
            <a:r>
              <a:rPr sz="1500" b="1">
                <a:solidFill>
                  <a:srgbClr val="37B7B0"/>
                </a:solidFill>
              </a:rPr>
              <a:t>数据</a:t>
            </a:r>
            <a:endParaRPr sz="1500" b="1">
              <a:solidFill>
                <a:srgbClr val="37B7B0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657725" y="41433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18212B"/>
                </a:solidFill>
              </a:defRPr>
            </a:pPr>
            <a:r>
              <a:rPr sz="1725" b="1">
                <a:solidFill>
                  <a:srgbClr val="18212B"/>
                </a:solidFill>
              </a:rPr>
              <a:t>有哪些材料，还缺什么？</a:t>
            </a:r>
            <a:endParaRPr sz="1725" b="1">
              <a:solidFill>
                <a:srgbClr val="18212B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905750" y="3571875"/>
            <a:ext cx="2857500" cy="1047750"/>
          </a:xfrm>
          <a:prstGeom prst="roundRect">
            <a:avLst>
              <a:gd name="adj" fmla="val 14545"/>
            </a:avLst>
          </a:prstGeom>
          <a:solidFill>
            <a:srgbClr val="DFF4F1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134350" y="3762375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37B7B0"/>
                </a:solidFill>
              </a:defRPr>
            </a:pPr>
            <a:r>
              <a:rPr sz="1500" b="1">
                <a:solidFill>
                  <a:srgbClr val="37B7B0"/>
                </a:solidFill>
              </a:rPr>
              <a:t>基本功</a:t>
            </a:r>
            <a:endParaRPr sz="1500" b="1">
              <a:solidFill>
                <a:srgbClr val="37B7B0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34350" y="41433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18212B"/>
                </a:solidFill>
              </a:defRPr>
            </a:pPr>
            <a:r>
              <a:rPr sz="1725" b="1">
                <a:solidFill>
                  <a:srgbClr val="18212B"/>
                </a:solidFill>
              </a:rPr>
              <a:t>需要哪些操作和验证？</a:t>
            </a:r>
            <a:endParaRPr sz="1725" b="1">
              <a:solidFill>
                <a:srgbClr val="18212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43</a:t>
            </a:r>
            <a:endParaRPr sz="1050" b="0">
              <a:solidFill>
                <a:srgbClr val="5E6B78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喂数据，才是基本功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数据：成绩、谈话记录、你印象里 ta 做过的事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喂的是你对孩子的了解，不是网上的范文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体系：一封信＝看见×命名×锚定×展开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看见：你注意到 ta 哪个细节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命名：给 ta 一个标签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锚定：让 ta 记住自己哪一点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展开：下一步做什么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创造力：纠结与自洽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纠结：写他好怕他飘，写他问题怕他伤——AI 没有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自洽："我写他的优点，也写他的一个坎"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完整信段：坐我旁边，若即若离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"坐我旁边，不用刻意找话，我备课，你也忙自己的。"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"你不用每步都优秀，我也不是。"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"让我若即若离地陪着你，慢慢走，别急。"</a:t>
            </a:r>
            <a:endParaRPr lang="zh-CN" altLang="en-US" sz="22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不是群发范文，是孩子拿回家、家长会红眼的东西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六角里，哪三个是人类的？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答案：审美、体系、创造力</a:t>
            </a:r>
            <a:endParaRPr lang="zh-CN" altLang="en-US" sz="2600" b="0"/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AI 的：场景、数据、基本功</a:t>
            </a:r>
            <a:endParaRPr lang="zh-CN" altLang="en-US" sz="2600" b="0"/>
          </a:p>
        </p:txBody>
      </p:sp>
      <p:sp>
        <p:nvSpPr>
          <p:cNvPr id="25" name="TextBox 24"/>
          <p:cNvSpPr txBox="1"/>
          <p:nvPr/>
        </p:nvSpPr>
        <p:spPr>
          <a:xfrm>
            <a:off x="5129784" y="321818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少一个角，它就掉回"群发范文"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“人类定方向，AI 提产能。”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场景——AI 才值钱的前提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24</a:t>
            </a:r>
            <a:endParaRPr lang="zh-CN" altLang="en-US" sz="1800"/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场景对了，AI 才值钱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场景公式：任务×对象×约束×输出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任务：做什么事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对象：给谁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约束：什么不能错</a:t>
            </a:r>
            <a:endParaRPr lang="zh-CN" altLang="en-US" sz="22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输出：要什么结果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套一个：把通知改写成家长看得懂的三句话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任务：改写通知。对象：家长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约束：不能有歧义、不能漏时间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输出：三句话＋一个行动提醒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场景从哪来？三源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抱怨：你最烦的那件事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重复：你每周都要做的事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痛点：你一做就卡的事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找到了还要筛：四筛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高频：是不是经常干？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高痛：是不是一干就烦、一干就久？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容错：做坏了后果严重吗？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数据可得：手头有没有好例子？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四个都过值得做，只过两个先放着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细分：写通知太粗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按谁分：给家长、给学生、给老师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按时分：开学、期末、放假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细到一句能说清：谁、什么时候、要什么、什么不能错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真场景① 新生入校，跟家长视频通话</a:t>
            </a:r>
            <a:endParaRPr lang="zh-CN" altLang="en-US" sz="2800" b="1"/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/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这个动作 AI 替不了——得真人聊，家长才安心</a:t>
            </a:r>
            <a:endParaRPr lang="zh-CN" altLang="en-US" sz="1600" b="0"/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但聊完信息一大堆，他记不住</a:t>
            </a:r>
            <a:endParaRPr lang="zh-CN" altLang="en-US" sz="1600" b="0"/>
          </a:p>
        </p:txBody>
      </p:sp>
      <p:pic>
        <p:nvPicPr>
          <p:cNvPr id="1011" name="Picture 1010" descr="200占位_新生入校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496" y="1764791"/>
            <a:ext cx="5303520" cy="3977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《第一份档案》四段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孩子情况：体育迷男孩，爱打篮球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家长担心：怕坐不住、怕耽误打球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老师观察：反应快、有领导力</a:t>
            </a:r>
            <a:endParaRPr lang="zh-CN" altLang="en-US" sz="22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第一周关注点：先让他有事干</a:t>
            </a:r>
            <a:endParaRPr lang="zh-CN" altLang="en-US" sz="22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每段沟通丢给 AI 总结，整理出这份档案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五六位家长，当场红了眼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有家长说："您比我们还要懂孩子……"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这个场景细在哪？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不是"跟家长沟通"，是"入校那 3 天，给每个家长一份只关于 ta 孩子的档案"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180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场景从痛点里长出来，不是从工具功能里长出来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真场景② 国庆通知：改写前 vs 改写后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改写前：又长、又硬、一堆书面语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改写后：三句话大白话＋一个必办提醒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方法论出处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TCP-R：任务—标准—约束—反馈，先说清要什么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十指模型：先写标准，再让 AI 干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ABACC：按对象调整语气和内容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翻车点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称呼错：把"家长"写成"各位老师"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隐私：别把别的孩子信息写进去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叠加：通知别一稿套所有事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3 分钟，写一张"一句话场景卡"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打开手机便签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想一件最想交给 AI 的事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写成一句话：给谁、什么时候、什么任务、什么不能错</a:t>
            </a:r>
            <a:endParaRPr lang="zh-CN" altLang="en-US" sz="22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写不出来抄模板：帮我在＿，把＿做成＿，对象是＿，不能错的是＿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“这张卡，是下午的入场券”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你不是交作业，是给下午的自己递了张名片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“场景对了，AI 才值钱。”</a:t>
            </a:r>
            <a:endParaRPr lang="zh-CN" altLang="en-US" sz="32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N2QzODcyNGFhZmEzNjVhZTY5ZjNiMTM1MDZiMzE4OW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2764</Words>
  <Application>WPS 演示</Application>
  <PresentationFormat>宽屏</PresentationFormat>
  <Paragraphs>475</Paragraphs>
  <Slides>51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51</vt:i4>
      </vt:variant>
    </vt:vector>
  </HeadingPairs>
  <TitlesOfParts>
    <vt:vector size="122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阿里巴巴普惠体</vt:lpstr>
      <vt:lpstr>等线</vt:lpstr>
      <vt:lpstr>汉仪中等线KW</vt:lpstr>
      <vt:lpstr>等线 Light</vt:lpstr>
      <vt:lpstr>Calibri Light</vt:lpstr>
      <vt:lpstr>黑体</vt:lpstr>
      <vt:lpstr>Arial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上午11点，手机里一张场景卡</vt:lpstr>
      <vt:lpstr>你心里，AI 是哪一种？</vt:lpstr>
      <vt:lpstr>90 分 vs 40 分</vt:lpstr>
      <vt:lpstr>同样写封信：第一句 vs 第二句</vt:lpstr>
      <vt:lpstr>记住</vt:lpstr>
      <vt:lpstr>双三角：人一个三角，AI 一个三角</vt:lpstr>
      <vt:lpstr>双三角</vt:lpstr>
      <vt:lpstr>人类三角① 审美</vt:lpstr>
      <vt:lpstr>人类三角② 体系</vt:lpstr>
      <vt:lpstr>人类三角③ 创造力</vt:lpstr>
      <vt:lpstr>AI 三角：场景、数据、基本功</vt:lpstr>
      <vt:lpstr>想一想</vt:lpstr>
      <vt:lpstr>案例：学期末的一封信</vt:lpstr>
      <vt:lpstr>几十个学生，信写到半夜——AI 该上场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喂数据，才是基本功</vt:lpstr>
      <vt:lpstr>体系：一封信＝看见×命名×锚定×展开</vt:lpstr>
      <vt:lpstr>创造力：纠结与自洽</vt:lpstr>
      <vt:lpstr>完整信段：坐我旁边，若即若离</vt:lpstr>
      <vt:lpstr>想一想</vt:lpstr>
      <vt:lpstr>记住</vt:lpstr>
      <vt:lpstr>场景——AI 才值钱的前提</vt:lpstr>
      <vt:lpstr>场景公式：任务×对象×约束×输出</vt:lpstr>
      <vt:lpstr>套一个：把通知改写成家长看得懂的三句话</vt:lpstr>
      <vt:lpstr>场景从哪来？三源</vt:lpstr>
      <vt:lpstr>找到了还要筛：四筛</vt:lpstr>
      <vt:lpstr>细分：写通知太粗</vt:lpstr>
      <vt:lpstr>真场景① 新生入校，跟家长视频通话</vt:lpstr>
      <vt:lpstr>《第一份档案》四段</vt:lpstr>
      <vt:lpstr>想一想</vt:lpstr>
      <vt:lpstr>这个场景细在哪？</vt:lpstr>
      <vt:lpstr>真场景② 国庆通知：改写前 vs 改写后</vt:lpstr>
      <vt:lpstr>方法论出处</vt:lpstr>
      <vt:lpstr>翻车点</vt:lpstr>
      <vt:lpstr>3 分钟，写一张"一句话场景卡"</vt:lpstr>
      <vt:lpstr>锚点</vt:lpstr>
      <vt:lpstr>记住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周磊</cp:lastModifiedBy>
  <cp:revision>855</cp:revision>
  <dcterms:created xsi:type="dcterms:W3CDTF">2026-10-04T13:58:01Z</dcterms:created>
  <dcterms:modified xsi:type="dcterms:W3CDTF">2026-10-04T13:58:01Z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2FBA3DB7156D49D38FE5BF7338882AF3</vt:lpwstr>
  </property>
</Properties>
</file>