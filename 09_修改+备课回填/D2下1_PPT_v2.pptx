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1.svg" ContentType="image/svg+xml"/>
  <Override PartName="/ppt/media/image3.svg" ContentType="image/svg+xml"/>
  <Override PartName="/ppt/media/image5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slideLayouts/slideLayout307.xml" ContentType="application/vnd.openxmlformats-officedocument.presentationml.slideLayout+xml"/>
  <Override PartName="/ppt/slideLayouts/slideLayout308.xml" ContentType="application/vnd.openxmlformats-officedocument.presentationml.slideLayout+xml"/>
  <Override PartName="/ppt/slideLayouts/slideLayout309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10.xml" ContentType="application/vnd.openxmlformats-officedocument.presentationml.slideLayout+xml"/>
  <Override PartName="/ppt/slideLayouts/slideLayout311.xml" ContentType="application/vnd.openxmlformats-officedocument.presentationml.slideLayout+xml"/>
  <Override PartName="/ppt/slideLayouts/slideLayout312.xml" ContentType="application/vnd.openxmlformats-officedocument.presentationml.slideLayout+xml"/>
  <Override PartName="/ppt/slideLayouts/slideLayout313.xml" ContentType="application/vnd.openxmlformats-officedocument.presentationml.slideLayout+xml"/>
  <Override PartName="/ppt/slideLayouts/slideLayout314.xml" ContentType="application/vnd.openxmlformats-officedocument.presentationml.slideLayout+xml"/>
  <Override PartName="/ppt/slideLayouts/slideLayout315.xml" ContentType="application/vnd.openxmlformats-officedocument.presentationml.slideLayout+xml"/>
  <Override PartName="/ppt/slideLayouts/slideLayout316.xml" ContentType="application/vnd.openxmlformats-officedocument.presentationml.slideLayout+xml"/>
  <Override PartName="/ppt/slideLayouts/slideLayout317.xml" ContentType="application/vnd.openxmlformats-officedocument.presentationml.slideLayout+xml"/>
  <Override PartName="/ppt/slideLayouts/slideLayout318.xml" ContentType="application/vnd.openxmlformats-officedocument.presentationml.slideLayout+xml"/>
  <Override PartName="/ppt/slideLayouts/slideLayout31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20.xml" ContentType="application/vnd.openxmlformats-officedocument.presentationml.slideLayout+xml"/>
  <Override PartName="/ppt/slideLayouts/slideLayout321.xml" ContentType="application/vnd.openxmlformats-officedocument.presentationml.slideLayout+xml"/>
  <Override PartName="/ppt/slideLayouts/slideLayout322.xml" ContentType="application/vnd.openxmlformats-officedocument.presentationml.slideLayout+xml"/>
  <Override PartName="/ppt/slideLayouts/slideLayout323.xml" ContentType="application/vnd.openxmlformats-officedocument.presentationml.slideLayout+xml"/>
  <Override PartName="/ppt/slideLayouts/slideLayout324.xml" ContentType="application/vnd.openxmlformats-officedocument.presentationml.slideLayout+xml"/>
  <Override PartName="/ppt/slideLayouts/slideLayout325.xml" ContentType="application/vnd.openxmlformats-officedocument.presentationml.slideLayout+xml"/>
  <Override PartName="/ppt/slideLayouts/slideLayout326.xml" ContentType="application/vnd.openxmlformats-officedocument.presentationml.slideLayout+xml"/>
  <Override PartName="/ppt/slideLayouts/slideLayout327.xml" ContentType="application/vnd.openxmlformats-officedocument.presentationml.slideLayout+xml"/>
  <Override PartName="/ppt/slideLayouts/slideLayout328.xml" ContentType="application/vnd.openxmlformats-officedocument.presentationml.slideLayout+xml"/>
  <Override PartName="/ppt/slideLayouts/slideLayout329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30.xml" ContentType="application/vnd.openxmlformats-officedocument.presentationml.slideLayout+xml"/>
  <Override PartName="/ppt/slideLayouts/slideLayout331.xml" ContentType="application/vnd.openxmlformats-officedocument.presentationml.slideLayout+xml"/>
  <Override PartName="/ppt/slideLayouts/slideLayout332.xml" ContentType="application/vnd.openxmlformats-officedocument.presentationml.slideLayout+xml"/>
  <Override PartName="/ppt/slideLayouts/slideLayout333.xml" ContentType="application/vnd.openxmlformats-officedocument.presentationml.slideLayout+xml"/>
  <Override PartName="/ppt/slideLayouts/slideLayout334.xml" ContentType="application/vnd.openxmlformats-officedocument.presentationml.slideLayout+xml"/>
  <Override PartName="/ppt/slideLayouts/slideLayout335.xml" ContentType="application/vnd.openxmlformats-officedocument.presentationml.slideLayout+xml"/>
  <Override PartName="/ppt/slideLayouts/slideLayout336.xml" ContentType="application/vnd.openxmlformats-officedocument.presentationml.slideLayout+xml"/>
  <Override PartName="/ppt/slideLayouts/slideLayout337.xml" ContentType="application/vnd.openxmlformats-officedocument.presentationml.slideLayout+xml"/>
  <Override PartName="/ppt/slideLayouts/slideLayout338.xml" ContentType="application/vnd.openxmlformats-officedocument.presentationml.slideLayout+xml"/>
  <Override PartName="/ppt/slideLayouts/slideLayout339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40.xml" ContentType="application/vnd.openxmlformats-officedocument.presentationml.slideLayout+xml"/>
  <Override PartName="/ppt/slideLayouts/slideLayout341.xml" ContentType="application/vnd.openxmlformats-officedocument.presentationml.slideLayout+xml"/>
  <Override PartName="/ppt/slideLayouts/slideLayout342.xml" ContentType="application/vnd.openxmlformats-officedocument.presentationml.slideLayout+xml"/>
  <Override PartName="/ppt/slideLayouts/slideLayout343.xml" ContentType="application/vnd.openxmlformats-officedocument.presentationml.slideLayout+xml"/>
  <Override PartName="/ppt/slideLayouts/slideLayout344.xml" ContentType="application/vnd.openxmlformats-officedocument.presentationml.slideLayout+xml"/>
  <Override PartName="/ppt/slideLayouts/slideLayout345.xml" ContentType="application/vnd.openxmlformats-officedocument.presentationml.slideLayout+xml"/>
  <Override PartName="/ppt/slideLayouts/slideLayout346.xml" ContentType="application/vnd.openxmlformats-officedocument.presentationml.slideLayout+xml"/>
  <Override PartName="/ppt/slideLayouts/slideLayout347.xml" ContentType="application/vnd.openxmlformats-officedocument.presentationml.slideLayout+xml"/>
  <Override PartName="/ppt/slideLayouts/slideLayout348.xml" ContentType="application/vnd.openxmlformats-officedocument.presentationml.slideLayout+xml"/>
  <Override PartName="/ppt/slideLayouts/slideLayout349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50.xml" ContentType="application/vnd.openxmlformats-officedocument.presentationml.slideLayout+xml"/>
  <Override PartName="/ppt/slideLayouts/slideLayout351.xml" ContentType="application/vnd.openxmlformats-officedocument.presentationml.slideLayout+xml"/>
  <Override PartName="/ppt/slideLayouts/slideLayout352.xml" ContentType="application/vnd.openxmlformats-officedocument.presentationml.slideLayout+xml"/>
  <Override PartName="/ppt/slideLayouts/slideLayout353.xml" ContentType="application/vnd.openxmlformats-officedocument.presentationml.slideLayout+xml"/>
  <Override PartName="/ppt/slideLayouts/slideLayout354.xml" ContentType="application/vnd.openxmlformats-officedocument.presentationml.slideLayout+xml"/>
  <Override PartName="/ppt/slideLayouts/slideLayout355.xml" ContentType="application/vnd.openxmlformats-officedocument.presentationml.slideLayout+xml"/>
  <Override PartName="/ppt/slideLayouts/slideLayout356.xml" ContentType="application/vnd.openxmlformats-officedocument.presentationml.slideLayout+xml"/>
  <Override PartName="/ppt/slideLayouts/slideLayout357.xml" ContentType="application/vnd.openxmlformats-officedocument.presentationml.slideLayout+xml"/>
  <Override PartName="/ppt/slideLayouts/slideLayout358.xml" ContentType="application/vnd.openxmlformats-officedocument.presentationml.slideLayout+xml"/>
  <Override PartName="/ppt/slideLayouts/slideLayout359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60.xml" ContentType="application/vnd.openxmlformats-officedocument.presentationml.slideLayout+xml"/>
  <Override PartName="/ppt/slideLayouts/slideLayout361.xml" ContentType="application/vnd.openxmlformats-officedocument.presentationml.slideLayout+xml"/>
  <Override PartName="/ppt/slideLayouts/slideLayout362.xml" ContentType="application/vnd.openxmlformats-officedocument.presentationml.slideLayout+xml"/>
  <Override PartName="/ppt/slideLayouts/slideLayout363.xml" ContentType="application/vnd.openxmlformats-officedocument.presentationml.slideLayout+xml"/>
  <Override PartName="/ppt/slideLayouts/slideLayout364.xml" ContentType="application/vnd.openxmlformats-officedocument.presentationml.slideLayout+xml"/>
  <Override PartName="/ppt/slideLayouts/slideLayout365.xml" ContentType="application/vnd.openxmlformats-officedocument.presentationml.slideLayout+xml"/>
  <Override PartName="/ppt/slideLayouts/slideLayout366.xml" ContentType="application/vnd.openxmlformats-officedocument.presentationml.slideLayout+xml"/>
  <Override PartName="/ppt/slideLayouts/slideLayout367.xml" ContentType="application/vnd.openxmlformats-officedocument.presentationml.slideLayout+xml"/>
  <Override PartName="/ppt/slideLayouts/slideLayout368.xml" ContentType="application/vnd.openxmlformats-officedocument.presentationml.slideLayout+xml"/>
  <Override PartName="/ppt/slideLayouts/slideLayout369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70.xml" ContentType="application/vnd.openxmlformats-officedocument.presentationml.slideLayout+xml"/>
  <Override PartName="/ppt/slideLayouts/slideLayout371.xml" ContentType="application/vnd.openxmlformats-officedocument.presentationml.slideLayout+xml"/>
  <Override PartName="/ppt/slideLayouts/slideLayout372.xml" ContentType="application/vnd.openxmlformats-officedocument.presentationml.slideLayout+xml"/>
  <Override PartName="/ppt/slideLayouts/slideLayout373.xml" ContentType="application/vnd.openxmlformats-officedocument.presentationml.slideLayout+xml"/>
  <Override PartName="/ppt/slideLayouts/slideLayout374.xml" ContentType="application/vnd.openxmlformats-officedocument.presentationml.slideLayout+xml"/>
  <Override PartName="/ppt/slideLayouts/slideLayout375.xml" ContentType="application/vnd.openxmlformats-officedocument.presentationml.slideLayout+xml"/>
  <Override PartName="/ppt/slideLayouts/slideLayout376.xml" ContentType="application/vnd.openxmlformats-officedocument.presentationml.slideLayout+xml"/>
  <Override PartName="/ppt/slideLayouts/slideLayout377.xml" ContentType="application/vnd.openxmlformats-officedocument.presentationml.slideLayout+xml"/>
  <Override PartName="/ppt/slideLayouts/slideLayout378.xml" ContentType="application/vnd.openxmlformats-officedocument.presentationml.slideLayout+xml"/>
  <Override PartName="/ppt/slideLayouts/slideLayout379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80.xml" ContentType="application/vnd.openxmlformats-officedocument.presentationml.slideLayout+xml"/>
  <Override PartName="/ppt/slideLayouts/slideLayout381.xml" ContentType="application/vnd.openxmlformats-officedocument.presentationml.slideLayout+xml"/>
  <Override PartName="/ppt/slideLayouts/slideLayout382.xml" ContentType="application/vnd.openxmlformats-officedocument.presentationml.slideLayout+xml"/>
  <Override PartName="/ppt/slideLayouts/slideLayout383.xml" ContentType="application/vnd.openxmlformats-officedocument.presentationml.slideLayout+xml"/>
  <Override PartName="/ppt/slideLayouts/slideLayout384.xml" ContentType="application/vnd.openxmlformats-officedocument.presentationml.slideLayout+xml"/>
  <Override PartName="/ppt/slideLayouts/slideLayout385.xml" ContentType="application/vnd.openxmlformats-officedocument.presentationml.slideLayout+xml"/>
  <Override PartName="/ppt/slideLayouts/slideLayout386.xml" ContentType="application/vnd.openxmlformats-officedocument.presentationml.slideLayout+xml"/>
  <Override PartName="/ppt/slideLayouts/slideLayout387.xml" ContentType="application/vnd.openxmlformats-officedocument.presentationml.slideLayout+xml"/>
  <Override PartName="/ppt/slideLayouts/slideLayout388.xml" ContentType="application/vnd.openxmlformats-officedocument.presentationml.slideLayout+xml"/>
  <Override PartName="/ppt/slideLayouts/slideLayout389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390.xml" ContentType="application/vnd.openxmlformats-officedocument.presentationml.slideLayout+xml"/>
  <Override PartName="/ppt/slideLayouts/slideLayout391.xml" ContentType="application/vnd.openxmlformats-officedocument.presentationml.slideLayout+xml"/>
  <Override PartName="/ppt/slideLayouts/slideLayout392.xml" ContentType="application/vnd.openxmlformats-officedocument.presentationml.slideLayout+xml"/>
  <Override PartName="/ppt/slideLayouts/slideLayout393.xml" ContentType="application/vnd.openxmlformats-officedocument.presentationml.slideLayout+xml"/>
  <Override PartName="/ppt/slideLayouts/slideLayout394.xml" ContentType="application/vnd.openxmlformats-officedocument.presentationml.slideLayout+xml"/>
  <Override PartName="/ppt/slideLayouts/slideLayout395.xml" ContentType="application/vnd.openxmlformats-officedocument.presentationml.slideLayout+xml"/>
  <Override PartName="/ppt/slideLayouts/slideLayout396.xml" ContentType="application/vnd.openxmlformats-officedocument.presentationml.slideLayout+xml"/>
  <Override PartName="/ppt/slideLayouts/slideLayout397.xml" ContentType="application/vnd.openxmlformats-officedocument.presentationml.slideLayout+xml"/>
  <Override PartName="/ppt/slideLayouts/slideLayout398.xml" ContentType="application/vnd.openxmlformats-officedocument.presentationml.slideLayout+xml"/>
  <Override PartName="/ppt/slideLayouts/slideLayout39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00.xml" ContentType="application/vnd.openxmlformats-officedocument.presentationml.slideLayout+xml"/>
  <Override PartName="/ppt/slideLayouts/slideLayout401.xml" ContentType="application/vnd.openxmlformats-officedocument.presentationml.slideLayout+xml"/>
  <Override PartName="/ppt/slideLayouts/slideLayout402.xml" ContentType="application/vnd.openxmlformats-officedocument.presentationml.slideLayout+xml"/>
  <Override PartName="/ppt/slideLayouts/slideLayout403.xml" ContentType="application/vnd.openxmlformats-officedocument.presentationml.slideLayout+xml"/>
  <Override PartName="/ppt/slideLayouts/slideLayout404.xml" ContentType="application/vnd.openxmlformats-officedocument.presentationml.slideLayout+xml"/>
  <Override PartName="/ppt/slideLayouts/slideLayout405.xml" ContentType="application/vnd.openxmlformats-officedocument.presentationml.slideLayout+xml"/>
  <Override PartName="/ppt/slideLayouts/slideLayout406.xml" ContentType="application/vnd.openxmlformats-officedocument.presentationml.slideLayout+xml"/>
  <Override PartName="/ppt/slideLayouts/slideLayout407.xml" ContentType="application/vnd.openxmlformats-officedocument.presentationml.slideLayout+xml"/>
  <Override PartName="/ppt/slideLayouts/slideLayout408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27.xml" ContentType="application/vnd.openxmlformats-officedocument.theme+xml"/>
  <Override PartName="/ppt/theme/theme28.xml" ContentType="application/vnd.openxmlformats-officedocument.theme+xml"/>
  <Override PartName="/ppt/theme/theme29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31.xml" ContentType="application/vnd.openxmlformats-officedocument.theme+xml"/>
  <Override PartName="/ppt/theme/theme32.xml" ContentType="application/vnd.openxmlformats-officedocument.theme+xml"/>
  <Override PartName="/ppt/theme/theme33.xml" ContentType="application/vnd.openxmlformats-officedocument.theme+xml"/>
  <Override PartName="/ppt/theme/theme34.xml" ContentType="application/vnd.openxmlformats-officedocument.theme+xml"/>
  <Override PartName="/ppt/theme/theme35.xml" ContentType="application/vnd.openxmlformats-officedocument.theme+xml"/>
  <Override PartName="/ppt/theme/theme36.xml" ContentType="application/vnd.openxmlformats-officedocument.theme+xml"/>
  <Override PartName="/ppt/theme/theme37.xml" ContentType="application/vnd.openxmlformats-officedocument.theme+xml"/>
  <Override PartName="/ppt/theme/theme38.xml" ContentType="application/vnd.openxmlformats-officedocument.theme+xml"/>
  <Override PartName="/ppt/theme/theme39.xml" ContentType="application/vnd.openxmlformats-officedocument.theme+xml"/>
  <Override PartName="/ppt/theme/theme4.xml" ContentType="application/vnd.openxmlformats-officedocument.theme+xml"/>
  <Override PartName="/ppt/theme/theme40.xml" ContentType="application/vnd.openxmlformats-officedocument.theme+xml"/>
  <Override PartName="/ppt/theme/theme41.xml" ContentType="application/vnd.openxmlformats-officedocument.theme+xml"/>
  <Override PartName="/ppt/theme/theme42.xml" ContentType="application/vnd.openxmlformats-officedocument.theme+xml"/>
  <Override PartName="/ppt/theme/theme43.xml" ContentType="application/vnd.openxmlformats-officedocument.theme+xml"/>
  <Override PartName="/ppt/theme/theme44.xml" ContentType="application/vnd.openxmlformats-officedocument.theme+xml"/>
  <Override PartName="/ppt/theme/theme45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  <p:sldMasterId id="2147483652" r:id="rId4"/>
    <p:sldMasterId id="2147483654" r:id="rId5"/>
    <p:sldMasterId id="2147483657" r:id="rId6"/>
    <p:sldMasterId id="2147483659" r:id="rId7"/>
    <p:sldMasterId id="2147483678" r:id="rId8"/>
    <p:sldMasterId id="2147483680" r:id="rId9"/>
    <p:sldMasterId id="2147483682" r:id="rId10"/>
    <p:sldMasterId id="2147483684" r:id="rId11"/>
    <p:sldMasterId id="2147483686" r:id="rId12"/>
    <p:sldMasterId id="2147483688" r:id="rId13"/>
    <p:sldMasterId id="2147483691" r:id="rId14"/>
    <p:sldMasterId id="2147483693" r:id="rId15"/>
    <p:sldMasterId id="2147483695" r:id="rId16"/>
    <p:sldMasterId id="2147483697" r:id="rId17"/>
    <p:sldMasterId id="2147483716" r:id="rId18"/>
    <p:sldMasterId id="2147483735" r:id="rId19"/>
    <p:sldMasterId id="2147483754" r:id="rId20"/>
    <p:sldMasterId id="2147483773" r:id="rId21"/>
    <p:sldMasterId id="2147483792" r:id="rId22"/>
    <p:sldMasterId id="2147483811" r:id="rId23"/>
    <p:sldMasterId id="2147483830" r:id="rId24"/>
    <p:sldMasterId id="2147483849" r:id="rId25"/>
    <p:sldMasterId id="2147483868" r:id="rId26"/>
    <p:sldMasterId id="2147483887" r:id="rId27"/>
    <p:sldMasterId id="2147483906" r:id="rId28"/>
    <p:sldMasterId id="2147483925" r:id="rId29"/>
    <p:sldMasterId id="2147483927" r:id="rId30"/>
    <p:sldMasterId id="2147483948" r:id="rId31"/>
    <p:sldMasterId id="2147483969" r:id="rId32"/>
    <p:sldMasterId id="2147483990" r:id="rId33"/>
    <p:sldMasterId id="2147484003" r:id="rId34"/>
    <p:sldMasterId id="2147484005" r:id="rId35"/>
    <p:sldMasterId id="2147484026" r:id="rId36"/>
    <p:sldMasterId id="2147484028" r:id="rId37"/>
    <p:sldMasterId id="2147484030" r:id="rId38"/>
    <p:sldMasterId id="2147484032" r:id="rId39"/>
    <p:sldMasterId id="2147484051" r:id="rId40"/>
    <p:sldMasterId id="2147484053" r:id="rId41"/>
    <p:sldMasterId id="2147484055" r:id="rId42"/>
    <p:sldMasterId id="2147484057" r:id="rId43"/>
    <p:sldMasterId id="2147484078" r:id="rId44"/>
  </p:sldMasterIdLst>
  <p:notesMasterIdLst>
    <p:notesMasterId r:id="rId46"/>
  </p:notesMasterIdLst>
  <p:handoutMasterIdLst>
    <p:handoutMasterId r:id="rId62"/>
  </p:handoutMasterIdLst>
  <p:sldIdLst>
    <p:sldId id="2025" r:id="rId45"/>
    <p:sldId id="2040" r:id="rId47"/>
    <p:sldId id="2026" r:id="rId48"/>
    <p:sldId id="2027" r:id="rId49"/>
    <p:sldId id="2028" r:id="rId50"/>
    <p:sldId id="2029" r:id="rId51"/>
    <p:sldId id="2030" r:id="rId52"/>
    <p:sldId id="2031" r:id="rId53"/>
    <p:sldId id="2032" r:id="rId54"/>
    <p:sldId id="2033" r:id="rId55"/>
    <p:sldId id="2034" r:id="rId56"/>
    <p:sldId id="2035" r:id="rId57"/>
    <p:sldId id="2036" r:id="rId58"/>
    <p:sldId id="2037" r:id="rId59"/>
    <p:sldId id="2038" r:id="rId60"/>
    <p:sldId id="2039" r:id="rId61"/>
  </p:sldIdLst>
  <p:sldSz cx="12192000" cy="6858000"/>
  <p:notesSz cx="6858000" cy="9144000"/>
  <p:custDataLst>
    <p:tags r:id="rId6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大上 高" initials="大上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7E1"/>
    <a:srgbClr val="FF0000"/>
    <a:srgbClr val="FFFFFF"/>
    <a:srgbClr val="6C7979"/>
    <a:srgbClr val="FFF4D2"/>
    <a:srgbClr val="B2A68F"/>
    <a:srgbClr val="3F3F3F"/>
    <a:srgbClr val="DE0014"/>
    <a:srgbClr val="919191"/>
    <a:srgbClr val="E7F0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06" autoAdjust="0"/>
    <p:restoredTop sz="94809" autoAdjust="0"/>
  </p:normalViewPr>
  <p:slideViewPr>
    <p:cSldViewPr snapToGrid="0">
      <p:cViewPr varScale="1">
        <p:scale>
          <a:sx n="75" d="100"/>
          <a:sy n="75" d="100"/>
        </p:scale>
        <p:origin x="1008" y="48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3416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7" Type="http://schemas.openxmlformats.org/officeDocument/2006/relationships/tags" Target="tags/tag1.xml"/><Relationship Id="rId66" Type="http://schemas.openxmlformats.org/officeDocument/2006/relationships/commentAuthors" Target="commentAuthors.xml"/><Relationship Id="rId65" Type="http://schemas.openxmlformats.org/officeDocument/2006/relationships/tableStyles" Target="tableStyles.xml"/><Relationship Id="rId64" Type="http://schemas.openxmlformats.org/officeDocument/2006/relationships/viewProps" Target="viewProps.xml"/><Relationship Id="rId63" Type="http://schemas.openxmlformats.org/officeDocument/2006/relationships/presProps" Target="presProps.xml"/><Relationship Id="rId62" Type="http://schemas.openxmlformats.org/officeDocument/2006/relationships/handoutMaster" Target="handoutMasters/handoutMaster1.xml"/><Relationship Id="rId61" Type="http://schemas.openxmlformats.org/officeDocument/2006/relationships/slide" Target="slides/slide16.xml"/><Relationship Id="rId60" Type="http://schemas.openxmlformats.org/officeDocument/2006/relationships/slide" Target="slides/slide15.xml"/><Relationship Id="rId6" Type="http://schemas.openxmlformats.org/officeDocument/2006/relationships/slideMaster" Target="slideMasters/slideMaster5.xml"/><Relationship Id="rId59" Type="http://schemas.openxmlformats.org/officeDocument/2006/relationships/slide" Target="slides/slide14.xml"/><Relationship Id="rId58" Type="http://schemas.openxmlformats.org/officeDocument/2006/relationships/slide" Target="slides/slide13.xml"/><Relationship Id="rId57" Type="http://schemas.openxmlformats.org/officeDocument/2006/relationships/slide" Target="slides/slide12.xml"/><Relationship Id="rId56" Type="http://schemas.openxmlformats.org/officeDocument/2006/relationships/slide" Target="slides/slide11.xml"/><Relationship Id="rId55" Type="http://schemas.openxmlformats.org/officeDocument/2006/relationships/slide" Target="slides/slide10.xml"/><Relationship Id="rId54" Type="http://schemas.openxmlformats.org/officeDocument/2006/relationships/slide" Target="slides/slide9.xml"/><Relationship Id="rId53" Type="http://schemas.openxmlformats.org/officeDocument/2006/relationships/slide" Target="slides/slide8.xml"/><Relationship Id="rId52" Type="http://schemas.openxmlformats.org/officeDocument/2006/relationships/slide" Target="slides/slide7.xml"/><Relationship Id="rId51" Type="http://schemas.openxmlformats.org/officeDocument/2006/relationships/slide" Target="slides/slide6.xml"/><Relationship Id="rId50" Type="http://schemas.openxmlformats.org/officeDocument/2006/relationships/slide" Target="slides/slide5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4.xml"/><Relationship Id="rId48" Type="http://schemas.openxmlformats.org/officeDocument/2006/relationships/slide" Target="slides/slide3.xml"/><Relationship Id="rId47" Type="http://schemas.openxmlformats.org/officeDocument/2006/relationships/slide" Target="slides/slide2.xml"/><Relationship Id="rId46" Type="http://schemas.openxmlformats.org/officeDocument/2006/relationships/notesMaster" Target="notesMasters/notesMaster1.xml"/><Relationship Id="rId45" Type="http://schemas.openxmlformats.org/officeDocument/2006/relationships/slide" Target="slides/slide1.xml"/><Relationship Id="rId44" Type="http://schemas.openxmlformats.org/officeDocument/2006/relationships/slideMaster" Target="slideMasters/slideMaster43.xml"/><Relationship Id="rId43" Type="http://schemas.openxmlformats.org/officeDocument/2006/relationships/slideMaster" Target="slideMasters/slideMaster42.xml"/><Relationship Id="rId42" Type="http://schemas.openxmlformats.org/officeDocument/2006/relationships/slideMaster" Target="slideMasters/slideMaster41.xml"/><Relationship Id="rId41" Type="http://schemas.openxmlformats.org/officeDocument/2006/relationships/slideMaster" Target="slideMasters/slideMaster40.xml"/><Relationship Id="rId40" Type="http://schemas.openxmlformats.org/officeDocument/2006/relationships/slideMaster" Target="slideMasters/slideMaster39.xml"/><Relationship Id="rId4" Type="http://schemas.openxmlformats.org/officeDocument/2006/relationships/slideMaster" Target="slideMasters/slideMaster3.xml"/><Relationship Id="rId39" Type="http://schemas.openxmlformats.org/officeDocument/2006/relationships/slideMaster" Target="slideMasters/slideMaster38.xml"/><Relationship Id="rId38" Type="http://schemas.openxmlformats.org/officeDocument/2006/relationships/slideMaster" Target="slideMasters/slideMaster37.xml"/><Relationship Id="rId37" Type="http://schemas.openxmlformats.org/officeDocument/2006/relationships/slideMaster" Target="slideMasters/slideMaster36.xml"/><Relationship Id="rId36" Type="http://schemas.openxmlformats.org/officeDocument/2006/relationships/slideMaster" Target="slideMasters/slideMaster35.xml"/><Relationship Id="rId35" Type="http://schemas.openxmlformats.org/officeDocument/2006/relationships/slideMaster" Target="slideMasters/slideMaster34.xml"/><Relationship Id="rId34" Type="http://schemas.openxmlformats.org/officeDocument/2006/relationships/slideMaster" Target="slideMasters/slideMaster33.xml"/><Relationship Id="rId33" Type="http://schemas.openxmlformats.org/officeDocument/2006/relationships/slideMaster" Target="slideMasters/slideMaster32.xml"/><Relationship Id="rId32" Type="http://schemas.openxmlformats.org/officeDocument/2006/relationships/slideMaster" Target="slideMasters/slideMaster31.xml"/><Relationship Id="rId31" Type="http://schemas.openxmlformats.org/officeDocument/2006/relationships/slideMaster" Target="slideMasters/slideMaster30.xml"/><Relationship Id="rId30" Type="http://schemas.openxmlformats.org/officeDocument/2006/relationships/slideMaster" Target="slideMasters/slideMaster29.xml"/><Relationship Id="rId3" Type="http://schemas.openxmlformats.org/officeDocument/2006/relationships/slideMaster" Target="slideMasters/slideMaster2.xml"/><Relationship Id="rId29" Type="http://schemas.openxmlformats.org/officeDocument/2006/relationships/slideMaster" Target="slideMasters/slideMaster28.xml"/><Relationship Id="rId28" Type="http://schemas.openxmlformats.org/officeDocument/2006/relationships/slideMaster" Target="slideMasters/slideMaster27.xml"/><Relationship Id="rId27" Type="http://schemas.openxmlformats.org/officeDocument/2006/relationships/slideMaster" Target="slideMasters/slideMaster26.xml"/><Relationship Id="rId26" Type="http://schemas.openxmlformats.org/officeDocument/2006/relationships/slideMaster" Target="slideMasters/slideMaster25.xml"/><Relationship Id="rId25" Type="http://schemas.openxmlformats.org/officeDocument/2006/relationships/slideMaster" Target="slideMasters/slideMaster24.xml"/><Relationship Id="rId24" Type="http://schemas.openxmlformats.org/officeDocument/2006/relationships/slideMaster" Target="slideMasters/slideMaster23.xml"/><Relationship Id="rId23" Type="http://schemas.openxmlformats.org/officeDocument/2006/relationships/slideMaster" Target="slideMasters/slideMaster22.xml"/><Relationship Id="rId22" Type="http://schemas.openxmlformats.org/officeDocument/2006/relationships/slideMaster" Target="slideMasters/slideMaster21.xml"/><Relationship Id="rId21" Type="http://schemas.openxmlformats.org/officeDocument/2006/relationships/slideMaster" Target="slideMasters/slideMaster20.xml"/><Relationship Id="rId20" Type="http://schemas.openxmlformats.org/officeDocument/2006/relationships/slideMaster" Target="slideMasters/slideMaster19.xml"/><Relationship Id="rId2" Type="http://schemas.openxmlformats.org/officeDocument/2006/relationships/theme" Target="theme/theme1.xml"/><Relationship Id="rId19" Type="http://schemas.openxmlformats.org/officeDocument/2006/relationships/slideMaster" Target="slideMasters/slideMaster18.xml"/><Relationship Id="rId18" Type="http://schemas.openxmlformats.org/officeDocument/2006/relationships/slideMaster" Target="slideMasters/slideMaster17.xml"/><Relationship Id="rId17" Type="http://schemas.openxmlformats.org/officeDocument/2006/relationships/slideMaster" Target="slideMasters/slideMaster16.xml"/><Relationship Id="rId16" Type="http://schemas.openxmlformats.org/officeDocument/2006/relationships/slideMaster" Target="slideMasters/slideMaster15.xml"/><Relationship Id="rId15" Type="http://schemas.openxmlformats.org/officeDocument/2006/relationships/slideMaster" Target="slideMasters/slideMaster14.xml"/><Relationship Id="rId14" Type="http://schemas.openxmlformats.org/officeDocument/2006/relationships/slideMaster" Target="slideMasters/slideMaster13.xml"/><Relationship Id="rId13" Type="http://schemas.openxmlformats.org/officeDocument/2006/relationships/slideMaster" Target="slideMasters/slideMaster12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DFD10-C36A-A44C-AC52-E91D9A58CF7E}" type="datetimeFigureOut">
              <a:rPr kumimoji="1" lang="zh-CN" altLang="en-US" smtClean="0">
                <a:ea typeface="阿里巴巴普惠体" panose="00020600040101010101" pitchFamily="18" charset="-122"/>
              </a:rPr>
            </a:fld>
            <a:endParaRPr kumimoji="1" lang="zh-CN" altLang="en-US" dirty="0">
              <a:ea typeface="阿里巴巴普惠体" panose="00020600040101010101" pitchFamily="18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0B397-CD8F-1C4C-97BB-ADF18DDD1C00}" type="slidenum">
              <a:rPr kumimoji="1" lang="zh-CN" altLang="en-US" smtClean="0">
                <a:ea typeface="阿里巴巴普惠体" panose="00020600040101010101" pitchFamily="18" charset="-122"/>
              </a:rPr>
            </a:fld>
            <a:endParaRPr kumimoji="1" lang="zh-CN" altLang="en-US" dirty="0">
              <a:ea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fld id="{AEE7ACF5-0677-4CC5-89ED-AE83D3F5859D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fld id="{3CC63F50-FC71-46DD-9BDC-11F985EF414C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P01 | 封面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P03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P02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P03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P04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P05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P06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P07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P08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P09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P10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P11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P12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P13 | 任务卡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P14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P15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6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6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7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7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8.xml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9.xml"/></Relationships>
</file>

<file path=ppt/slideLayouts/_rels/slideLayout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0.xml"/></Relationships>
</file>

<file path=ppt/slideLayouts/_rels/slideLayout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0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1.xml"/></Relationships>
</file>

<file path=ppt/slideLayouts/_rels/slideLayout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1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2.xml"/></Relationships>
</file>

<file path=ppt/slideLayouts/_rels/slideLayout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2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3.xml"/></Relationships>
</file>

<file path=ppt/slideLayouts/_rels/slideLayout1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3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4.xml"/></Relationships>
</file>

<file path=ppt/slideLayouts/_rels/slideLayout1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4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5.xml"/></Relationships>
</file>

<file path=ppt/slideLayouts/_rels/slideLayout2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5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6.xml"/></Relationships>
</file>

<file path=ppt/slideLayouts/_rels/slideLayout2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6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7.xml"/></Relationships>
</file>

<file path=ppt/slideLayouts/_rels/slideLayout2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7.xml"/></Relationships>
</file>

<file path=ppt/slideLayouts/_rels/slideLayout2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9.xml"/></Relationships>
</file>

<file path=ppt/slideLayouts/_rels/slideLayout2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9.xml"/></Relationships>
</file>

<file path=ppt/slideLayouts/_rels/slideLayout2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9.xml"/></Relationships>
</file>

<file path=ppt/slideLayouts/_rels/slideLayout2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9.xml"/></Relationships>
</file>

<file path=ppt/slideLayouts/_rels/slideLayout2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0.xml"/></Relationships>
</file>

<file path=ppt/slideLayouts/_rels/slideLayout2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0.xml"/></Relationships>
</file>

<file path=ppt/slideLayouts/_rels/slideLayout2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0.xml"/></Relationships>
</file>

<file path=ppt/slideLayouts/_rels/slideLayout2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0.xml"/></Relationships>
</file>

<file path=ppt/slideLayouts/_rels/slideLayout2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1.xml"/></Relationships>
</file>

<file path=ppt/slideLayouts/_rels/slideLayout2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1.xml"/></Relationships>
</file>

<file path=ppt/slideLayouts/_rels/slideLayout2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1.xml"/></Relationships>
</file>

<file path=ppt/slideLayouts/_rels/slideLayout2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1.xml"/></Relationships>
</file>

<file path=ppt/slideLayouts/_rels/slideLayout2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4.xml"/></Relationships>
</file>

<file path=ppt/slideLayouts/_rels/slideLayout3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4.xml"/></Relationships>
</file>

<file path=ppt/slideLayouts/_rels/slideLayout3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4.xml"/></Relationships>
</file>

<file path=ppt/slideLayouts/_rels/slideLayout3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4.xml"/></Relationships>
</file>

<file path=ppt/slideLayouts/_rels/slideLayout3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8.xml"/></Relationships>
</file>

<file path=ppt/slideLayouts/_rels/slideLayout3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8.xml"/></Relationships>
</file>

<file path=ppt/slideLayouts/_rels/slideLayout3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8.xml"/></Relationships>
</file>

<file path=ppt/slideLayouts/_rels/slideLayout3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8.xml"/></Relationships>
</file>

<file path=ppt/slideLayouts/_rels/slideLayout3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3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3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3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2.xml"/></Relationships>
</file>

<file path=ppt/slideLayouts/_rels/slideLayout3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2.xml"/></Relationships>
</file>

<file path=ppt/slideLayouts/_rels/slideLayout3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2.xml"/></Relationships>
</file>

<file path=ppt/slideLayouts/_rels/slideLayout3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2.xml"/></Relationships>
</file>

<file path=ppt/slideLayouts/_rels/slideLayout3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3.xml"/></Relationships>
</file>

<file path=ppt/slideLayouts/_rels/slideLayout3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3.xml"/></Relationships>
</file>

<file path=ppt/slideLayouts/_rels/slideLayout3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3.xml"/></Relationships>
</file>

<file path=ppt/slideLayouts/_rels/slideLayout3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3.xml"/></Relationships>
</file>

<file path=ppt/slideLayouts/_rels/slideLayout3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  <a:endParaRPr kumimoji="1" lang="zh-CN" altLang="en-US" dirty="0"/>
          </a:p>
        </p:txBody>
      </p:sp>
      <p:sp>
        <p:nvSpPr>
          <p:cNvPr id="3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金句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金句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金句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9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3881756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</a:rPr>
              <a:t>i</a:t>
            </a:r>
            <a:endParaRPr lang="en-US" altLang="zh-CN" sz="1600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 R" panose="00020600040101010101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</a:rPr>
              <a:t>i</a:t>
            </a:r>
            <a:endParaRPr lang="en-US" altLang="zh-CN" sz="1600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 R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阿里巴巴普惠体 R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"/>
            <a:ext cx="5973761" cy="542425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"/>
            <a:ext cx="6298881" cy="532660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2"/>
            <a:ext cx="9845675" cy="193498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2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7" y="3605642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 err="1">
                <a:solidFill>
                  <a:srgbClr val="262626"/>
                </a:solidFill>
              </a:rPr>
              <a:t>i</a:t>
            </a:r>
            <a:endParaRPr lang="en-US" altLang="zh-CN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05400" y="1290033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 R" panose="00020600040101010101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2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7" y="3605642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 err="1">
                <a:solidFill>
                  <a:srgbClr val="262626"/>
                </a:solidFill>
              </a:rPr>
              <a:t>i</a:t>
            </a:r>
            <a:endParaRPr lang="en-US" altLang="zh-CN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"/>
            <a:ext cx="6298881" cy="532660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4" Type="http://schemas.openxmlformats.org/officeDocument/2006/relationships/theme" Target="../theme/theme3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6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5.xml"/><Relationship Id="rId8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Relationship Id="rId3" Type="http://schemas.openxmlformats.org/officeDocument/2006/relationships/slideLayout" Target="../slideLayouts/slideLayout9.xml"/><Relationship Id="rId20" Type="http://schemas.openxmlformats.org/officeDocument/2006/relationships/theme" Target="../theme/theme6.xml"/><Relationship Id="rId2" Type="http://schemas.openxmlformats.org/officeDocument/2006/relationships/slideLayout" Target="../slideLayouts/slideLayout8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3.xml"/><Relationship Id="rId16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6.xml"/><Relationship Id="rId1" Type="http://schemas.openxmlformats.org/officeDocument/2006/relationships/slideLayout" Target="../slideLayouts/slideLayout7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5.xml"/></Relationships>
</file>

<file path=ppt/slideMasters/_rels/slideMaster8.xml.rels><?xml version="1.0" encoding="UTF-8" standalone="yes"?>
<Relationships xmlns="http://schemas.openxmlformats.org/package/2006/relationships"><Relationship Id="rId4" Type="http://schemas.openxmlformats.org/officeDocument/2006/relationships/theme" Target="../theme/theme8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6.xml"/></Relationships>
</file>

<file path=ppt/slideMasters/_rels/slideMaster9.xml.rels><?xml version="1.0" encoding="UTF-8" standalone="yes"?>
<Relationships xmlns="http://schemas.openxmlformats.org/package/2006/relationships"><Relationship Id="rId4" Type="http://schemas.openxmlformats.org/officeDocument/2006/relationships/theme" Target="../theme/theme9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7.xml"/></Relationships>
</file>

<file path=ppt/slideMasters/_rels/slideMaster10.xml.rels><?xml version="1.0" encoding="UTF-8" standalone="yes"?>
<Relationships xmlns="http://schemas.openxmlformats.org/package/2006/relationships"><Relationship Id="rId4" Type="http://schemas.openxmlformats.org/officeDocument/2006/relationships/theme" Target="../theme/theme10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8.xml"/></Relationships>
</file>

<file path=ppt/slideMasters/_rels/slideMaster1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1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9.xml"/></Relationships>
</file>

<file path=ppt/slideMasters/_rels/slideMaster12.xml.rels><?xml version="1.0" encoding="UTF-8" standalone="yes"?>
<Relationships xmlns="http://schemas.openxmlformats.org/package/2006/relationships"><Relationship Id="rId5" Type="http://schemas.openxmlformats.org/officeDocument/2006/relationships/theme" Target="../theme/theme12.xml"/><Relationship Id="rId4" Type="http://schemas.openxmlformats.org/officeDocument/2006/relationships/image" Target="../media/image3.svg"/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/Relationships>
</file>

<file path=ppt/slideMasters/_rels/slideMaster13.xml.rels><?xml version="1.0" encoding="UTF-8" standalone="yes"?>
<Relationships xmlns="http://schemas.openxmlformats.org/package/2006/relationships"><Relationship Id="rId4" Type="http://schemas.openxmlformats.org/officeDocument/2006/relationships/theme" Target="../theme/theme13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2.xml"/></Relationships>
</file>

<file path=ppt/slideMasters/_rels/slideMaster14.xml.rels><?xml version="1.0" encoding="UTF-8" standalone="yes"?>
<Relationships xmlns="http://schemas.openxmlformats.org/package/2006/relationships"><Relationship Id="rId4" Type="http://schemas.openxmlformats.org/officeDocument/2006/relationships/theme" Target="../theme/theme14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3.xml"/></Relationships>
</file>

<file path=ppt/slideMasters/_rels/slideMaster15.xml.rels><?xml version="1.0" encoding="UTF-8" standalone="yes"?>
<Relationships xmlns="http://schemas.openxmlformats.org/package/2006/relationships"><Relationship Id="rId4" Type="http://schemas.openxmlformats.org/officeDocument/2006/relationships/theme" Target="../theme/theme15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4.xml"/></Relationships>
</file>

<file path=ppt/slideMasters/_rels/slideMaster1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3.xml"/><Relationship Id="rId8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0.xml"/><Relationship Id="rId5" Type="http://schemas.openxmlformats.org/officeDocument/2006/relationships/slideLayout" Target="../slideLayouts/slideLayout39.xml"/><Relationship Id="rId4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7.xml"/><Relationship Id="rId20" Type="http://schemas.openxmlformats.org/officeDocument/2006/relationships/theme" Target="../theme/theme16.xml"/><Relationship Id="rId2" Type="http://schemas.openxmlformats.org/officeDocument/2006/relationships/slideLayout" Target="../slideLayouts/slideLayout36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52.xml"/><Relationship Id="rId17" Type="http://schemas.openxmlformats.org/officeDocument/2006/relationships/slideLayout" Target="../slideLayouts/slideLayout51.xml"/><Relationship Id="rId16" Type="http://schemas.openxmlformats.org/officeDocument/2006/relationships/slideLayout" Target="../slideLayouts/slideLayout50.xml"/><Relationship Id="rId15" Type="http://schemas.openxmlformats.org/officeDocument/2006/relationships/slideLayout" Target="../slideLayouts/slideLayout49.xml"/><Relationship Id="rId14" Type="http://schemas.openxmlformats.org/officeDocument/2006/relationships/slideLayout" Target="../slideLayouts/slideLayout48.xml"/><Relationship Id="rId13" Type="http://schemas.openxmlformats.org/officeDocument/2006/relationships/slideLayout" Target="../slideLayouts/slideLayout47.xml"/><Relationship Id="rId12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44.xml"/><Relationship Id="rId1" Type="http://schemas.openxmlformats.org/officeDocument/2006/relationships/slideLayout" Target="../slideLayouts/slideLayout35.xml"/></Relationships>
</file>

<file path=ppt/slideMasters/_rels/slideMaster1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1.xml"/><Relationship Id="rId8" Type="http://schemas.openxmlformats.org/officeDocument/2006/relationships/slideLayout" Target="../slideLayouts/slideLayout60.xml"/><Relationship Id="rId7" Type="http://schemas.openxmlformats.org/officeDocument/2006/relationships/slideLayout" Target="../slideLayouts/slideLayout59.xml"/><Relationship Id="rId6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7.xml"/><Relationship Id="rId4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5.xml"/><Relationship Id="rId20" Type="http://schemas.openxmlformats.org/officeDocument/2006/relationships/theme" Target="../theme/theme17.xml"/><Relationship Id="rId2" Type="http://schemas.openxmlformats.org/officeDocument/2006/relationships/slideLayout" Target="../slideLayouts/slideLayout54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70.xml"/><Relationship Id="rId17" Type="http://schemas.openxmlformats.org/officeDocument/2006/relationships/slideLayout" Target="../slideLayouts/slideLayout69.xml"/><Relationship Id="rId16" Type="http://schemas.openxmlformats.org/officeDocument/2006/relationships/slideLayout" Target="../slideLayouts/slideLayout68.xml"/><Relationship Id="rId15" Type="http://schemas.openxmlformats.org/officeDocument/2006/relationships/slideLayout" Target="../slideLayouts/slideLayout67.xml"/><Relationship Id="rId14" Type="http://schemas.openxmlformats.org/officeDocument/2006/relationships/slideLayout" Target="../slideLayouts/slideLayout66.xml"/><Relationship Id="rId13" Type="http://schemas.openxmlformats.org/officeDocument/2006/relationships/slideLayout" Target="../slideLayouts/slideLayout65.xml"/><Relationship Id="rId12" Type="http://schemas.openxmlformats.org/officeDocument/2006/relationships/slideLayout" Target="../slideLayouts/slideLayout64.xml"/><Relationship Id="rId11" Type="http://schemas.openxmlformats.org/officeDocument/2006/relationships/slideLayout" Target="../slideLayouts/slideLayout63.xml"/><Relationship Id="rId10" Type="http://schemas.openxmlformats.org/officeDocument/2006/relationships/slideLayout" Target="../slideLayouts/slideLayout62.xml"/><Relationship Id="rId1" Type="http://schemas.openxmlformats.org/officeDocument/2006/relationships/slideLayout" Target="../slideLayouts/slideLayout53.xml"/></Relationships>
</file>

<file path=ppt/slideMasters/_rels/slideMaster1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9.xml"/><Relationship Id="rId8" Type="http://schemas.openxmlformats.org/officeDocument/2006/relationships/slideLayout" Target="../slideLayouts/slideLayout78.xml"/><Relationship Id="rId7" Type="http://schemas.openxmlformats.org/officeDocument/2006/relationships/slideLayout" Target="../slideLayouts/slideLayout77.xml"/><Relationship Id="rId6" Type="http://schemas.openxmlformats.org/officeDocument/2006/relationships/slideLayout" Target="../slideLayouts/slideLayout76.xml"/><Relationship Id="rId5" Type="http://schemas.openxmlformats.org/officeDocument/2006/relationships/slideLayout" Target="../slideLayouts/slideLayout75.xml"/><Relationship Id="rId4" Type="http://schemas.openxmlformats.org/officeDocument/2006/relationships/slideLayout" Target="../slideLayouts/slideLayout74.xml"/><Relationship Id="rId3" Type="http://schemas.openxmlformats.org/officeDocument/2006/relationships/slideLayout" Target="../slideLayouts/slideLayout73.xml"/><Relationship Id="rId20" Type="http://schemas.openxmlformats.org/officeDocument/2006/relationships/theme" Target="../theme/theme18.xml"/><Relationship Id="rId2" Type="http://schemas.openxmlformats.org/officeDocument/2006/relationships/slideLayout" Target="../slideLayouts/slideLayout72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88.xml"/><Relationship Id="rId17" Type="http://schemas.openxmlformats.org/officeDocument/2006/relationships/slideLayout" Target="../slideLayouts/slideLayout87.xml"/><Relationship Id="rId16" Type="http://schemas.openxmlformats.org/officeDocument/2006/relationships/slideLayout" Target="../slideLayouts/slideLayout86.xml"/><Relationship Id="rId15" Type="http://schemas.openxmlformats.org/officeDocument/2006/relationships/slideLayout" Target="../slideLayouts/slideLayout85.xml"/><Relationship Id="rId14" Type="http://schemas.openxmlformats.org/officeDocument/2006/relationships/slideLayout" Target="../slideLayouts/slideLayout84.xml"/><Relationship Id="rId13" Type="http://schemas.openxmlformats.org/officeDocument/2006/relationships/slideLayout" Target="../slideLayouts/slideLayout83.xml"/><Relationship Id="rId12" Type="http://schemas.openxmlformats.org/officeDocument/2006/relationships/slideLayout" Target="../slideLayouts/slideLayout82.xml"/><Relationship Id="rId11" Type="http://schemas.openxmlformats.org/officeDocument/2006/relationships/slideLayout" Target="../slideLayouts/slideLayout81.xml"/><Relationship Id="rId10" Type="http://schemas.openxmlformats.org/officeDocument/2006/relationships/slideLayout" Target="../slideLayouts/slideLayout80.xml"/><Relationship Id="rId1" Type="http://schemas.openxmlformats.org/officeDocument/2006/relationships/slideLayout" Target="../slideLayouts/slideLayout71.xml"/></Relationships>
</file>

<file path=ppt/slideMasters/_rels/slideMaster1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7.xml"/><Relationship Id="rId8" Type="http://schemas.openxmlformats.org/officeDocument/2006/relationships/slideLayout" Target="../slideLayouts/slideLayout96.xml"/><Relationship Id="rId7" Type="http://schemas.openxmlformats.org/officeDocument/2006/relationships/slideLayout" Target="../slideLayouts/slideLayout95.xml"/><Relationship Id="rId6" Type="http://schemas.openxmlformats.org/officeDocument/2006/relationships/slideLayout" Target="../slideLayouts/slideLayout94.xml"/><Relationship Id="rId5" Type="http://schemas.openxmlformats.org/officeDocument/2006/relationships/slideLayout" Target="../slideLayouts/slideLayout93.xml"/><Relationship Id="rId4" Type="http://schemas.openxmlformats.org/officeDocument/2006/relationships/slideLayout" Target="../slideLayouts/slideLayout92.xml"/><Relationship Id="rId3" Type="http://schemas.openxmlformats.org/officeDocument/2006/relationships/slideLayout" Target="../slideLayouts/slideLayout91.xml"/><Relationship Id="rId20" Type="http://schemas.openxmlformats.org/officeDocument/2006/relationships/theme" Target="../theme/theme19.xml"/><Relationship Id="rId2" Type="http://schemas.openxmlformats.org/officeDocument/2006/relationships/slideLayout" Target="../slideLayouts/slideLayout90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106.xml"/><Relationship Id="rId17" Type="http://schemas.openxmlformats.org/officeDocument/2006/relationships/slideLayout" Target="../slideLayouts/slideLayout105.xml"/><Relationship Id="rId16" Type="http://schemas.openxmlformats.org/officeDocument/2006/relationships/slideLayout" Target="../slideLayouts/slideLayout104.xml"/><Relationship Id="rId15" Type="http://schemas.openxmlformats.org/officeDocument/2006/relationships/slideLayout" Target="../slideLayouts/slideLayout103.xml"/><Relationship Id="rId14" Type="http://schemas.openxmlformats.org/officeDocument/2006/relationships/slideLayout" Target="../slideLayouts/slideLayout102.xml"/><Relationship Id="rId13" Type="http://schemas.openxmlformats.org/officeDocument/2006/relationships/slideLayout" Target="../slideLayouts/slideLayout101.xml"/><Relationship Id="rId12" Type="http://schemas.openxmlformats.org/officeDocument/2006/relationships/slideLayout" Target="../slideLayouts/slideLayout100.xml"/><Relationship Id="rId11" Type="http://schemas.openxmlformats.org/officeDocument/2006/relationships/slideLayout" Target="../slideLayouts/slideLayout99.xml"/><Relationship Id="rId10" Type="http://schemas.openxmlformats.org/officeDocument/2006/relationships/slideLayout" Target="../slideLayouts/slideLayout98.xml"/><Relationship Id="rId1" Type="http://schemas.openxmlformats.org/officeDocument/2006/relationships/slideLayout" Target="../slideLayouts/slideLayout89.xml"/></Relationships>
</file>

<file path=ppt/slideMasters/_rels/slideMaster2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5.xml"/><Relationship Id="rId8" Type="http://schemas.openxmlformats.org/officeDocument/2006/relationships/slideLayout" Target="../slideLayouts/slideLayout114.xml"/><Relationship Id="rId7" Type="http://schemas.openxmlformats.org/officeDocument/2006/relationships/slideLayout" Target="../slideLayouts/slideLayout113.xml"/><Relationship Id="rId6" Type="http://schemas.openxmlformats.org/officeDocument/2006/relationships/slideLayout" Target="../slideLayouts/slideLayout112.xml"/><Relationship Id="rId5" Type="http://schemas.openxmlformats.org/officeDocument/2006/relationships/slideLayout" Target="../slideLayouts/slideLayout111.xml"/><Relationship Id="rId4" Type="http://schemas.openxmlformats.org/officeDocument/2006/relationships/slideLayout" Target="../slideLayouts/slideLayout110.xml"/><Relationship Id="rId3" Type="http://schemas.openxmlformats.org/officeDocument/2006/relationships/slideLayout" Target="../slideLayouts/slideLayout109.xml"/><Relationship Id="rId20" Type="http://schemas.openxmlformats.org/officeDocument/2006/relationships/theme" Target="../theme/theme20.xml"/><Relationship Id="rId2" Type="http://schemas.openxmlformats.org/officeDocument/2006/relationships/slideLayout" Target="../slideLayouts/slideLayout108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124.xml"/><Relationship Id="rId17" Type="http://schemas.openxmlformats.org/officeDocument/2006/relationships/slideLayout" Target="../slideLayouts/slideLayout123.xml"/><Relationship Id="rId16" Type="http://schemas.openxmlformats.org/officeDocument/2006/relationships/slideLayout" Target="../slideLayouts/slideLayout122.xml"/><Relationship Id="rId15" Type="http://schemas.openxmlformats.org/officeDocument/2006/relationships/slideLayout" Target="../slideLayouts/slideLayout121.xml"/><Relationship Id="rId14" Type="http://schemas.openxmlformats.org/officeDocument/2006/relationships/slideLayout" Target="../slideLayouts/slideLayout120.xml"/><Relationship Id="rId13" Type="http://schemas.openxmlformats.org/officeDocument/2006/relationships/slideLayout" Target="../slideLayouts/slideLayout119.xml"/><Relationship Id="rId12" Type="http://schemas.openxmlformats.org/officeDocument/2006/relationships/slideLayout" Target="../slideLayouts/slideLayout118.xml"/><Relationship Id="rId11" Type="http://schemas.openxmlformats.org/officeDocument/2006/relationships/slideLayout" Target="../slideLayouts/slideLayout117.xml"/><Relationship Id="rId10" Type="http://schemas.openxmlformats.org/officeDocument/2006/relationships/slideLayout" Target="../slideLayouts/slideLayout116.xml"/><Relationship Id="rId1" Type="http://schemas.openxmlformats.org/officeDocument/2006/relationships/slideLayout" Target="../slideLayouts/slideLayout107.xml"/></Relationships>
</file>

<file path=ppt/slideMasters/_rels/slideMaster2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3.xml"/><Relationship Id="rId8" Type="http://schemas.openxmlformats.org/officeDocument/2006/relationships/slideLayout" Target="../slideLayouts/slideLayout132.xml"/><Relationship Id="rId7" Type="http://schemas.openxmlformats.org/officeDocument/2006/relationships/slideLayout" Target="../slideLayouts/slideLayout131.xml"/><Relationship Id="rId6" Type="http://schemas.openxmlformats.org/officeDocument/2006/relationships/slideLayout" Target="../slideLayouts/slideLayout130.xml"/><Relationship Id="rId5" Type="http://schemas.openxmlformats.org/officeDocument/2006/relationships/slideLayout" Target="../slideLayouts/slideLayout129.xml"/><Relationship Id="rId4" Type="http://schemas.openxmlformats.org/officeDocument/2006/relationships/slideLayout" Target="../slideLayouts/slideLayout128.xml"/><Relationship Id="rId3" Type="http://schemas.openxmlformats.org/officeDocument/2006/relationships/slideLayout" Target="../slideLayouts/slideLayout127.xml"/><Relationship Id="rId20" Type="http://schemas.openxmlformats.org/officeDocument/2006/relationships/theme" Target="../theme/theme21.xml"/><Relationship Id="rId2" Type="http://schemas.openxmlformats.org/officeDocument/2006/relationships/slideLayout" Target="../slideLayouts/slideLayout126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142.xml"/><Relationship Id="rId17" Type="http://schemas.openxmlformats.org/officeDocument/2006/relationships/slideLayout" Target="../slideLayouts/slideLayout141.xml"/><Relationship Id="rId16" Type="http://schemas.openxmlformats.org/officeDocument/2006/relationships/slideLayout" Target="../slideLayouts/slideLayout140.xml"/><Relationship Id="rId15" Type="http://schemas.openxmlformats.org/officeDocument/2006/relationships/slideLayout" Target="../slideLayouts/slideLayout139.xml"/><Relationship Id="rId14" Type="http://schemas.openxmlformats.org/officeDocument/2006/relationships/slideLayout" Target="../slideLayouts/slideLayout138.xml"/><Relationship Id="rId13" Type="http://schemas.openxmlformats.org/officeDocument/2006/relationships/slideLayout" Target="../slideLayouts/slideLayout137.xml"/><Relationship Id="rId12" Type="http://schemas.openxmlformats.org/officeDocument/2006/relationships/slideLayout" Target="../slideLayouts/slideLayout136.xml"/><Relationship Id="rId11" Type="http://schemas.openxmlformats.org/officeDocument/2006/relationships/slideLayout" Target="../slideLayouts/slideLayout135.xml"/><Relationship Id="rId10" Type="http://schemas.openxmlformats.org/officeDocument/2006/relationships/slideLayout" Target="../slideLayouts/slideLayout134.xml"/><Relationship Id="rId1" Type="http://schemas.openxmlformats.org/officeDocument/2006/relationships/slideLayout" Target="../slideLayouts/slideLayout125.xml"/></Relationships>
</file>

<file path=ppt/slideMasters/_rels/slideMaster2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51.xml"/><Relationship Id="rId8" Type="http://schemas.openxmlformats.org/officeDocument/2006/relationships/slideLayout" Target="../slideLayouts/slideLayout150.xml"/><Relationship Id="rId7" Type="http://schemas.openxmlformats.org/officeDocument/2006/relationships/slideLayout" Target="../slideLayouts/slideLayout149.xml"/><Relationship Id="rId6" Type="http://schemas.openxmlformats.org/officeDocument/2006/relationships/slideLayout" Target="../slideLayouts/slideLayout148.xml"/><Relationship Id="rId5" Type="http://schemas.openxmlformats.org/officeDocument/2006/relationships/slideLayout" Target="../slideLayouts/slideLayout147.xml"/><Relationship Id="rId4" Type="http://schemas.openxmlformats.org/officeDocument/2006/relationships/slideLayout" Target="../slideLayouts/slideLayout146.xml"/><Relationship Id="rId3" Type="http://schemas.openxmlformats.org/officeDocument/2006/relationships/slideLayout" Target="../slideLayouts/slideLayout145.xml"/><Relationship Id="rId20" Type="http://schemas.openxmlformats.org/officeDocument/2006/relationships/theme" Target="../theme/theme22.xml"/><Relationship Id="rId2" Type="http://schemas.openxmlformats.org/officeDocument/2006/relationships/slideLayout" Target="../slideLayouts/slideLayout144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160.xml"/><Relationship Id="rId17" Type="http://schemas.openxmlformats.org/officeDocument/2006/relationships/slideLayout" Target="../slideLayouts/slideLayout159.xml"/><Relationship Id="rId16" Type="http://schemas.openxmlformats.org/officeDocument/2006/relationships/slideLayout" Target="../slideLayouts/slideLayout158.xml"/><Relationship Id="rId15" Type="http://schemas.openxmlformats.org/officeDocument/2006/relationships/slideLayout" Target="../slideLayouts/slideLayout157.xml"/><Relationship Id="rId14" Type="http://schemas.openxmlformats.org/officeDocument/2006/relationships/slideLayout" Target="../slideLayouts/slideLayout156.xml"/><Relationship Id="rId13" Type="http://schemas.openxmlformats.org/officeDocument/2006/relationships/slideLayout" Target="../slideLayouts/slideLayout155.xml"/><Relationship Id="rId12" Type="http://schemas.openxmlformats.org/officeDocument/2006/relationships/slideLayout" Target="../slideLayouts/slideLayout154.xml"/><Relationship Id="rId11" Type="http://schemas.openxmlformats.org/officeDocument/2006/relationships/slideLayout" Target="../slideLayouts/slideLayout153.xml"/><Relationship Id="rId10" Type="http://schemas.openxmlformats.org/officeDocument/2006/relationships/slideLayout" Target="../slideLayouts/slideLayout152.xml"/><Relationship Id="rId1" Type="http://schemas.openxmlformats.org/officeDocument/2006/relationships/slideLayout" Target="../slideLayouts/slideLayout143.xml"/></Relationships>
</file>

<file path=ppt/slideMasters/_rels/slideMaster2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69.xml"/><Relationship Id="rId8" Type="http://schemas.openxmlformats.org/officeDocument/2006/relationships/slideLayout" Target="../slideLayouts/slideLayout168.xml"/><Relationship Id="rId7" Type="http://schemas.openxmlformats.org/officeDocument/2006/relationships/slideLayout" Target="../slideLayouts/slideLayout167.xml"/><Relationship Id="rId6" Type="http://schemas.openxmlformats.org/officeDocument/2006/relationships/slideLayout" Target="../slideLayouts/slideLayout166.xml"/><Relationship Id="rId5" Type="http://schemas.openxmlformats.org/officeDocument/2006/relationships/slideLayout" Target="../slideLayouts/slideLayout165.xml"/><Relationship Id="rId4" Type="http://schemas.openxmlformats.org/officeDocument/2006/relationships/slideLayout" Target="../slideLayouts/slideLayout164.xml"/><Relationship Id="rId3" Type="http://schemas.openxmlformats.org/officeDocument/2006/relationships/slideLayout" Target="../slideLayouts/slideLayout163.xml"/><Relationship Id="rId20" Type="http://schemas.openxmlformats.org/officeDocument/2006/relationships/theme" Target="../theme/theme23.xml"/><Relationship Id="rId2" Type="http://schemas.openxmlformats.org/officeDocument/2006/relationships/slideLayout" Target="../slideLayouts/slideLayout162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178.xml"/><Relationship Id="rId17" Type="http://schemas.openxmlformats.org/officeDocument/2006/relationships/slideLayout" Target="../slideLayouts/slideLayout177.xml"/><Relationship Id="rId16" Type="http://schemas.openxmlformats.org/officeDocument/2006/relationships/slideLayout" Target="../slideLayouts/slideLayout176.xml"/><Relationship Id="rId15" Type="http://schemas.openxmlformats.org/officeDocument/2006/relationships/slideLayout" Target="../slideLayouts/slideLayout175.xml"/><Relationship Id="rId14" Type="http://schemas.openxmlformats.org/officeDocument/2006/relationships/slideLayout" Target="../slideLayouts/slideLayout174.xml"/><Relationship Id="rId13" Type="http://schemas.openxmlformats.org/officeDocument/2006/relationships/slideLayout" Target="../slideLayouts/slideLayout173.xml"/><Relationship Id="rId12" Type="http://schemas.openxmlformats.org/officeDocument/2006/relationships/slideLayout" Target="../slideLayouts/slideLayout172.xml"/><Relationship Id="rId11" Type="http://schemas.openxmlformats.org/officeDocument/2006/relationships/slideLayout" Target="../slideLayouts/slideLayout171.xml"/><Relationship Id="rId10" Type="http://schemas.openxmlformats.org/officeDocument/2006/relationships/slideLayout" Target="../slideLayouts/slideLayout170.xml"/><Relationship Id="rId1" Type="http://schemas.openxmlformats.org/officeDocument/2006/relationships/slideLayout" Target="../slideLayouts/slideLayout161.xml"/></Relationships>
</file>

<file path=ppt/slideMasters/_rels/slideMaster2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7.xml"/><Relationship Id="rId8" Type="http://schemas.openxmlformats.org/officeDocument/2006/relationships/slideLayout" Target="../slideLayouts/slideLayout186.xml"/><Relationship Id="rId7" Type="http://schemas.openxmlformats.org/officeDocument/2006/relationships/slideLayout" Target="../slideLayouts/slideLayout185.xml"/><Relationship Id="rId6" Type="http://schemas.openxmlformats.org/officeDocument/2006/relationships/slideLayout" Target="../slideLayouts/slideLayout184.xml"/><Relationship Id="rId5" Type="http://schemas.openxmlformats.org/officeDocument/2006/relationships/slideLayout" Target="../slideLayouts/slideLayout183.xml"/><Relationship Id="rId4" Type="http://schemas.openxmlformats.org/officeDocument/2006/relationships/slideLayout" Target="../slideLayouts/slideLayout182.xml"/><Relationship Id="rId3" Type="http://schemas.openxmlformats.org/officeDocument/2006/relationships/slideLayout" Target="../slideLayouts/slideLayout181.xml"/><Relationship Id="rId20" Type="http://schemas.openxmlformats.org/officeDocument/2006/relationships/theme" Target="../theme/theme24.xml"/><Relationship Id="rId2" Type="http://schemas.openxmlformats.org/officeDocument/2006/relationships/slideLayout" Target="../slideLayouts/slideLayout180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196.xml"/><Relationship Id="rId17" Type="http://schemas.openxmlformats.org/officeDocument/2006/relationships/slideLayout" Target="../slideLayouts/slideLayout195.xml"/><Relationship Id="rId16" Type="http://schemas.openxmlformats.org/officeDocument/2006/relationships/slideLayout" Target="../slideLayouts/slideLayout194.xml"/><Relationship Id="rId15" Type="http://schemas.openxmlformats.org/officeDocument/2006/relationships/slideLayout" Target="../slideLayouts/slideLayout193.xml"/><Relationship Id="rId14" Type="http://schemas.openxmlformats.org/officeDocument/2006/relationships/slideLayout" Target="../slideLayouts/slideLayout192.xml"/><Relationship Id="rId13" Type="http://schemas.openxmlformats.org/officeDocument/2006/relationships/slideLayout" Target="../slideLayouts/slideLayout191.xml"/><Relationship Id="rId12" Type="http://schemas.openxmlformats.org/officeDocument/2006/relationships/slideLayout" Target="../slideLayouts/slideLayout190.xml"/><Relationship Id="rId11" Type="http://schemas.openxmlformats.org/officeDocument/2006/relationships/slideLayout" Target="../slideLayouts/slideLayout189.xml"/><Relationship Id="rId10" Type="http://schemas.openxmlformats.org/officeDocument/2006/relationships/slideLayout" Target="../slideLayouts/slideLayout188.xml"/><Relationship Id="rId1" Type="http://schemas.openxmlformats.org/officeDocument/2006/relationships/slideLayout" Target="../slideLayouts/slideLayout179.xml"/></Relationships>
</file>

<file path=ppt/slideMasters/_rels/slideMaster2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5.xml"/><Relationship Id="rId8" Type="http://schemas.openxmlformats.org/officeDocument/2006/relationships/slideLayout" Target="../slideLayouts/slideLayout204.xml"/><Relationship Id="rId7" Type="http://schemas.openxmlformats.org/officeDocument/2006/relationships/slideLayout" Target="../slideLayouts/slideLayout203.xml"/><Relationship Id="rId6" Type="http://schemas.openxmlformats.org/officeDocument/2006/relationships/slideLayout" Target="../slideLayouts/slideLayout202.xml"/><Relationship Id="rId5" Type="http://schemas.openxmlformats.org/officeDocument/2006/relationships/slideLayout" Target="../slideLayouts/slideLayout201.xml"/><Relationship Id="rId4" Type="http://schemas.openxmlformats.org/officeDocument/2006/relationships/slideLayout" Target="../slideLayouts/slideLayout200.xml"/><Relationship Id="rId3" Type="http://schemas.openxmlformats.org/officeDocument/2006/relationships/slideLayout" Target="../slideLayouts/slideLayout199.xml"/><Relationship Id="rId20" Type="http://schemas.openxmlformats.org/officeDocument/2006/relationships/theme" Target="../theme/theme25.xml"/><Relationship Id="rId2" Type="http://schemas.openxmlformats.org/officeDocument/2006/relationships/slideLayout" Target="../slideLayouts/slideLayout198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214.xml"/><Relationship Id="rId17" Type="http://schemas.openxmlformats.org/officeDocument/2006/relationships/slideLayout" Target="../slideLayouts/slideLayout213.xml"/><Relationship Id="rId16" Type="http://schemas.openxmlformats.org/officeDocument/2006/relationships/slideLayout" Target="../slideLayouts/slideLayout212.xml"/><Relationship Id="rId15" Type="http://schemas.openxmlformats.org/officeDocument/2006/relationships/slideLayout" Target="../slideLayouts/slideLayout211.xml"/><Relationship Id="rId14" Type="http://schemas.openxmlformats.org/officeDocument/2006/relationships/slideLayout" Target="../slideLayouts/slideLayout210.xml"/><Relationship Id="rId13" Type="http://schemas.openxmlformats.org/officeDocument/2006/relationships/slideLayout" Target="../slideLayouts/slideLayout209.xml"/><Relationship Id="rId12" Type="http://schemas.openxmlformats.org/officeDocument/2006/relationships/slideLayout" Target="../slideLayouts/slideLayout208.xml"/><Relationship Id="rId11" Type="http://schemas.openxmlformats.org/officeDocument/2006/relationships/slideLayout" Target="../slideLayouts/slideLayout207.xml"/><Relationship Id="rId10" Type="http://schemas.openxmlformats.org/officeDocument/2006/relationships/slideLayout" Target="../slideLayouts/slideLayout206.xml"/><Relationship Id="rId1" Type="http://schemas.openxmlformats.org/officeDocument/2006/relationships/slideLayout" Target="../slideLayouts/slideLayout197.xml"/></Relationships>
</file>

<file path=ppt/slideMasters/_rels/slideMaster2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3.xml"/><Relationship Id="rId8" Type="http://schemas.openxmlformats.org/officeDocument/2006/relationships/slideLayout" Target="../slideLayouts/slideLayout222.xml"/><Relationship Id="rId7" Type="http://schemas.openxmlformats.org/officeDocument/2006/relationships/slideLayout" Target="../slideLayouts/slideLayout221.xml"/><Relationship Id="rId6" Type="http://schemas.openxmlformats.org/officeDocument/2006/relationships/slideLayout" Target="../slideLayouts/slideLayout220.xml"/><Relationship Id="rId5" Type="http://schemas.openxmlformats.org/officeDocument/2006/relationships/slideLayout" Target="../slideLayouts/slideLayout219.xml"/><Relationship Id="rId4" Type="http://schemas.openxmlformats.org/officeDocument/2006/relationships/slideLayout" Target="../slideLayouts/slideLayout218.xml"/><Relationship Id="rId3" Type="http://schemas.openxmlformats.org/officeDocument/2006/relationships/slideLayout" Target="../slideLayouts/slideLayout217.xml"/><Relationship Id="rId20" Type="http://schemas.openxmlformats.org/officeDocument/2006/relationships/theme" Target="../theme/theme26.xml"/><Relationship Id="rId2" Type="http://schemas.openxmlformats.org/officeDocument/2006/relationships/slideLayout" Target="../slideLayouts/slideLayout216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232.xml"/><Relationship Id="rId17" Type="http://schemas.openxmlformats.org/officeDocument/2006/relationships/slideLayout" Target="../slideLayouts/slideLayout231.xml"/><Relationship Id="rId16" Type="http://schemas.openxmlformats.org/officeDocument/2006/relationships/slideLayout" Target="../slideLayouts/slideLayout230.xml"/><Relationship Id="rId15" Type="http://schemas.openxmlformats.org/officeDocument/2006/relationships/slideLayout" Target="../slideLayouts/slideLayout229.xml"/><Relationship Id="rId14" Type="http://schemas.openxmlformats.org/officeDocument/2006/relationships/slideLayout" Target="../slideLayouts/slideLayout228.xml"/><Relationship Id="rId13" Type="http://schemas.openxmlformats.org/officeDocument/2006/relationships/slideLayout" Target="../slideLayouts/slideLayout227.xml"/><Relationship Id="rId12" Type="http://schemas.openxmlformats.org/officeDocument/2006/relationships/slideLayout" Target="../slideLayouts/slideLayout226.xml"/><Relationship Id="rId11" Type="http://schemas.openxmlformats.org/officeDocument/2006/relationships/slideLayout" Target="../slideLayouts/slideLayout225.xml"/><Relationship Id="rId10" Type="http://schemas.openxmlformats.org/officeDocument/2006/relationships/slideLayout" Target="../slideLayouts/slideLayout224.xml"/><Relationship Id="rId1" Type="http://schemas.openxmlformats.org/officeDocument/2006/relationships/slideLayout" Target="../slideLayouts/slideLayout215.xml"/></Relationships>
</file>

<file path=ppt/slideMasters/_rels/slideMaster2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41.xml"/><Relationship Id="rId8" Type="http://schemas.openxmlformats.org/officeDocument/2006/relationships/slideLayout" Target="../slideLayouts/slideLayout240.xml"/><Relationship Id="rId7" Type="http://schemas.openxmlformats.org/officeDocument/2006/relationships/slideLayout" Target="../slideLayouts/slideLayout239.xml"/><Relationship Id="rId6" Type="http://schemas.openxmlformats.org/officeDocument/2006/relationships/slideLayout" Target="../slideLayouts/slideLayout238.xml"/><Relationship Id="rId5" Type="http://schemas.openxmlformats.org/officeDocument/2006/relationships/slideLayout" Target="../slideLayouts/slideLayout237.xml"/><Relationship Id="rId4" Type="http://schemas.openxmlformats.org/officeDocument/2006/relationships/slideLayout" Target="../slideLayouts/slideLayout236.xml"/><Relationship Id="rId3" Type="http://schemas.openxmlformats.org/officeDocument/2006/relationships/slideLayout" Target="../slideLayouts/slideLayout235.xml"/><Relationship Id="rId20" Type="http://schemas.openxmlformats.org/officeDocument/2006/relationships/theme" Target="../theme/theme27.xml"/><Relationship Id="rId2" Type="http://schemas.openxmlformats.org/officeDocument/2006/relationships/slideLayout" Target="../slideLayouts/slideLayout234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250.xml"/><Relationship Id="rId17" Type="http://schemas.openxmlformats.org/officeDocument/2006/relationships/slideLayout" Target="../slideLayouts/slideLayout249.xml"/><Relationship Id="rId16" Type="http://schemas.openxmlformats.org/officeDocument/2006/relationships/slideLayout" Target="../slideLayouts/slideLayout248.xml"/><Relationship Id="rId15" Type="http://schemas.openxmlformats.org/officeDocument/2006/relationships/slideLayout" Target="../slideLayouts/slideLayout247.xml"/><Relationship Id="rId14" Type="http://schemas.openxmlformats.org/officeDocument/2006/relationships/slideLayout" Target="../slideLayouts/slideLayout246.xml"/><Relationship Id="rId13" Type="http://schemas.openxmlformats.org/officeDocument/2006/relationships/slideLayout" Target="../slideLayouts/slideLayout245.xml"/><Relationship Id="rId12" Type="http://schemas.openxmlformats.org/officeDocument/2006/relationships/slideLayout" Target="../slideLayouts/slideLayout244.xml"/><Relationship Id="rId11" Type="http://schemas.openxmlformats.org/officeDocument/2006/relationships/slideLayout" Target="../slideLayouts/slideLayout243.xml"/><Relationship Id="rId10" Type="http://schemas.openxmlformats.org/officeDocument/2006/relationships/slideLayout" Target="../slideLayouts/slideLayout242.xml"/><Relationship Id="rId1" Type="http://schemas.openxmlformats.org/officeDocument/2006/relationships/slideLayout" Target="../slideLayouts/slideLayout233.xml"/></Relationships>
</file>

<file path=ppt/slideMasters/_rels/slideMaster28.xml.rels><?xml version="1.0" encoding="UTF-8" standalone="yes"?>
<Relationships xmlns="http://schemas.openxmlformats.org/package/2006/relationships"><Relationship Id="rId4" Type="http://schemas.openxmlformats.org/officeDocument/2006/relationships/theme" Target="../theme/theme28.xml"/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51.xml"/></Relationships>
</file>

<file path=ppt/slideMasters/_rels/slideMaster2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60.xml"/><Relationship Id="rId8" Type="http://schemas.openxmlformats.org/officeDocument/2006/relationships/slideLayout" Target="../slideLayouts/slideLayout259.xml"/><Relationship Id="rId7" Type="http://schemas.openxmlformats.org/officeDocument/2006/relationships/slideLayout" Target="../slideLayouts/slideLayout258.xml"/><Relationship Id="rId6" Type="http://schemas.openxmlformats.org/officeDocument/2006/relationships/slideLayout" Target="../slideLayouts/slideLayout257.xml"/><Relationship Id="rId5" Type="http://schemas.openxmlformats.org/officeDocument/2006/relationships/slideLayout" Target="../slideLayouts/slideLayout256.xml"/><Relationship Id="rId4" Type="http://schemas.openxmlformats.org/officeDocument/2006/relationships/slideLayout" Target="../slideLayouts/slideLayout255.xml"/><Relationship Id="rId3" Type="http://schemas.openxmlformats.org/officeDocument/2006/relationships/slideLayout" Target="../slideLayouts/slideLayout254.xml"/><Relationship Id="rId22" Type="http://schemas.openxmlformats.org/officeDocument/2006/relationships/theme" Target="../theme/theme29.xml"/><Relationship Id="rId21" Type="http://schemas.openxmlformats.org/officeDocument/2006/relationships/image" Target="../media/image6.png"/><Relationship Id="rId20" Type="http://schemas.openxmlformats.org/officeDocument/2006/relationships/slideLayout" Target="../slideLayouts/slideLayout271.xml"/><Relationship Id="rId2" Type="http://schemas.openxmlformats.org/officeDocument/2006/relationships/slideLayout" Target="../slideLayouts/slideLayout253.xml"/><Relationship Id="rId19" Type="http://schemas.openxmlformats.org/officeDocument/2006/relationships/slideLayout" Target="../slideLayouts/slideLayout270.xml"/><Relationship Id="rId18" Type="http://schemas.openxmlformats.org/officeDocument/2006/relationships/slideLayout" Target="../slideLayouts/slideLayout269.xml"/><Relationship Id="rId17" Type="http://schemas.openxmlformats.org/officeDocument/2006/relationships/slideLayout" Target="../slideLayouts/slideLayout268.xml"/><Relationship Id="rId16" Type="http://schemas.openxmlformats.org/officeDocument/2006/relationships/slideLayout" Target="../slideLayouts/slideLayout267.xml"/><Relationship Id="rId15" Type="http://schemas.openxmlformats.org/officeDocument/2006/relationships/slideLayout" Target="../slideLayouts/slideLayout266.xml"/><Relationship Id="rId14" Type="http://schemas.openxmlformats.org/officeDocument/2006/relationships/slideLayout" Target="../slideLayouts/slideLayout265.xml"/><Relationship Id="rId13" Type="http://schemas.openxmlformats.org/officeDocument/2006/relationships/slideLayout" Target="../slideLayouts/slideLayout264.xml"/><Relationship Id="rId12" Type="http://schemas.openxmlformats.org/officeDocument/2006/relationships/slideLayout" Target="../slideLayouts/slideLayout263.xml"/><Relationship Id="rId11" Type="http://schemas.openxmlformats.org/officeDocument/2006/relationships/slideLayout" Target="../slideLayouts/slideLayout262.xml"/><Relationship Id="rId10" Type="http://schemas.openxmlformats.org/officeDocument/2006/relationships/slideLayout" Target="../slideLayouts/slideLayout261.xml"/><Relationship Id="rId1" Type="http://schemas.openxmlformats.org/officeDocument/2006/relationships/slideLayout" Target="../slideLayouts/slideLayout252.xml"/></Relationships>
</file>

<file path=ppt/slideMasters/_rels/slideMaster3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80.xml"/><Relationship Id="rId8" Type="http://schemas.openxmlformats.org/officeDocument/2006/relationships/slideLayout" Target="../slideLayouts/slideLayout279.xml"/><Relationship Id="rId7" Type="http://schemas.openxmlformats.org/officeDocument/2006/relationships/slideLayout" Target="../slideLayouts/slideLayout278.xml"/><Relationship Id="rId6" Type="http://schemas.openxmlformats.org/officeDocument/2006/relationships/slideLayout" Target="../slideLayouts/slideLayout277.xml"/><Relationship Id="rId5" Type="http://schemas.openxmlformats.org/officeDocument/2006/relationships/slideLayout" Target="../slideLayouts/slideLayout276.xml"/><Relationship Id="rId4" Type="http://schemas.openxmlformats.org/officeDocument/2006/relationships/slideLayout" Target="../slideLayouts/slideLayout275.xml"/><Relationship Id="rId3" Type="http://schemas.openxmlformats.org/officeDocument/2006/relationships/slideLayout" Target="../slideLayouts/slideLayout274.xml"/><Relationship Id="rId22" Type="http://schemas.openxmlformats.org/officeDocument/2006/relationships/theme" Target="../theme/theme30.xml"/><Relationship Id="rId21" Type="http://schemas.openxmlformats.org/officeDocument/2006/relationships/image" Target="../media/image6.png"/><Relationship Id="rId20" Type="http://schemas.openxmlformats.org/officeDocument/2006/relationships/slideLayout" Target="../slideLayouts/slideLayout291.xml"/><Relationship Id="rId2" Type="http://schemas.openxmlformats.org/officeDocument/2006/relationships/slideLayout" Target="../slideLayouts/slideLayout273.xml"/><Relationship Id="rId19" Type="http://schemas.openxmlformats.org/officeDocument/2006/relationships/slideLayout" Target="../slideLayouts/slideLayout290.xml"/><Relationship Id="rId18" Type="http://schemas.openxmlformats.org/officeDocument/2006/relationships/slideLayout" Target="../slideLayouts/slideLayout289.xml"/><Relationship Id="rId17" Type="http://schemas.openxmlformats.org/officeDocument/2006/relationships/slideLayout" Target="../slideLayouts/slideLayout288.xml"/><Relationship Id="rId16" Type="http://schemas.openxmlformats.org/officeDocument/2006/relationships/slideLayout" Target="../slideLayouts/slideLayout287.xml"/><Relationship Id="rId15" Type="http://schemas.openxmlformats.org/officeDocument/2006/relationships/slideLayout" Target="../slideLayouts/slideLayout286.xml"/><Relationship Id="rId14" Type="http://schemas.openxmlformats.org/officeDocument/2006/relationships/slideLayout" Target="../slideLayouts/slideLayout285.xml"/><Relationship Id="rId13" Type="http://schemas.openxmlformats.org/officeDocument/2006/relationships/slideLayout" Target="../slideLayouts/slideLayout284.xml"/><Relationship Id="rId12" Type="http://schemas.openxmlformats.org/officeDocument/2006/relationships/slideLayout" Target="../slideLayouts/slideLayout283.xml"/><Relationship Id="rId11" Type="http://schemas.openxmlformats.org/officeDocument/2006/relationships/slideLayout" Target="../slideLayouts/slideLayout282.xml"/><Relationship Id="rId10" Type="http://schemas.openxmlformats.org/officeDocument/2006/relationships/slideLayout" Target="../slideLayouts/slideLayout281.xml"/><Relationship Id="rId1" Type="http://schemas.openxmlformats.org/officeDocument/2006/relationships/slideLayout" Target="../slideLayouts/slideLayout272.xml"/></Relationships>
</file>

<file path=ppt/slideMasters/_rels/slideMaster3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00.xml"/><Relationship Id="rId8" Type="http://schemas.openxmlformats.org/officeDocument/2006/relationships/slideLayout" Target="../slideLayouts/slideLayout299.xml"/><Relationship Id="rId7" Type="http://schemas.openxmlformats.org/officeDocument/2006/relationships/slideLayout" Target="../slideLayouts/slideLayout298.xml"/><Relationship Id="rId6" Type="http://schemas.openxmlformats.org/officeDocument/2006/relationships/slideLayout" Target="../slideLayouts/slideLayout297.xml"/><Relationship Id="rId5" Type="http://schemas.openxmlformats.org/officeDocument/2006/relationships/slideLayout" Target="../slideLayouts/slideLayout296.xml"/><Relationship Id="rId4" Type="http://schemas.openxmlformats.org/officeDocument/2006/relationships/slideLayout" Target="../slideLayouts/slideLayout295.xml"/><Relationship Id="rId3" Type="http://schemas.openxmlformats.org/officeDocument/2006/relationships/slideLayout" Target="../slideLayouts/slideLayout294.xml"/><Relationship Id="rId22" Type="http://schemas.openxmlformats.org/officeDocument/2006/relationships/theme" Target="../theme/theme31.xml"/><Relationship Id="rId21" Type="http://schemas.openxmlformats.org/officeDocument/2006/relationships/image" Target="../media/image6.png"/><Relationship Id="rId20" Type="http://schemas.openxmlformats.org/officeDocument/2006/relationships/slideLayout" Target="../slideLayouts/slideLayout311.xml"/><Relationship Id="rId2" Type="http://schemas.openxmlformats.org/officeDocument/2006/relationships/slideLayout" Target="../slideLayouts/slideLayout293.xml"/><Relationship Id="rId19" Type="http://schemas.openxmlformats.org/officeDocument/2006/relationships/slideLayout" Target="../slideLayouts/slideLayout310.xml"/><Relationship Id="rId18" Type="http://schemas.openxmlformats.org/officeDocument/2006/relationships/slideLayout" Target="../slideLayouts/slideLayout309.xml"/><Relationship Id="rId17" Type="http://schemas.openxmlformats.org/officeDocument/2006/relationships/slideLayout" Target="../slideLayouts/slideLayout308.xml"/><Relationship Id="rId16" Type="http://schemas.openxmlformats.org/officeDocument/2006/relationships/slideLayout" Target="../slideLayouts/slideLayout307.xml"/><Relationship Id="rId15" Type="http://schemas.openxmlformats.org/officeDocument/2006/relationships/slideLayout" Target="../slideLayouts/slideLayout306.xml"/><Relationship Id="rId14" Type="http://schemas.openxmlformats.org/officeDocument/2006/relationships/slideLayout" Target="../slideLayouts/slideLayout305.xml"/><Relationship Id="rId13" Type="http://schemas.openxmlformats.org/officeDocument/2006/relationships/slideLayout" Target="../slideLayouts/slideLayout304.xml"/><Relationship Id="rId12" Type="http://schemas.openxmlformats.org/officeDocument/2006/relationships/slideLayout" Target="../slideLayouts/slideLayout303.xml"/><Relationship Id="rId11" Type="http://schemas.openxmlformats.org/officeDocument/2006/relationships/slideLayout" Target="../slideLayouts/slideLayout302.xml"/><Relationship Id="rId10" Type="http://schemas.openxmlformats.org/officeDocument/2006/relationships/slideLayout" Target="../slideLayouts/slideLayout301.xml"/><Relationship Id="rId1" Type="http://schemas.openxmlformats.org/officeDocument/2006/relationships/slideLayout" Target="../slideLayouts/slideLayout292.xml"/></Relationships>
</file>

<file path=ppt/slideMasters/_rels/slideMaster3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20.xml"/><Relationship Id="rId8" Type="http://schemas.openxmlformats.org/officeDocument/2006/relationships/slideLayout" Target="../slideLayouts/slideLayout319.xml"/><Relationship Id="rId7" Type="http://schemas.openxmlformats.org/officeDocument/2006/relationships/slideLayout" Target="../slideLayouts/slideLayout318.xml"/><Relationship Id="rId6" Type="http://schemas.openxmlformats.org/officeDocument/2006/relationships/slideLayout" Target="../slideLayouts/slideLayout317.xml"/><Relationship Id="rId5" Type="http://schemas.openxmlformats.org/officeDocument/2006/relationships/slideLayout" Target="../slideLayouts/slideLayout316.xml"/><Relationship Id="rId4" Type="http://schemas.openxmlformats.org/officeDocument/2006/relationships/slideLayout" Target="../slideLayouts/slideLayout315.xml"/><Relationship Id="rId3" Type="http://schemas.openxmlformats.org/officeDocument/2006/relationships/slideLayout" Target="../slideLayouts/slideLayout314.xml"/><Relationship Id="rId2" Type="http://schemas.openxmlformats.org/officeDocument/2006/relationships/slideLayout" Target="../slideLayouts/slideLayout313.xml"/><Relationship Id="rId13" Type="http://schemas.openxmlformats.org/officeDocument/2006/relationships/theme" Target="../theme/theme32.xml"/><Relationship Id="rId12" Type="http://schemas.openxmlformats.org/officeDocument/2006/relationships/slideLayout" Target="../slideLayouts/slideLayout323.xml"/><Relationship Id="rId11" Type="http://schemas.openxmlformats.org/officeDocument/2006/relationships/slideLayout" Target="../slideLayouts/slideLayout322.xml"/><Relationship Id="rId10" Type="http://schemas.openxmlformats.org/officeDocument/2006/relationships/slideLayout" Target="../slideLayouts/slideLayout321.xml"/><Relationship Id="rId1" Type="http://schemas.openxmlformats.org/officeDocument/2006/relationships/slideLayout" Target="../slideLayouts/slideLayout312.xml"/></Relationships>
</file>

<file path=ppt/slideMasters/_rels/slideMaster33.xml.rels><?xml version="1.0" encoding="UTF-8" standalone="yes"?>
<Relationships xmlns="http://schemas.openxmlformats.org/package/2006/relationships"><Relationship Id="rId4" Type="http://schemas.openxmlformats.org/officeDocument/2006/relationships/theme" Target="../theme/theme33.xml"/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24.xml"/></Relationships>
</file>

<file path=ppt/slideMasters/_rels/slideMaster3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33.xml"/><Relationship Id="rId8" Type="http://schemas.openxmlformats.org/officeDocument/2006/relationships/slideLayout" Target="../slideLayouts/slideLayout332.xml"/><Relationship Id="rId7" Type="http://schemas.openxmlformats.org/officeDocument/2006/relationships/slideLayout" Target="../slideLayouts/slideLayout331.xml"/><Relationship Id="rId6" Type="http://schemas.openxmlformats.org/officeDocument/2006/relationships/slideLayout" Target="../slideLayouts/slideLayout330.xml"/><Relationship Id="rId5" Type="http://schemas.openxmlformats.org/officeDocument/2006/relationships/slideLayout" Target="../slideLayouts/slideLayout329.xml"/><Relationship Id="rId4" Type="http://schemas.openxmlformats.org/officeDocument/2006/relationships/slideLayout" Target="../slideLayouts/slideLayout328.xml"/><Relationship Id="rId3" Type="http://schemas.openxmlformats.org/officeDocument/2006/relationships/slideLayout" Target="../slideLayouts/slideLayout327.xml"/><Relationship Id="rId22" Type="http://schemas.openxmlformats.org/officeDocument/2006/relationships/theme" Target="../theme/theme34.xml"/><Relationship Id="rId21" Type="http://schemas.openxmlformats.org/officeDocument/2006/relationships/image" Target="../media/image6.png"/><Relationship Id="rId20" Type="http://schemas.openxmlformats.org/officeDocument/2006/relationships/slideLayout" Target="../slideLayouts/slideLayout344.xml"/><Relationship Id="rId2" Type="http://schemas.openxmlformats.org/officeDocument/2006/relationships/slideLayout" Target="../slideLayouts/slideLayout326.xml"/><Relationship Id="rId19" Type="http://schemas.openxmlformats.org/officeDocument/2006/relationships/slideLayout" Target="../slideLayouts/slideLayout343.xml"/><Relationship Id="rId18" Type="http://schemas.openxmlformats.org/officeDocument/2006/relationships/slideLayout" Target="../slideLayouts/slideLayout342.xml"/><Relationship Id="rId17" Type="http://schemas.openxmlformats.org/officeDocument/2006/relationships/slideLayout" Target="../slideLayouts/slideLayout341.xml"/><Relationship Id="rId16" Type="http://schemas.openxmlformats.org/officeDocument/2006/relationships/slideLayout" Target="../slideLayouts/slideLayout340.xml"/><Relationship Id="rId15" Type="http://schemas.openxmlformats.org/officeDocument/2006/relationships/slideLayout" Target="../slideLayouts/slideLayout339.xml"/><Relationship Id="rId14" Type="http://schemas.openxmlformats.org/officeDocument/2006/relationships/slideLayout" Target="../slideLayouts/slideLayout338.xml"/><Relationship Id="rId13" Type="http://schemas.openxmlformats.org/officeDocument/2006/relationships/slideLayout" Target="../slideLayouts/slideLayout337.xml"/><Relationship Id="rId12" Type="http://schemas.openxmlformats.org/officeDocument/2006/relationships/slideLayout" Target="../slideLayouts/slideLayout336.xml"/><Relationship Id="rId11" Type="http://schemas.openxmlformats.org/officeDocument/2006/relationships/slideLayout" Target="../slideLayouts/slideLayout335.xml"/><Relationship Id="rId10" Type="http://schemas.openxmlformats.org/officeDocument/2006/relationships/slideLayout" Target="../slideLayouts/slideLayout334.xml"/><Relationship Id="rId1" Type="http://schemas.openxmlformats.org/officeDocument/2006/relationships/slideLayout" Target="../slideLayouts/slideLayout325.xml"/></Relationships>
</file>

<file path=ppt/slideMasters/_rels/slideMaster35.xml.rels><?xml version="1.0" encoding="UTF-8" standalone="yes"?>
<Relationships xmlns="http://schemas.openxmlformats.org/package/2006/relationships"><Relationship Id="rId2" Type="http://schemas.openxmlformats.org/officeDocument/2006/relationships/theme" Target="../theme/theme35.xml"/><Relationship Id="rId1" Type="http://schemas.openxmlformats.org/officeDocument/2006/relationships/slideLayout" Target="../slideLayouts/slideLayout345.xml"/></Relationships>
</file>

<file path=ppt/slideMasters/_rels/slideMaster36.xml.rels><?xml version="1.0" encoding="UTF-8" standalone="yes"?>
<Relationships xmlns="http://schemas.openxmlformats.org/package/2006/relationships"><Relationship Id="rId2" Type="http://schemas.openxmlformats.org/officeDocument/2006/relationships/theme" Target="../theme/theme36.xml"/><Relationship Id="rId1" Type="http://schemas.openxmlformats.org/officeDocument/2006/relationships/slideLayout" Target="../slideLayouts/slideLayout346.xml"/></Relationships>
</file>

<file path=ppt/slideMasters/_rels/slideMaster37.xml.rels><?xml version="1.0" encoding="UTF-8" standalone="yes"?>
<Relationships xmlns="http://schemas.openxmlformats.org/package/2006/relationships"><Relationship Id="rId4" Type="http://schemas.openxmlformats.org/officeDocument/2006/relationships/theme" Target="../theme/theme37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47.xml"/></Relationships>
</file>

<file path=ppt/slideMasters/_rels/slideMaster3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56.xml"/><Relationship Id="rId8" Type="http://schemas.openxmlformats.org/officeDocument/2006/relationships/slideLayout" Target="../slideLayouts/slideLayout355.xml"/><Relationship Id="rId7" Type="http://schemas.openxmlformats.org/officeDocument/2006/relationships/slideLayout" Target="../slideLayouts/slideLayout354.xml"/><Relationship Id="rId6" Type="http://schemas.openxmlformats.org/officeDocument/2006/relationships/slideLayout" Target="../slideLayouts/slideLayout353.xml"/><Relationship Id="rId5" Type="http://schemas.openxmlformats.org/officeDocument/2006/relationships/slideLayout" Target="../slideLayouts/slideLayout352.xml"/><Relationship Id="rId4" Type="http://schemas.openxmlformats.org/officeDocument/2006/relationships/slideLayout" Target="../slideLayouts/slideLayout351.xml"/><Relationship Id="rId3" Type="http://schemas.openxmlformats.org/officeDocument/2006/relationships/slideLayout" Target="../slideLayouts/slideLayout350.xml"/><Relationship Id="rId20" Type="http://schemas.openxmlformats.org/officeDocument/2006/relationships/theme" Target="../theme/theme38.xml"/><Relationship Id="rId2" Type="http://schemas.openxmlformats.org/officeDocument/2006/relationships/slideLayout" Target="../slideLayouts/slideLayout349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365.xml"/><Relationship Id="rId17" Type="http://schemas.openxmlformats.org/officeDocument/2006/relationships/slideLayout" Target="../slideLayouts/slideLayout364.xml"/><Relationship Id="rId16" Type="http://schemas.openxmlformats.org/officeDocument/2006/relationships/slideLayout" Target="../slideLayouts/slideLayout363.xml"/><Relationship Id="rId15" Type="http://schemas.openxmlformats.org/officeDocument/2006/relationships/slideLayout" Target="../slideLayouts/slideLayout362.xml"/><Relationship Id="rId14" Type="http://schemas.openxmlformats.org/officeDocument/2006/relationships/slideLayout" Target="../slideLayouts/slideLayout361.xml"/><Relationship Id="rId13" Type="http://schemas.openxmlformats.org/officeDocument/2006/relationships/slideLayout" Target="../slideLayouts/slideLayout360.xml"/><Relationship Id="rId12" Type="http://schemas.openxmlformats.org/officeDocument/2006/relationships/slideLayout" Target="../slideLayouts/slideLayout359.xml"/><Relationship Id="rId11" Type="http://schemas.openxmlformats.org/officeDocument/2006/relationships/slideLayout" Target="../slideLayouts/slideLayout358.xml"/><Relationship Id="rId10" Type="http://schemas.openxmlformats.org/officeDocument/2006/relationships/slideLayout" Target="../slideLayouts/slideLayout357.xml"/><Relationship Id="rId1" Type="http://schemas.openxmlformats.org/officeDocument/2006/relationships/slideLayout" Target="../slideLayouts/slideLayout348.xml"/></Relationships>
</file>

<file path=ppt/slideMasters/_rels/slideMaster39.xml.rels><?xml version="1.0" encoding="UTF-8" standalone="yes"?>
<Relationships xmlns="http://schemas.openxmlformats.org/package/2006/relationships"><Relationship Id="rId4" Type="http://schemas.openxmlformats.org/officeDocument/2006/relationships/theme" Target="../theme/theme39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66.xml"/></Relationships>
</file>

<file path=ppt/slideMasters/_rels/slideMaster40.xml.rels><?xml version="1.0" encoding="UTF-8" standalone="yes"?>
<Relationships xmlns="http://schemas.openxmlformats.org/package/2006/relationships"><Relationship Id="rId4" Type="http://schemas.openxmlformats.org/officeDocument/2006/relationships/theme" Target="../theme/theme40.xml"/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67.xml"/></Relationships>
</file>

<file path=ppt/slideMasters/_rels/slideMaster41.xml.rels><?xml version="1.0" encoding="UTF-8" standalone="yes"?>
<Relationships xmlns="http://schemas.openxmlformats.org/package/2006/relationships"><Relationship Id="rId4" Type="http://schemas.openxmlformats.org/officeDocument/2006/relationships/theme" Target="../theme/theme41.xml"/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68.xml"/></Relationships>
</file>

<file path=ppt/slideMasters/_rels/slideMaster4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77.xml"/><Relationship Id="rId8" Type="http://schemas.openxmlformats.org/officeDocument/2006/relationships/slideLayout" Target="../slideLayouts/slideLayout376.xml"/><Relationship Id="rId7" Type="http://schemas.openxmlformats.org/officeDocument/2006/relationships/slideLayout" Target="../slideLayouts/slideLayout375.xml"/><Relationship Id="rId6" Type="http://schemas.openxmlformats.org/officeDocument/2006/relationships/slideLayout" Target="../slideLayouts/slideLayout374.xml"/><Relationship Id="rId5" Type="http://schemas.openxmlformats.org/officeDocument/2006/relationships/slideLayout" Target="../slideLayouts/slideLayout373.xml"/><Relationship Id="rId4" Type="http://schemas.openxmlformats.org/officeDocument/2006/relationships/slideLayout" Target="../slideLayouts/slideLayout372.xml"/><Relationship Id="rId3" Type="http://schemas.openxmlformats.org/officeDocument/2006/relationships/slideLayout" Target="../slideLayouts/slideLayout371.xml"/><Relationship Id="rId22" Type="http://schemas.openxmlformats.org/officeDocument/2006/relationships/theme" Target="../theme/theme42.xml"/><Relationship Id="rId21" Type="http://schemas.openxmlformats.org/officeDocument/2006/relationships/image" Target="../media/image6.png"/><Relationship Id="rId20" Type="http://schemas.openxmlformats.org/officeDocument/2006/relationships/slideLayout" Target="../slideLayouts/slideLayout388.xml"/><Relationship Id="rId2" Type="http://schemas.openxmlformats.org/officeDocument/2006/relationships/slideLayout" Target="../slideLayouts/slideLayout370.xml"/><Relationship Id="rId19" Type="http://schemas.openxmlformats.org/officeDocument/2006/relationships/slideLayout" Target="../slideLayouts/slideLayout387.xml"/><Relationship Id="rId18" Type="http://schemas.openxmlformats.org/officeDocument/2006/relationships/slideLayout" Target="../slideLayouts/slideLayout386.xml"/><Relationship Id="rId17" Type="http://schemas.openxmlformats.org/officeDocument/2006/relationships/slideLayout" Target="../slideLayouts/slideLayout385.xml"/><Relationship Id="rId16" Type="http://schemas.openxmlformats.org/officeDocument/2006/relationships/slideLayout" Target="../slideLayouts/slideLayout384.xml"/><Relationship Id="rId15" Type="http://schemas.openxmlformats.org/officeDocument/2006/relationships/slideLayout" Target="../slideLayouts/slideLayout383.xml"/><Relationship Id="rId14" Type="http://schemas.openxmlformats.org/officeDocument/2006/relationships/slideLayout" Target="../slideLayouts/slideLayout382.xml"/><Relationship Id="rId13" Type="http://schemas.openxmlformats.org/officeDocument/2006/relationships/slideLayout" Target="../slideLayouts/slideLayout381.xml"/><Relationship Id="rId12" Type="http://schemas.openxmlformats.org/officeDocument/2006/relationships/slideLayout" Target="../slideLayouts/slideLayout380.xml"/><Relationship Id="rId11" Type="http://schemas.openxmlformats.org/officeDocument/2006/relationships/slideLayout" Target="../slideLayouts/slideLayout379.xml"/><Relationship Id="rId10" Type="http://schemas.openxmlformats.org/officeDocument/2006/relationships/slideLayout" Target="../slideLayouts/slideLayout378.xml"/><Relationship Id="rId1" Type="http://schemas.openxmlformats.org/officeDocument/2006/relationships/slideLayout" Target="../slideLayouts/slideLayout369.xml"/></Relationships>
</file>

<file path=ppt/slideMasters/_rels/slideMaster4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97.xml"/><Relationship Id="rId8" Type="http://schemas.openxmlformats.org/officeDocument/2006/relationships/slideLayout" Target="../slideLayouts/slideLayout396.xml"/><Relationship Id="rId7" Type="http://schemas.openxmlformats.org/officeDocument/2006/relationships/slideLayout" Target="../slideLayouts/slideLayout395.xml"/><Relationship Id="rId6" Type="http://schemas.openxmlformats.org/officeDocument/2006/relationships/slideLayout" Target="../slideLayouts/slideLayout394.xml"/><Relationship Id="rId5" Type="http://schemas.openxmlformats.org/officeDocument/2006/relationships/slideLayout" Target="../slideLayouts/slideLayout393.xml"/><Relationship Id="rId4" Type="http://schemas.openxmlformats.org/officeDocument/2006/relationships/slideLayout" Target="../slideLayouts/slideLayout392.xml"/><Relationship Id="rId3" Type="http://schemas.openxmlformats.org/officeDocument/2006/relationships/slideLayout" Target="../slideLayouts/slideLayout391.xml"/><Relationship Id="rId22" Type="http://schemas.openxmlformats.org/officeDocument/2006/relationships/theme" Target="../theme/theme43.xml"/><Relationship Id="rId21" Type="http://schemas.openxmlformats.org/officeDocument/2006/relationships/image" Target="../media/image6.png"/><Relationship Id="rId20" Type="http://schemas.openxmlformats.org/officeDocument/2006/relationships/slideLayout" Target="../slideLayouts/slideLayout408.xml"/><Relationship Id="rId2" Type="http://schemas.openxmlformats.org/officeDocument/2006/relationships/slideLayout" Target="../slideLayouts/slideLayout390.xml"/><Relationship Id="rId19" Type="http://schemas.openxmlformats.org/officeDocument/2006/relationships/slideLayout" Target="../slideLayouts/slideLayout407.xml"/><Relationship Id="rId18" Type="http://schemas.openxmlformats.org/officeDocument/2006/relationships/slideLayout" Target="../slideLayouts/slideLayout406.xml"/><Relationship Id="rId17" Type="http://schemas.openxmlformats.org/officeDocument/2006/relationships/slideLayout" Target="../slideLayouts/slideLayout405.xml"/><Relationship Id="rId16" Type="http://schemas.openxmlformats.org/officeDocument/2006/relationships/slideLayout" Target="../slideLayouts/slideLayout404.xml"/><Relationship Id="rId15" Type="http://schemas.openxmlformats.org/officeDocument/2006/relationships/slideLayout" Target="../slideLayouts/slideLayout403.xml"/><Relationship Id="rId14" Type="http://schemas.openxmlformats.org/officeDocument/2006/relationships/slideLayout" Target="../slideLayouts/slideLayout402.xml"/><Relationship Id="rId13" Type="http://schemas.openxmlformats.org/officeDocument/2006/relationships/slideLayout" Target="../slideLayouts/slideLayout401.xml"/><Relationship Id="rId12" Type="http://schemas.openxmlformats.org/officeDocument/2006/relationships/slideLayout" Target="../slideLayouts/slideLayout400.xml"/><Relationship Id="rId11" Type="http://schemas.openxmlformats.org/officeDocument/2006/relationships/slideLayout" Target="../slideLayouts/slideLayout399.xml"/><Relationship Id="rId10" Type="http://schemas.openxmlformats.org/officeDocument/2006/relationships/slideLayout" Target="../slideLayouts/slideLayout398.xml"/><Relationship Id="rId1" Type="http://schemas.openxmlformats.org/officeDocument/2006/relationships/slideLayout" Target="../slideLayouts/slideLayout38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六边形 29"/>
          <p:cNvSpPr/>
          <p:nvPr userDrawn="1"/>
        </p:nvSpPr>
        <p:spPr>
          <a:xfrm rot="5400000">
            <a:off x="8672367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-1" fmla="*/ 0 w 1034350"/>
              <a:gd name="connsiteY0-2" fmla="*/ 1136649 h 1136649"/>
              <a:gd name="connsiteX1-3" fmla="*/ 0 w 1034350"/>
              <a:gd name="connsiteY1-4" fmla="*/ 0 h 1136649"/>
              <a:gd name="connsiteX2-5" fmla="*/ 750188 w 1034350"/>
              <a:gd name="connsiteY2-6" fmla="*/ 0 h 1136649"/>
              <a:gd name="connsiteX3-7" fmla="*/ 1034350 w 1034350"/>
              <a:gd name="connsiteY3-8" fmla="*/ 568325 h 1136649"/>
              <a:gd name="connsiteX4-9" fmla="*/ 750188 w 1034350"/>
              <a:gd name="connsiteY4-10" fmla="*/ 1136649 h 1136649"/>
              <a:gd name="connsiteX5-11" fmla="*/ 0 w 1034350"/>
              <a:gd name="connsiteY5-12" fmla="*/ 1136649 h 11366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1" name="六边形 30"/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3F3F3F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2" name="六边形 31"/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3" name="六边形 32"/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4" name="六边形 33"/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5" name="六边形 34"/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6" name="六边形 35"/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0067E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7" name="六边形 36"/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3" name="直线连接符 2"/>
          <p:cNvCxnSpPr/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/>
          <p:cNvCxnSpPr/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 descr="图形用户界面, 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0746" y="5656882"/>
            <a:ext cx="3270508" cy="69585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目录</a:t>
              </a:r>
              <a:endPara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徽标, 公司名称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2786" y="2077549"/>
            <a:ext cx="2466428" cy="201013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  <p:sldLayoutId id="2147483711" r:id="rId14"/>
    <p:sldLayoutId id="2147483712" r:id="rId15"/>
    <p:sldLayoutId id="2147483713" r:id="rId16"/>
    <p:sldLayoutId id="2147483714" r:id="rId17"/>
    <p:sldLayoutId id="2147483715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  <p:sldLayoutId id="2147483728" r:id="rId12"/>
    <p:sldLayoutId id="2147483729" r:id="rId13"/>
    <p:sldLayoutId id="2147483730" r:id="rId14"/>
    <p:sldLayoutId id="2147483731" r:id="rId15"/>
    <p:sldLayoutId id="2147483732" r:id="rId16"/>
    <p:sldLayoutId id="2147483733" r:id="rId17"/>
    <p:sldLayoutId id="2147483734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748" r:id="rId13"/>
    <p:sldLayoutId id="2147483749" r:id="rId14"/>
    <p:sldLayoutId id="2147483750" r:id="rId15"/>
    <p:sldLayoutId id="2147483751" r:id="rId16"/>
    <p:sldLayoutId id="2147483752" r:id="rId17"/>
    <p:sldLayoutId id="2147483753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  <p:sldLayoutId id="2147483767" r:id="rId13"/>
    <p:sldLayoutId id="2147483768" r:id="rId14"/>
    <p:sldLayoutId id="2147483769" r:id="rId15"/>
    <p:sldLayoutId id="2147483770" r:id="rId16"/>
    <p:sldLayoutId id="2147483771" r:id="rId17"/>
    <p:sldLayoutId id="2147483772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  <p:sldLayoutId id="2147483785" r:id="rId12"/>
    <p:sldLayoutId id="2147483786" r:id="rId13"/>
    <p:sldLayoutId id="2147483787" r:id="rId14"/>
    <p:sldLayoutId id="2147483788" r:id="rId15"/>
    <p:sldLayoutId id="2147483789" r:id="rId16"/>
    <p:sldLayoutId id="2147483790" r:id="rId17"/>
    <p:sldLayoutId id="2147483791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  <p:sldLayoutId id="2147483805" r:id="rId13"/>
    <p:sldLayoutId id="2147483806" r:id="rId14"/>
    <p:sldLayoutId id="2147483807" r:id="rId15"/>
    <p:sldLayoutId id="2147483808" r:id="rId16"/>
    <p:sldLayoutId id="2147483809" r:id="rId17"/>
    <p:sldLayoutId id="2147483810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12" r:id="rId1"/>
    <p:sldLayoutId id="2147483813" r:id="rId2"/>
    <p:sldLayoutId id="2147483814" r:id="rId3"/>
    <p:sldLayoutId id="2147483815" r:id="rId4"/>
    <p:sldLayoutId id="2147483816" r:id="rId5"/>
    <p:sldLayoutId id="2147483817" r:id="rId6"/>
    <p:sldLayoutId id="2147483818" r:id="rId7"/>
    <p:sldLayoutId id="2147483819" r:id="rId8"/>
    <p:sldLayoutId id="2147483820" r:id="rId9"/>
    <p:sldLayoutId id="2147483821" r:id="rId10"/>
    <p:sldLayoutId id="2147483822" r:id="rId11"/>
    <p:sldLayoutId id="2147483823" r:id="rId12"/>
    <p:sldLayoutId id="2147483824" r:id="rId13"/>
    <p:sldLayoutId id="2147483825" r:id="rId14"/>
    <p:sldLayoutId id="2147483826" r:id="rId15"/>
    <p:sldLayoutId id="2147483827" r:id="rId16"/>
    <p:sldLayoutId id="2147483828" r:id="rId17"/>
    <p:sldLayoutId id="2147483829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31" r:id="rId1"/>
    <p:sldLayoutId id="2147483832" r:id="rId2"/>
    <p:sldLayoutId id="2147483833" r:id="rId3"/>
    <p:sldLayoutId id="2147483834" r:id="rId4"/>
    <p:sldLayoutId id="2147483835" r:id="rId5"/>
    <p:sldLayoutId id="2147483836" r:id="rId6"/>
    <p:sldLayoutId id="2147483837" r:id="rId7"/>
    <p:sldLayoutId id="2147483838" r:id="rId8"/>
    <p:sldLayoutId id="2147483839" r:id="rId9"/>
    <p:sldLayoutId id="2147483840" r:id="rId10"/>
    <p:sldLayoutId id="2147483841" r:id="rId11"/>
    <p:sldLayoutId id="2147483842" r:id="rId12"/>
    <p:sldLayoutId id="2147483843" r:id="rId13"/>
    <p:sldLayoutId id="2147483844" r:id="rId14"/>
    <p:sldLayoutId id="2147483845" r:id="rId15"/>
    <p:sldLayoutId id="2147483846" r:id="rId16"/>
    <p:sldLayoutId id="2147483847" r:id="rId17"/>
    <p:sldLayoutId id="2147483848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50" r:id="rId1"/>
    <p:sldLayoutId id="2147483851" r:id="rId2"/>
    <p:sldLayoutId id="2147483852" r:id="rId3"/>
    <p:sldLayoutId id="2147483853" r:id="rId4"/>
    <p:sldLayoutId id="2147483854" r:id="rId5"/>
    <p:sldLayoutId id="2147483855" r:id="rId6"/>
    <p:sldLayoutId id="2147483856" r:id="rId7"/>
    <p:sldLayoutId id="2147483857" r:id="rId8"/>
    <p:sldLayoutId id="2147483858" r:id="rId9"/>
    <p:sldLayoutId id="2147483859" r:id="rId10"/>
    <p:sldLayoutId id="2147483860" r:id="rId11"/>
    <p:sldLayoutId id="2147483861" r:id="rId12"/>
    <p:sldLayoutId id="2147483862" r:id="rId13"/>
    <p:sldLayoutId id="2147483863" r:id="rId14"/>
    <p:sldLayoutId id="2147483864" r:id="rId15"/>
    <p:sldLayoutId id="2147483865" r:id="rId16"/>
    <p:sldLayoutId id="2147483866" r:id="rId17"/>
    <p:sldLayoutId id="2147483867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69" r:id="rId1"/>
    <p:sldLayoutId id="2147483870" r:id="rId2"/>
    <p:sldLayoutId id="2147483871" r:id="rId3"/>
    <p:sldLayoutId id="2147483872" r:id="rId4"/>
    <p:sldLayoutId id="2147483873" r:id="rId5"/>
    <p:sldLayoutId id="2147483874" r:id="rId6"/>
    <p:sldLayoutId id="2147483875" r:id="rId7"/>
    <p:sldLayoutId id="2147483876" r:id="rId8"/>
    <p:sldLayoutId id="2147483877" r:id="rId9"/>
    <p:sldLayoutId id="2147483878" r:id="rId10"/>
    <p:sldLayoutId id="2147483879" r:id="rId11"/>
    <p:sldLayoutId id="2147483880" r:id="rId12"/>
    <p:sldLayoutId id="2147483881" r:id="rId13"/>
    <p:sldLayoutId id="2147483882" r:id="rId14"/>
    <p:sldLayoutId id="2147483883" r:id="rId15"/>
    <p:sldLayoutId id="2147483884" r:id="rId16"/>
    <p:sldLayoutId id="2147483885" r:id="rId17"/>
    <p:sldLayoutId id="2147483886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88" r:id="rId1"/>
    <p:sldLayoutId id="2147483889" r:id="rId2"/>
    <p:sldLayoutId id="2147483890" r:id="rId3"/>
    <p:sldLayoutId id="2147483891" r:id="rId4"/>
    <p:sldLayoutId id="2147483892" r:id="rId5"/>
    <p:sldLayoutId id="2147483893" r:id="rId6"/>
    <p:sldLayoutId id="2147483894" r:id="rId7"/>
    <p:sldLayoutId id="2147483895" r:id="rId8"/>
    <p:sldLayoutId id="2147483896" r:id="rId9"/>
    <p:sldLayoutId id="2147483897" r:id="rId10"/>
    <p:sldLayoutId id="2147483898" r:id="rId11"/>
    <p:sldLayoutId id="2147483899" r:id="rId12"/>
    <p:sldLayoutId id="2147483900" r:id="rId13"/>
    <p:sldLayoutId id="2147483901" r:id="rId14"/>
    <p:sldLayoutId id="2147483902" r:id="rId15"/>
    <p:sldLayoutId id="2147483903" r:id="rId16"/>
    <p:sldLayoutId id="2147483904" r:id="rId17"/>
    <p:sldLayoutId id="2147483905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07" r:id="rId1"/>
    <p:sldLayoutId id="2147483908" r:id="rId2"/>
    <p:sldLayoutId id="2147483909" r:id="rId3"/>
    <p:sldLayoutId id="2147483910" r:id="rId4"/>
    <p:sldLayoutId id="2147483911" r:id="rId5"/>
    <p:sldLayoutId id="2147483912" r:id="rId6"/>
    <p:sldLayoutId id="2147483913" r:id="rId7"/>
    <p:sldLayoutId id="2147483914" r:id="rId8"/>
    <p:sldLayoutId id="2147483915" r:id="rId9"/>
    <p:sldLayoutId id="2147483916" r:id="rId10"/>
    <p:sldLayoutId id="2147483917" r:id="rId11"/>
    <p:sldLayoutId id="2147483918" r:id="rId12"/>
    <p:sldLayoutId id="2147483919" r:id="rId13"/>
    <p:sldLayoutId id="2147483920" r:id="rId14"/>
    <p:sldLayoutId id="2147483921" r:id="rId15"/>
    <p:sldLayoutId id="2147483922" r:id="rId16"/>
    <p:sldLayoutId id="2147483923" r:id="rId17"/>
    <p:sldLayoutId id="2147483924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8" r:id="rId1"/>
    <p:sldLayoutId id="2147483929" r:id="rId2"/>
    <p:sldLayoutId id="2147483930" r:id="rId3"/>
    <p:sldLayoutId id="2147483931" r:id="rId4"/>
    <p:sldLayoutId id="2147483932" r:id="rId5"/>
    <p:sldLayoutId id="2147483933" r:id="rId6"/>
    <p:sldLayoutId id="2147483934" r:id="rId7"/>
    <p:sldLayoutId id="2147483935" r:id="rId8"/>
    <p:sldLayoutId id="2147483936" r:id="rId9"/>
    <p:sldLayoutId id="2147483937" r:id="rId10"/>
    <p:sldLayoutId id="2147483938" r:id="rId11"/>
    <p:sldLayoutId id="2147483939" r:id="rId12"/>
    <p:sldLayoutId id="2147483940" r:id="rId13"/>
    <p:sldLayoutId id="2147483941" r:id="rId14"/>
    <p:sldLayoutId id="2147483942" r:id="rId15"/>
    <p:sldLayoutId id="2147483943" r:id="rId16"/>
    <p:sldLayoutId id="2147483944" r:id="rId17"/>
    <p:sldLayoutId id="2147483945" r:id="rId18"/>
    <p:sldLayoutId id="2147483946" r:id="rId19"/>
    <p:sldLayoutId id="2147483947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49" r:id="rId1"/>
    <p:sldLayoutId id="2147483950" r:id="rId2"/>
    <p:sldLayoutId id="2147483951" r:id="rId3"/>
    <p:sldLayoutId id="2147483952" r:id="rId4"/>
    <p:sldLayoutId id="2147483953" r:id="rId5"/>
    <p:sldLayoutId id="2147483954" r:id="rId6"/>
    <p:sldLayoutId id="2147483955" r:id="rId7"/>
    <p:sldLayoutId id="2147483956" r:id="rId8"/>
    <p:sldLayoutId id="2147483957" r:id="rId9"/>
    <p:sldLayoutId id="2147483958" r:id="rId10"/>
    <p:sldLayoutId id="2147483959" r:id="rId11"/>
    <p:sldLayoutId id="2147483960" r:id="rId12"/>
    <p:sldLayoutId id="2147483961" r:id="rId13"/>
    <p:sldLayoutId id="2147483962" r:id="rId14"/>
    <p:sldLayoutId id="2147483963" r:id="rId15"/>
    <p:sldLayoutId id="2147483964" r:id="rId16"/>
    <p:sldLayoutId id="2147483965" r:id="rId17"/>
    <p:sldLayoutId id="2147483966" r:id="rId18"/>
    <p:sldLayoutId id="2147483967" r:id="rId19"/>
    <p:sldLayoutId id="2147483968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70" r:id="rId1"/>
    <p:sldLayoutId id="2147483971" r:id="rId2"/>
    <p:sldLayoutId id="2147483972" r:id="rId3"/>
    <p:sldLayoutId id="2147483973" r:id="rId4"/>
    <p:sldLayoutId id="2147483974" r:id="rId5"/>
    <p:sldLayoutId id="2147483975" r:id="rId6"/>
    <p:sldLayoutId id="2147483976" r:id="rId7"/>
    <p:sldLayoutId id="2147483977" r:id="rId8"/>
    <p:sldLayoutId id="2147483978" r:id="rId9"/>
    <p:sldLayoutId id="2147483979" r:id="rId10"/>
    <p:sldLayoutId id="2147483980" r:id="rId11"/>
    <p:sldLayoutId id="2147483981" r:id="rId12"/>
    <p:sldLayoutId id="2147483982" r:id="rId13"/>
    <p:sldLayoutId id="2147483983" r:id="rId14"/>
    <p:sldLayoutId id="2147483984" r:id="rId15"/>
    <p:sldLayoutId id="2147483985" r:id="rId16"/>
    <p:sldLayoutId id="2147483986" r:id="rId17"/>
    <p:sldLayoutId id="2147483987" r:id="rId18"/>
    <p:sldLayoutId id="2147483988" r:id="rId19"/>
    <p:sldLayoutId id="2147483989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fld id="{C764DE79-268F-4C1A-8933-263129D2AF90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fld id="{48F63A3B-78C7-47BE-AE5E-E10140E04643}" type="slidenum">
              <a:rPr lang="en-US" smtClean="0"/>
            </a:fld>
            <a:endParaRPr lang="en-US" dirty="0"/>
          </a:p>
        </p:txBody>
      </p:sp>
      <p:sp>
        <p:nvSpPr>
          <p:cNvPr id="7" name="六边形 6"/>
          <p:cNvSpPr/>
          <p:nvPr userDrawn="1"/>
        </p:nvSpPr>
        <p:spPr>
          <a:xfrm rot="5400000">
            <a:off x="3779835" y="2429462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2"/>
            <a:ext cx="429253" cy="370047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1" r:id="rId1"/>
    <p:sldLayoutId id="2147483992" r:id="rId2"/>
    <p:sldLayoutId id="2147483993" r:id="rId3"/>
    <p:sldLayoutId id="2147483994" r:id="rId4"/>
    <p:sldLayoutId id="2147483995" r:id="rId5"/>
    <p:sldLayoutId id="2147483996" r:id="rId6"/>
    <p:sldLayoutId id="2147483997" r:id="rId7"/>
    <p:sldLayoutId id="2147483998" r:id="rId8"/>
    <p:sldLayoutId id="2147483999" r:id="rId9"/>
    <p:sldLayoutId id="2147484000" r:id="rId10"/>
    <p:sldLayoutId id="2147484001" r:id="rId11"/>
    <p:sldLayoutId id="214748400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0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06" r:id="rId1"/>
    <p:sldLayoutId id="2147484007" r:id="rId2"/>
    <p:sldLayoutId id="2147484008" r:id="rId3"/>
    <p:sldLayoutId id="2147484009" r:id="rId4"/>
    <p:sldLayoutId id="2147484010" r:id="rId5"/>
    <p:sldLayoutId id="2147484011" r:id="rId6"/>
    <p:sldLayoutId id="2147484012" r:id="rId7"/>
    <p:sldLayoutId id="2147484013" r:id="rId8"/>
    <p:sldLayoutId id="2147484014" r:id="rId9"/>
    <p:sldLayoutId id="2147484015" r:id="rId10"/>
    <p:sldLayoutId id="2147484016" r:id="rId11"/>
    <p:sldLayoutId id="2147484017" r:id="rId12"/>
    <p:sldLayoutId id="2147484018" r:id="rId13"/>
    <p:sldLayoutId id="2147484019" r:id="rId14"/>
    <p:sldLayoutId id="2147484020" r:id="rId15"/>
    <p:sldLayoutId id="2147484021" r:id="rId16"/>
    <p:sldLayoutId id="2147484022" r:id="rId17"/>
    <p:sldLayoutId id="2147484023" r:id="rId18"/>
    <p:sldLayoutId id="2147484024" r:id="rId19"/>
    <p:sldLayoutId id="2147484025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目录</a:t>
              </a:r>
              <a:endPara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7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3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33" r:id="rId1"/>
    <p:sldLayoutId id="2147484034" r:id="rId2"/>
    <p:sldLayoutId id="2147484035" r:id="rId3"/>
    <p:sldLayoutId id="2147484036" r:id="rId4"/>
    <p:sldLayoutId id="2147484037" r:id="rId5"/>
    <p:sldLayoutId id="2147484038" r:id="rId6"/>
    <p:sldLayoutId id="2147484039" r:id="rId7"/>
    <p:sldLayoutId id="2147484040" r:id="rId8"/>
    <p:sldLayoutId id="2147484041" r:id="rId9"/>
    <p:sldLayoutId id="2147484042" r:id="rId10"/>
    <p:sldLayoutId id="2147484043" r:id="rId11"/>
    <p:sldLayoutId id="2147484044" r:id="rId12"/>
    <p:sldLayoutId id="2147484045" r:id="rId13"/>
    <p:sldLayoutId id="2147484046" r:id="rId14"/>
    <p:sldLayoutId id="2147484047" r:id="rId15"/>
    <p:sldLayoutId id="2147484048" r:id="rId16"/>
    <p:sldLayoutId id="2147484049" r:id="rId17"/>
    <p:sldLayoutId id="2147484050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2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8" r:id="rId1"/>
    <p:sldLayoutId id="2147484059" r:id="rId2"/>
    <p:sldLayoutId id="2147484060" r:id="rId3"/>
    <p:sldLayoutId id="2147484061" r:id="rId4"/>
    <p:sldLayoutId id="2147484062" r:id="rId5"/>
    <p:sldLayoutId id="2147484063" r:id="rId6"/>
    <p:sldLayoutId id="2147484064" r:id="rId7"/>
    <p:sldLayoutId id="2147484065" r:id="rId8"/>
    <p:sldLayoutId id="2147484066" r:id="rId9"/>
    <p:sldLayoutId id="2147484067" r:id="rId10"/>
    <p:sldLayoutId id="2147484068" r:id="rId11"/>
    <p:sldLayoutId id="2147484069" r:id="rId12"/>
    <p:sldLayoutId id="2147484070" r:id="rId13"/>
    <p:sldLayoutId id="2147484071" r:id="rId14"/>
    <p:sldLayoutId id="2147484072" r:id="rId15"/>
    <p:sldLayoutId id="2147484073" r:id="rId16"/>
    <p:sldLayoutId id="2147484074" r:id="rId17"/>
    <p:sldLayoutId id="2147484075" r:id="rId18"/>
    <p:sldLayoutId id="2147484076" r:id="rId19"/>
    <p:sldLayoutId id="2147484077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79" r:id="rId1"/>
    <p:sldLayoutId id="2147484080" r:id="rId2"/>
    <p:sldLayoutId id="2147484081" r:id="rId3"/>
    <p:sldLayoutId id="2147484082" r:id="rId4"/>
    <p:sldLayoutId id="2147484083" r:id="rId5"/>
    <p:sldLayoutId id="2147484084" r:id="rId6"/>
    <p:sldLayoutId id="2147484085" r:id="rId7"/>
    <p:sldLayoutId id="2147484086" r:id="rId8"/>
    <p:sldLayoutId id="2147484087" r:id="rId9"/>
    <p:sldLayoutId id="2147484088" r:id="rId10"/>
    <p:sldLayoutId id="2147484089" r:id="rId11"/>
    <p:sldLayoutId id="2147484090" r:id="rId12"/>
    <p:sldLayoutId id="2147484091" r:id="rId13"/>
    <p:sldLayoutId id="2147484092" r:id="rId14"/>
    <p:sldLayoutId id="2147484093" r:id="rId15"/>
    <p:sldLayoutId id="2147484094" r:id="rId16"/>
    <p:sldLayoutId id="2147484095" r:id="rId17"/>
    <p:sldLayoutId id="2147484096" r:id="rId18"/>
    <p:sldLayoutId id="2147484097" r:id="rId19"/>
    <p:sldLayoutId id="2147484098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28470" y="2270125"/>
            <a:ext cx="9299575" cy="490727"/>
          </a:xfrm>
        </p:spPr>
        <p:txBody>
          <a:bodyPr/>
          <a:lstStyle/>
          <a:p>
            <a:r>
              <a:rPr lang="zh-CN" altLang="en-US" sz="2400" b="1"/>
              <a:t>D2下午 · 系统是麻烦逼出来的</a:t>
            </a:r>
            <a:endParaRPr lang="zh-CN" altLang="en-US" sz="2400" b="1"/>
          </a:p>
        </p:txBody>
      </p:sp>
      <p:sp>
        <p:nvSpPr>
          <p:cNvPr id="3" name="TextBox 2"/>
          <p:cNvSpPr txBox="1"/>
          <p:nvPr/>
        </p:nvSpPr>
        <p:spPr>
          <a:xfrm>
            <a:off x="3806571" y="3154679"/>
            <a:ext cx="9299448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一个老师，用豆包，</a:t>
            </a:r>
            <a:r>
              <a:rPr lang="zh-CN" altLang="en-US" sz="2000" b="0"/>
              <a:t>亲手做出作业系统</a:t>
            </a:r>
            <a:endParaRPr lang="zh-CN" altLang="en-US" sz="2000" b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 fontScale="90000"/>
          </a:bodyPr>
          <a:lstStyle/>
          <a:p>
            <a:r>
              <a:rPr lang="zh-CN" altLang="en-US" sz="2800" b="1"/>
              <a:t>痛点：不好</a:t>
            </a:r>
            <a:r>
              <a:rPr lang="zh-CN" altLang="en-US" sz="2800" b="1"/>
              <a:t>收作业</a:t>
            </a:r>
            <a:endParaRPr lang="zh-CN" altLang="en-US" sz="28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0"/>
              <a:t>1.</a:t>
            </a:r>
            <a:r>
              <a:rPr lang="zh-CN" altLang="en-US" sz="2000" b="0"/>
              <a:t>计算机老师在机房不好</a:t>
            </a:r>
            <a:r>
              <a:rPr lang="zh-CN" altLang="en-US" sz="2000" b="0"/>
              <a:t>收作业</a:t>
            </a:r>
            <a:endParaRPr lang="zh-CN" altLang="en-US" sz="20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0"/>
              <a:t>2.</a:t>
            </a:r>
            <a:r>
              <a:rPr lang="zh-CN" altLang="en-US" sz="2000" b="0"/>
              <a:t>学生机房没法上网，必须在局域网</a:t>
            </a:r>
            <a:r>
              <a:rPr lang="zh-CN" altLang="en-US" sz="2000" b="0"/>
              <a:t>下</a:t>
            </a:r>
            <a:endParaRPr lang="zh-CN" altLang="en-US" sz="2000" b="0"/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第一版不贪大，先跑通最小闭环</a:t>
            </a:r>
            <a:endParaRPr lang="zh-CN" altLang="en-US" sz="1600" b="1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  <a:endParaRPr lang="zh-CN" altLang="en-US" b="1"/>
          </a:p>
        </p:txBody>
      </p:sp>
      <p:sp>
        <p:nvSpPr>
          <p:cNvPr id="4" name="TextBox 3"/>
          <p:cNvSpPr txBox="1"/>
          <p:nvPr/>
        </p:nvSpPr>
        <p:spPr>
          <a:xfrm>
            <a:off x="5129784" y="2975610"/>
            <a:ext cx="6583680" cy="617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/>
              <a:t>“专业不是玄学，是流程”</a:t>
            </a:r>
            <a:endParaRPr lang="zh-CN" altLang="en-US" sz="3200"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V1上传：学生能交作业</a:t>
            </a:r>
            <a:endParaRPr lang="zh-CN" altLang="en-US" sz="28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打开浏览器 → 输学号姓名 → 选文件 → 点提交</a:t>
            </a:r>
            <a:endParaRPr lang="zh-CN" altLang="en-US" sz="20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收上来自动归档：任务/学号/姓名/文件名，一个文件一个坑</a:t>
            </a:r>
            <a:endParaRPr lang="zh-CN" altLang="en-US" sz="2000" b="0"/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第一版不贪大，先跑通最小闭环</a:t>
            </a:r>
            <a:endParaRPr lang="zh-CN" altLang="en-US" sz="1600" b="1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V2管班：两个班分得清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两个班的作业，不一样——混在一起根本没法看</a:t>
            </a:r>
            <a:endParaRPr lang="zh-CN" altLang="en-US" sz="20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两个班，各管各的，作业分开、名单分开</a:t>
            </a:r>
            <a:endParaRPr lang="zh-CN" altLang="en-US" sz="20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V3触发：点开太麻烦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作业收上来了，怎么看？——点开一个看一个</a:t>
            </a:r>
            <a:endParaRPr lang="zh-CN" altLang="en-US" sz="20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几十份，一份一份点开，看到深夜</a:t>
            </a:r>
            <a:endParaRPr lang="zh-CN" altLang="en-US" sz="2000" b="0"/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最烦的一个麻烦</a:t>
            </a:r>
            <a:endParaRPr lang="zh-CN" altLang="en-US" sz="1600" b="1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V3解法：答案先行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第一，提前把答案传进系统——先有标准答案</a:t>
            </a:r>
            <a:endParaRPr lang="zh-CN" altLang="en-US" sz="20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第二，把"改"交给AI——自动对答案，出结果</a:t>
            </a:r>
            <a:endParaRPr lang="zh-CN" altLang="en-US" sz="2000" b="0"/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不用点开了——逐份点开这件事，整个消失了</a:t>
            </a:r>
            <a:endParaRPr lang="zh-CN" altLang="en-US" sz="2000" b="0"/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工作流倒过来想——不是"收上来再想办法改"，是"先把答案放进去让AI改"</a:t>
            </a:r>
            <a:endParaRPr lang="zh-CN" altLang="en-US" sz="1600" b="1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  <a:endParaRPr lang="zh-CN" altLang="en-US" b="1"/>
          </a:p>
        </p:txBody>
      </p:sp>
      <p:sp>
        <p:nvSpPr>
          <p:cNvPr id="4" name="TextBox 3"/>
          <p:cNvSpPr txBox="1"/>
          <p:nvPr/>
        </p:nvSpPr>
        <p:spPr>
          <a:xfrm>
            <a:off x="4800219" y="2445385"/>
            <a:ext cx="6583680" cy="112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/>
              <a:t>“想自动化一件事，先拆成"答案"和"比对"”</a:t>
            </a:r>
            <a:endParaRPr lang="zh-CN" altLang="en-US" sz="3200"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V4桌宠：做得快的彩蛋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有的同学做得快，做完了没事干</a:t>
            </a:r>
            <a:endParaRPr lang="zh-CN" altLang="en-US" sz="20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给做得快的同学，单独发一个桌面宠物——做完作业可以玩一玩</a:t>
            </a:r>
            <a:endParaRPr lang="zh-CN" altLang="en-US" sz="20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V5打磨：从工具变成产品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学生端：拖拽上传、学号记忆——第二次打开名字都不用再输</a:t>
            </a:r>
            <a:endParaRPr lang="zh-CN" altLang="en-US" sz="20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老师端：实时看板、新提交高亮、提交率进度条</a:t>
            </a:r>
            <a:endParaRPr lang="zh-CN" altLang="en-US" sz="2000" b="0"/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同一套功能一行没改，观感从"工具"变成"产品"</a:t>
            </a:r>
            <a:endParaRPr lang="zh-CN" altLang="en-US" sz="1600" b="1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五个麻烦 → 五个功能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V1 上传——先能交</a:t>
            </a:r>
            <a:endParaRPr lang="zh-CN" altLang="en-US" sz="20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V2 管班——两个班分得清</a:t>
            </a:r>
            <a:endParaRPr lang="zh-CN" altLang="en-US" sz="2000" b="0"/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V3 AI批改——不用一份份点开</a:t>
            </a:r>
            <a:endParaRPr lang="zh-CN" altLang="en-US" sz="2000" b="0"/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291846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V4 桌宠——做得快的有彩蛋</a:t>
            </a:r>
            <a:endParaRPr lang="zh-CN" altLang="en-US" sz="2000" b="0"/>
          </a:p>
        </p:txBody>
      </p:sp>
      <p:sp>
        <p:nvSpPr>
          <p:cNvPr id="63495" name="TextBox 63494"/>
          <p:cNvSpPr txBox="1"/>
          <p:nvPr/>
        </p:nvSpPr>
        <p:spPr>
          <a:xfrm>
            <a:off x="914400" y="3327399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V5 打磨——讲出来，体面</a:t>
            </a:r>
            <a:endParaRPr lang="zh-CN" altLang="en-US" sz="2000" b="0"/>
          </a:p>
        </p:txBody>
      </p:sp>
      <p:sp>
        <p:nvSpPr>
          <p:cNvPr id="63496" name="TextBox 63495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它不是一次做对的，是一轮一轮被麻烦逼出来的</a:t>
            </a:r>
            <a:endParaRPr lang="zh-CN" altLang="en-US" sz="1600" b="1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C06四层拆解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第一层：上传——学生能交</a:t>
            </a:r>
            <a:endParaRPr lang="zh-CN" altLang="en-US" sz="20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第二层：管班——班级分得清</a:t>
            </a:r>
            <a:endParaRPr lang="zh-CN" altLang="en-US" sz="2000" b="0"/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第三层：批改——答案先行，AI改</a:t>
            </a:r>
            <a:endParaRPr lang="zh-CN" altLang="en-US" sz="2000" b="0"/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291846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第四层：激励——做得快的有彩蛋</a:t>
            </a:r>
            <a:endParaRPr lang="zh-CN" altLang="en-US" sz="2000" b="0"/>
          </a:p>
        </p:txBody>
      </p:sp>
      <p:sp>
        <p:nvSpPr>
          <p:cNvPr id="63495" name="TextBox 63494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老师拆了四步，AI就干四步活</a:t>
            </a:r>
            <a:endParaRPr lang="zh-CN" altLang="en-US" sz="1600" b="1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 wrap="square"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  <a:endParaRPr lang="zh-CN" altLang="en-US" b="1"/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112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/>
              <a:t>“你把工作拆成几步，它就能干几步”</a:t>
            </a:r>
            <a:endParaRPr lang="zh-CN" altLang="en-US" sz="3200" b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26分钟：拆你的题成3模块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【任务卡】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① 写下你的题——这两天你手机里那个东西</a:t>
            </a:r>
            <a:endParaRPr lang="zh-CN" altLang="en-US" sz="22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3233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② 拆成3个模块——每个模块一句话</a:t>
            </a:r>
            <a:endParaRPr lang="zh-CN" altLang="en-US" sz="2200" b="0"/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7302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③ 标一下：哪个是核心，哪个是后加</a:t>
            </a:r>
            <a:endParaRPr lang="zh-CN" altLang="en-US" sz="2200" b="0"/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拆不动？用户第一步干什么、第二步干什么、第三步干什么——那三步就是三个模块</a:t>
            </a:r>
            <a:endParaRPr lang="zh-CN" altLang="en-US" sz="1600" b="1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专业和手做，差在哪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第一，工具——差在工具，但工具不是关键</a:t>
            </a:r>
            <a:endParaRPr lang="zh-CN" altLang="en-US" sz="20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第二，流程——手做想到哪做到哪，专业先设计再动手</a:t>
            </a:r>
            <a:endParaRPr lang="zh-CN" altLang="en-US" sz="2000" b="0"/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第三，分工——一个人干五样 vs 五个人各干一样</a:t>
            </a:r>
            <a:endParaRPr lang="zh-CN" altLang="en-US" sz="20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  <a:endParaRPr lang="zh-CN" altLang="en-US" b="1"/>
          </a:p>
        </p:txBody>
      </p:sp>
      <p:sp>
        <p:nvSpPr>
          <p:cNvPr id="4" name="TextBox 3"/>
          <p:cNvSpPr txBox="1"/>
          <p:nvPr/>
        </p:nvSpPr>
        <p:spPr>
          <a:xfrm>
            <a:off x="4981194" y="2975610"/>
            <a:ext cx="6583680" cy="617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/>
              <a:t>“先拆，再做”</a:t>
            </a:r>
            <a:endParaRPr lang="zh-CN" altLang="en-US" sz="3200" b="1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OTA4M2Q2NTllNzY3YjVkNjA3ZGRmODA2Mzc4NDQ2MTEifQ=="/>
  <p:tag name="KSO_WPP_MARK_KEY" val="2982da59-b2b6-4e33-a20c-95c6cec1c99c"/>
  <p:tag name="commondata" val="eyJoZGlkIjoiN2QzODcyNGFhZmEzNjVhZTY5ZjNiMTM1MDZiMzE4OWMifQ=="/>
</p:tagLst>
</file>

<file path=ppt/theme/theme1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8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9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0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1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1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5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6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7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8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9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10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1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7.xml><?xml version="1.0" encoding="utf-8"?>
<a:theme xmlns:a="http://schemas.openxmlformats.org/drawingml/2006/main" name="1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8.xml><?xml version="1.0" encoding="utf-8"?>
<a:theme xmlns:a="http://schemas.openxmlformats.org/drawingml/2006/main" name="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9.xml><?xml version="1.0" encoding="utf-8"?>
<a:theme xmlns:a="http://schemas.openxmlformats.org/drawingml/2006/main" name="1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0.xml><?xml version="1.0" encoding="utf-8"?>
<a:theme xmlns:a="http://schemas.openxmlformats.org/drawingml/2006/main" name="1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1.xml><?xml version="1.0" encoding="utf-8"?>
<a:theme xmlns:a="http://schemas.openxmlformats.org/drawingml/2006/main" name="15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2.xml><?xml version="1.0" encoding="utf-8"?>
<a:theme xmlns:a="http://schemas.openxmlformats.org/drawingml/2006/main" name="1_章节页版式（一级标题）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3.xml><?xml version="1.0" encoding="utf-8"?>
<a:theme xmlns:a="http://schemas.openxmlformats.org/drawingml/2006/main" name="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4.xml><?xml version="1.0" encoding="utf-8"?>
<a:theme xmlns:a="http://schemas.openxmlformats.org/drawingml/2006/main" name="16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5.xml><?xml version="1.0" encoding="utf-8"?>
<a:theme xmlns:a="http://schemas.openxmlformats.org/drawingml/2006/main" name="1_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6.xml><?xml version="1.0" encoding="utf-8"?>
<a:theme xmlns:a="http://schemas.openxmlformats.org/drawingml/2006/main" name="2_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7.xml><?xml version="1.0" encoding="utf-8"?>
<a:theme xmlns:a="http://schemas.openxmlformats.org/drawingml/2006/main" name="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8.xml><?xml version="1.0" encoding="utf-8"?>
<a:theme xmlns:a="http://schemas.openxmlformats.org/drawingml/2006/main" name="17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9.xml><?xml version="1.0" encoding="utf-8"?>
<a:theme xmlns:a="http://schemas.openxmlformats.org/drawingml/2006/main" name="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0.xml><?xml version="1.0" encoding="utf-8"?>
<a:theme xmlns:a="http://schemas.openxmlformats.org/drawingml/2006/main" name="6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1.xml><?xml version="1.0" encoding="utf-8"?>
<a:theme xmlns:a="http://schemas.openxmlformats.org/drawingml/2006/main" name="7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2.xml><?xml version="1.0" encoding="utf-8"?>
<a:theme xmlns:a="http://schemas.openxmlformats.org/drawingml/2006/main" name="18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3.xml><?xml version="1.0" encoding="utf-8"?>
<a:theme xmlns:a="http://schemas.openxmlformats.org/drawingml/2006/main" name="19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969</Words>
  <Application>WPS 演示</Application>
  <PresentationFormat>宽屏</PresentationFormat>
  <Paragraphs>136</Paragraphs>
  <Slides>16</Slides>
  <Notes>65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43</vt:i4>
      </vt:variant>
      <vt:variant>
        <vt:lpstr>幻灯片标题</vt:lpstr>
      </vt:variant>
      <vt:variant>
        <vt:i4>16</vt:i4>
      </vt:variant>
    </vt:vector>
  </HeadingPairs>
  <TitlesOfParts>
    <vt:vector size="81" baseType="lpstr">
      <vt:lpstr>Arial</vt:lpstr>
      <vt:lpstr>宋体</vt:lpstr>
      <vt:lpstr>Wingdings</vt:lpstr>
      <vt:lpstr>阿里巴巴普惠体</vt:lpstr>
      <vt:lpstr>Calibri</vt:lpstr>
      <vt:lpstr>Helvetica Neue</vt:lpstr>
      <vt:lpstr>黑体</vt:lpstr>
      <vt:lpstr>汉仪中黑KW</vt:lpstr>
      <vt:lpstr>汉仪书宋二KW</vt:lpstr>
      <vt:lpstr>苹方-简</vt:lpstr>
      <vt:lpstr>阿里巴巴普惠体 R</vt:lpstr>
      <vt:lpstr>阿里巴巴普惠体 M</vt:lpstr>
      <vt:lpstr>Segoe UI Light</vt:lpstr>
      <vt:lpstr>微软雅黑 Light</vt:lpstr>
      <vt:lpstr>阿里巴巴普惠体 B</vt:lpstr>
      <vt:lpstr>Segoe UI</vt:lpstr>
      <vt:lpstr>Verdana</vt:lpstr>
      <vt:lpstr>微软雅黑</vt:lpstr>
      <vt:lpstr>汉仪旗黑</vt:lpstr>
      <vt:lpstr>宋体</vt:lpstr>
      <vt:lpstr>Arial Unicode MS</vt:lpstr>
      <vt:lpstr>阿里巴巴普惠体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5_结束页设计方案</vt:lpstr>
      <vt:lpstr>1_学习目标</vt:lpstr>
      <vt:lpstr>8_学习目标</vt:lpstr>
      <vt:lpstr>9_学习目标</vt:lpstr>
      <vt:lpstr>10_学习目标</vt:lpstr>
      <vt:lpstr>12_学习目标</vt:lpstr>
      <vt:lpstr>13_学习目标</vt:lpstr>
      <vt:lpstr>14_学习目标</vt:lpstr>
      <vt:lpstr>15_学习目标</vt:lpstr>
      <vt:lpstr>1_正文设计方案</vt:lpstr>
      <vt:lpstr>2_正文设计方案</vt:lpstr>
      <vt:lpstr>3_正文设计方案</vt:lpstr>
      <vt:lpstr>4_正文设计方案</vt:lpstr>
      <vt:lpstr>5_正文设计方案</vt:lpstr>
      <vt:lpstr>6_正文设计方案</vt:lpstr>
      <vt:lpstr>7_正文设计方案</vt:lpstr>
      <vt:lpstr>8_正文设计方案</vt:lpstr>
      <vt:lpstr>9_正文设计方案</vt:lpstr>
      <vt:lpstr>10_正文设计方案</vt:lpstr>
      <vt:lpstr>11_正文设计方案</vt:lpstr>
      <vt:lpstr>12_正文设计方案</vt:lpstr>
      <vt:lpstr>2_学习目标</vt:lpstr>
      <vt:lpstr>13_正文设计方案</vt:lpstr>
      <vt:lpstr>14_正文设计方案</vt:lpstr>
      <vt:lpstr>15_正文设计方案</vt:lpstr>
      <vt:lpstr>1_章节页版式（一级标题）</vt:lpstr>
      <vt:lpstr>3_学习目标</vt:lpstr>
      <vt:lpstr>16_正文设计方案</vt:lpstr>
      <vt:lpstr>1_目录</vt:lpstr>
      <vt:lpstr>2_章节页版式（一级标题）</vt:lpstr>
      <vt:lpstr>4_学习目标</vt:lpstr>
      <vt:lpstr>17_正文设计方案</vt:lpstr>
      <vt:lpstr>5_学习目标</vt:lpstr>
      <vt:lpstr>6_学习目标</vt:lpstr>
      <vt:lpstr>7_学习目标</vt:lpstr>
      <vt:lpstr>18_正文设计方案</vt:lpstr>
      <vt:lpstr>19_正文设计方案</vt:lpstr>
      <vt:lpstr>D2下午 · 系统是麻烦逼出来的</vt:lpstr>
      <vt:lpstr>V1上传：学生能交作业</vt:lpstr>
      <vt:lpstr>记住</vt:lpstr>
      <vt:lpstr>V1上传：学生能交作业</vt:lpstr>
      <vt:lpstr>V2管班：两个班分得清</vt:lpstr>
      <vt:lpstr>V3触发：点开太麻烦</vt:lpstr>
      <vt:lpstr>V3解法：答案先行</vt:lpstr>
      <vt:lpstr>记住</vt:lpstr>
      <vt:lpstr>V4桌宠：做得快的彩蛋</vt:lpstr>
      <vt:lpstr>V5打磨：从工具变成产品</vt:lpstr>
      <vt:lpstr>五个麻烦 → 五个功能</vt:lpstr>
      <vt:lpstr>C06四层拆解</vt:lpstr>
      <vt:lpstr>记住</vt:lpstr>
      <vt:lpstr>26分钟：拆你的题成3模块</vt:lpstr>
      <vt:lpstr>专业和手做，差在哪</vt:lpstr>
      <vt:lpstr>记住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周磊</cp:lastModifiedBy>
  <cp:revision>853</cp:revision>
  <dcterms:created xsi:type="dcterms:W3CDTF">2026-10-04T13:32:39Z</dcterms:created>
  <dcterms:modified xsi:type="dcterms:W3CDTF">2026-10-04T13:32:39Z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2052-6.9.0.8865</vt:lpwstr>
  </property>
  <property fmtid="{D5CDD505-2E9C-101B-9397-08002B2CF9AE}" pid="3" name="ICV">
    <vt:lpwstr>2FBA3DB7156D49D38FE5BF7338882AF3</vt:lpwstr>
  </property>
</Properties>
</file>