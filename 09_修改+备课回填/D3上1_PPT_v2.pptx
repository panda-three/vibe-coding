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D3上午 · 人和AI怎么分工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同样用AI，人和人差10倍——差的不在工具，在分工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同样用AI，人和人差10倍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同一个豆包，有人做出网页，有人只会聊天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“缺的不是问法，是框架”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一封信，两种问法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左："帮我写封信。"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出来一篇——客气、工整、谁都能写，但谁都不想要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一封信，两种问法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右："收信人是家长，孩子刚转学来，要让他觉得被重视，语气像熟人聊天，结尾给一个具体行动。"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出来一篇——是个人话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第一句是聊天，第二句是派活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01 双三角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人类三角①：审美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审美是什么？一眼看出这东西好还是不好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例子：前两天做的网页，你觉得丑不丑？那个感觉就是审美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审美能练，但不是AI替你练的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人类三角②：体系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体系是什么？把乱糟糟的事拆成几步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例子：写教案——目标、重难点、环节、作业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你说"按四段来"，AI立刻像个人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人类三角③：创造力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创造力是什么？提出新组合、新假设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例子："家长会能不能不讲成绩，讲每个孩子的三个变化？"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这三个角，是人身上最值钱的东西，AI替不了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AI三角①：场景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找到哪个环节值得让AI干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AI三角②：数据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喂给它标准、好例子、你的反馈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AI三角③：基本功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会问、会判、会改——D1学的东西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人类三角不能交，AI三角尽管交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“人类定方向，AI提产能”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AI三角忙死，也救不了方向错的活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02 一封信，六角串起来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场景：期末一封信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学期末，老师给每个学生写一封信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不是群发的，是每个学生一封，让ta觉得：老师看见我了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场景=期末，给每个学生一封"被看见"的信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审美：什么叫"好"的信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先别让AI写，你先自己找十封好信看看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收藏过的、别人写给你的、网上点赞高的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看完你心里冒一句话：原来好信长这样——那个感觉就是标准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审美的标准，不能交给AI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数据：喂什么给AI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成绩、你跟这个孩子的谈话记录、你印象里ta做过的事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喂的是你对孩子的了解，不是网上搜的范文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基本功：提示词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"我是一名老师，我要给转学来的孩子写封信，这是他的情况……语气要像熟人聊天，结尾要有具体行动。"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D1学的五步法，在这用上——但它只是六个角之一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体系：好信的结构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看见——你注意到ta哪个细节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命名——给ta一个标签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锚定——让ta记住自己哪一点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展开——下一步做什么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一封信=看见×命名×锚定×展开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创造力：纠结与自洽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写给最让你头疼的孩子：写他好，怕他飘；写他问题，怕他伤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这个纠结，AI没有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你最后怎么自洽的——"我写他的优点，也写他的一个坎"——这个决定，就是创造力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六个角齐了，活才出得来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03 场景怎么找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场景公式：四个词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任务——做什么事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对象——给谁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约束——什么不能错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输出——要什么结果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先有场景，再谈数据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三源：场景从哪来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抱怨——你最烦的那件事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重复——你每周都要做的那件事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痛点——你一做就卡的那件事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四筛：找到还要筛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高频——是不是经常干？一周一次以上？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高痛——是不是一干就烦、一干就久？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容错——做坏了后果严重吗？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数据可得——手头有没有好例子喂给它？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四个都过才值得做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细分：细到什么程度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"写通知"太粗——给家长的/给学生的/给老师的，三个场景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开学通知/期末通知/放假通知，又不一样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细到"谁、什么时候、要什么、什么不能错"，AI才接得住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案例：《第一份档案》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新生入校，跟每个家长视频通话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把沟通丢给AI总结 → 一份只关于这个孩子的档案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发给家长——"您比我们还要懂孩子……"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场景从痛点里长出来，不是从工具功能里长出来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60秒：写你的一句话场景卡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给谁、在什么时候、解决什么任务、什么不能错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写不出来抄模板——帮我在__（什么时候），把__（任务）做成__（输出），对象是__，不能错的是__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