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61"/>
  </p:handoutMasterIdLst>
  <p:sldIdLst>
    <p:sldId id="2025" r:id="rId45"/>
    <p:sldId id="2026" r:id="rId47"/>
    <p:sldId id="2027" r:id="rId48"/>
    <p:sldId id="2028" r:id="rId49"/>
    <p:sldId id="2029" r:id="rId50"/>
    <p:sldId id="2030" r:id="rId51"/>
    <p:sldId id="2031" r:id="rId52"/>
    <p:sldId id="2032" r:id="rId53"/>
    <p:sldId id="2033" r:id="rId54"/>
    <p:sldId id="2034" r:id="rId55"/>
    <p:sldId id="2035" r:id="rId56"/>
    <p:sldId id="2036" r:id="rId57"/>
    <p:sldId id="2037" r:id="rId58"/>
    <p:sldId id="2038" r:id="rId59"/>
    <p:sldId id="2039" r:id="rId60"/>
  </p:sldIdLst>
  <p:sldSz cx="12192000" cy="6858000"/>
  <p:notesSz cx="6858000" cy="9144000"/>
  <p:custDataLst>
    <p:tags r:id="rId6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6" Type="http://schemas.openxmlformats.org/officeDocument/2006/relationships/tags" Target="tags/tag1.xml"/><Relationship Id="rId65" Type="http://schemas.openxmlformats.org/officeDocument/2006/relationships/commentAuthors" Target="commentAuthors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P05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2" Type="http://schemas.openxmlformats.org/officeDocument/2006/relationships/theme" Target="../theme/theme34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5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6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7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6.xml"/><Relationship Id="rId8" Type="http://schemas.openxmlformats.org/officeDocument/2006/relationships/slideLayout" Target="../slideLayouts/slideLayout355.xml"/><Relationship Id="rId7" Type="http://schemas.openxmlformats.org/officeDocument/2006/relationships/slideLayout" Target="../slideLayouts/slideLayout354.xml"/><Relationship Id="rId6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352.xml"/><Relationship Id="rId4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50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49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5.xml"/><Relationship Id="rId17" Type="http://schemas.openxmlformats.org/officeDocument/2006/relationships/slideLayout" Target="../slideLayouts/slideLayout364.xml"/><Relationship Id="rId16" Type="http://schemas.openxmlformats.org/officeDocument/2006/relationships/slideLayout" Target="../slideLayouts/slideLayout363.xml"/><Relationship Id="rId15" Type="http://schemas.openxmlformats.org/officeDocument/2006/relationships/slideLayout" Target="../slideLayouts/slideLayout362.xml"/><Relationship Id="rId14" Type="http://schemas.openxmlformats.org/officeDocument/2006/relationships/slideLayout" Target="../slideLayouts/slideLayout361.xml"/><Relationship Id="rId13" Type="http://schemas.openxmlformats.org/officeDocument/2006/relationships/slideLayout" Target="../slideLayouts/slideLayout360.xml"/><Relationship Id="rId12" Type="http://schemas.openxmlformats.org/officeDocument/2006/relationships/slideLayout" Target="../slideLayouts/slideLayout359.xml"/><Relationship Id="rId11" Type="http://schemas.openxmlformats.org/officeDocument/2006/relationships/slideLayout" Target="../slideLayouts/slideLayout358.xml"/><Relationship Id="rId10" Type="http://schemas.openxmlformats.org/officeDocument/2006/relationships/slideLayout" Target="../slideLayouts/slideLayout357.xml"/><Relationship Id="rId1" Type="http://schemas.openxmlformats.org/officeDocument/2006/relationships/slideLayout" Target="../slideLayouts/slideLayout348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6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7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7.xml"/><Relationship Id="rId8" Type="http://schemas.openxmlformats.org/officeDocument/2006/relationships/slideLayout" Target="../slideLayouts/slideLayout376.xml"/><Relationship Id="rId7" Type="http://schemas.openxmlformats.org/officeDocument/2006/relationships/slideLayout" Target="../slideLayouts/slideLayout375.xml"/><Relationship Id="rId6" Type="http://schemas.openxmlformats.org/officeDocument/2006/relationships/slideLayout" Target="../slideLayouts/slideLayout374.xml"/><Relationship Id="rId5" Type="http://schemas.openxmlformats.org/officeDocument/2006/relationships/slideLayout" Target="../slideLayouts/slideLayout373.xml"/><Relationship Id="rId4" Type="http://schemas.openxmlformats.org/officeDocument/2006/relationships/slideLayout" Target="../slideLayouts/slideLayout372.xml"/><Relationship Id="rId3" Type="http://schemas.openxmlformats.org/officeDocument/2006/relationships/slideLayout" Target="../slideLayouts/slideLayout371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8.xml"/><Relationship Id="rId2" Type="http://schemas.openxmlformats.org/officeDocument/2006/relationships/slideLayout" Target="../slideLayouts/slideLayout370.xml"/><Relationship Id="rId19" Type="http://schemas.openxmlformats.org/officeDocument/2006/relationships/slideLayout" Target="../slideLayouts/slideLayout387.xml"/><Relationship Id="rId18" Type="http://schemas.openxmlformats.org/officeDocument/2006/relationships/slideLayout" Target="../slideLayouts/slideLayout386.xml"/><Relationship Id="rId17" Type="http://schemas.openxmlformats.org/officeDocument/2006/relationships/slideLayout" Target="../slideLayouts/slideLayout385.xml"/><Relationship Id="rId16" Type="http://schemas.openxmlformats.org/officeDocument/2006/relationships/slideLayout" Target="../slideLayouts/slideLayout384.xml"/><Relationship Id="rId15" Type="http://schemas.openxmlformats.org/officeDocument/2006/relationships/slideLayout" Target="../slideLayouts/slideLayout383.xml"/><Relationship Id="rId14" Type="http://schemas.openxmlformats.org/officeDocument/2006/relationships/slideLayout" Target="../slideLayouts/slideLayout382.xml"/><Relationship Id="rId13" Type="http://schemas.openxmlformats.org/officeDocument/2006/relationships/slideLayout" Target="../slideLayouts/slideLayout381.xml"/><Relationship Id="rId12" Type="http://schemas.openxmlformats.org/officeDocument/2006/relationships/slideLayout" Target="../slideLayouts/slideLayout380.xml"/><Relationship Id="rId11" Type="http://schemas.openxmlformats.org/officeDocument/2006/relationships/slideLayout" Target="../slideLayouts/slideLayout379.xml"/><Relationship Id="rId10" Type="http://schemas.openxmlformats.org/officeDocument/2006/relationships/slideLayout" Target="../slideLayouts/slideLayout378.xml"/><Relationship Id="rId1" Type="http://schemas.openxmlformats.org/officeDocument/2006/relationships/slideLayout" Target="../slideLayouts/slideLayout369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7.xml"/><Relationship Id="rId8" Type="http://schemas.openxmlformats.org/officeDocument/2006/relationships/slideLayout" Target="../slideLayouts/slideLayout396.xml"/><Relationship Id="rId7" Type="http://schemas.openxmlformats.org/officeDocument/2006/relationships/slideLayout" Target="../slideLayouts/slideLayout395.xml"/><Relationship Id="rId6" Type="http://schemas.openxmlformats.org/officeDocument/2006/relationships/slideLayout" Target="../slideLayouts/slideLayout394.xml"/><Relationship Id="rId5" Type="http://schemas.openxmlformats.org/officeDocument/2006/relationships/slideLayout" Target="../slideLayouts/slideLayout393.xml"/><Relationship Id="rId4" Type="http://schemas.openxmlformats.org/officeDocument/2006/relationships/slideLayout" Target="../slideLayouts/slideLayout392.xml"/><Relationship Id="rId3" Type="http://schemas.openxmlformats.org/officeDocument/2006/relationships/slideLayout" Target="../slideLayouts/slideLayout391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8.xml"/><Relationship Id="rId2" Type="http://schemas.openxmlformats.org/officeDocument/2006/relationships/slideLayout" Target="../slideLayouts/slideLayout390.xml"/><Relationship Id="rId19" Type="http://schemas.openxmlformats.org/officeDocument/2006/relationships/slideLayout" Target="../slideLayouts/slideLayout407.xml"/><Relationship Id="rId18" Type="http://schemas.openxmlformats.org/officeDocument/2006/relationships/slideLayout" Target="../slideLayouts/slideLayout406.xml"/><Relationship Id="rId17" Type="http://schemas.openxmlformats.org/officeDocument/2006/relationships/slideLayout" Target="../slideLayouts/slideLayout405.xml"/><Relationship Id="rId16" Type="http://schemas.openxmlformats.org/officeDocument/2006/relationships/slideLayout" Target="../slideLayouts/slideLayout404.xml"/><Relationship Id="rId15" Type="http://schemas.openxmlformats.org/officeDocument/2006/relationships/slideLayout" Target="../slideLayouts/slideLayout403.xml"/><Relationship Id="rId14" Type="http://schemas.openxmlformats.org/officeDocument/2006/relationships/slideLayout" Target="../slideLayouts/slideLayout402.xml"/><Relationship Id="rId13" Type="http://schemas.openxmlformats.org/officeDocument/2006/relationships/slideLayout" Target="../slideLayouts/slideLayout401.xml"/><Relationship Id="rId12" Type="http://schemas.openxmlformats.org/officeDocument/2006/relationships/slideLayout" Target="../slideLayouts/slideLayout400.xml"/><Relationship Id="rId11" Type="http://schemas.openxmlformats.org/officeDocument/2006/relationships/slideLayout" Target="../slideLayouts/slideLayout399.xml"/><Relationship Id="rId10" Type="http://schemas.openxmlformats.org/officeDocument/2006/relationships/slideLayout" Target="../slideLayouts/slideLayout398.xml"/><Relationship Id="rId1" Type="http://schemas.openxmlformats.org/officeDocument/2006/relationships/slideLayout" Target="../slideLayouts/slideLayout38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D2上午 · 从一句话到400+</a:t>
            </a:r>
            <a:endParaRPr lang="zh-CN" altLang="en-US" sz="2400" b="1"/>
          </a:p>
        </p:txBody>
      </p:sp>
      <p:sp>
        <p:nvSpPr>
          <p:cNvPr id="3" name="TextBox 2"/>
          <p:cNvSpPr txBox="1"/>
          <p:nvPr/>
        </p:nvSpPr>
        <p:spPr>
          <a:xfrm>
            <a:off x="2520696" y="304101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朋友一句话 → 400多个付费用户——不是运气，是流程</a:t>
            </a:r>
            <a:endParaRPr lang="zh-CN" altLang="en-US" sz="20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“先验证，再投入”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出发点：朋友一句话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"设计师出图太贵了。"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就这一句，没头没尾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就这一句抱怨，值400多个付费用户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真需求三特征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有人——谁在说这句话？设计师，一群人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有痛——出图太贵，天天在掏钱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高频——天天出图，天天痛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一句话是抱怨，三样凑齐是需求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60秒：写一句你听过的抱怨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工作里、生活里，哪句抱怨你听得最多？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"太贵了""太慢了""太烦了"——写下来，一句就行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不是会写代码的人发现需求，是听见抱怨的人发现需求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五行模板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第一行：给谁用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第二行：解决什么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第三行：现在怎么做的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第四行：贵在哪</a:t>
            </a:r>
            <a:endParaRPr lang="zh-CN" altLang="en-US" sz="2000" b="0"/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第五行：他愿不愿意换</a:t>
            </a:r>
            <a:endParaRPr lang="zh-CN" altLang="en-US" sz="2000" b="0"/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前四行是事实，第五行是判断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现场演示：把一句话逼成五行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提示词："帮我把'设计师出图太贵了'拷问成五行需求模板"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它填的，都是有人、有痛、高频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先拷问，后动手——顺序不能反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90秒：把你的抱怨逼成五行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【任务卡】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基础版：照模板一行一行填</a:t>
            </a:r>
            <a:endParaRPr lang="zh-CN" altLang="en-US" sz="22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进阶版：填完发豆包，让它补第五行</a:t>
            </a:r>
            <a:endParaRPr lang="zh-CN" altLang="en-US" sz="22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挑战版：拷问完再问"这个需求值得做吗？"</a:t>
            </a:r>
            <a:endParaRPr lang="zh-CN" altLang="en-US" sz="22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你没画一张图，已经把一个需求想清楚了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初版三件事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第一，让它能跑——点一下，出来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第二，让它能用——丑没关系，功能是真的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第三，先给人用——没自己藏着，直接给朋友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初版的敌人不是丑，是"没跑起来"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生图网站本质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一个网页 + 一个调用的接口 = 生图网站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网页好办，难在怎么让网站会出图——调别人的接口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喂文档法第一步：调研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不是拿到一家就接——先把几家生图接口的文档都翻一遍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比什么：接口稳不稳、参数全不全、价格多少、返回啥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像挑菜，先逛一圈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喂文档法三步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接口链接——接口地址给它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接口参数——要传什么：提示词、尺寸、数量、钥匙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返回结果——它会返回什么：图片网址藏在哪个字段</a:t>
            </a:r>
            <a:endParaRPr lang="zh-CN" altLang="en-US" sz="2000" b="0"/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就这三样喂进去，它基本就能用这个接口了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“先让它学会，再让它干活”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把接口文档喂给它＝先让它学会，再让它干活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上午三件事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听见一句话 → 逼成五行 → 搭个能跑的初版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没有一件需要"会写代码"——你干的活是听、是问、是判断</a:t>
            </a:r>
            <a:endParaRPr lang="zh-CN" altLang="en-US" sz="1600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“听、问、判断——你天天都在干”</a:t>
            </a:r>
            <a:endParaRPr lang="zh-CN" altLang="en-US" sz="3200" b="1"/>
          </a:p>
        </p:txBody>
      </p:sp>
      <p:sp>
        <p:nvSpPr>
          <p:cNvPr id="5" name="TextBox 4"/>
          <p:cNvSpPr txBox="1"/>
          <p:nvPr/>
        </p:nvSpPr>
        <p:spPr>
          <a:xfrm>
            <a:off x="5129784" y="2844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>
                <a:solidFill>
                  <a:srgbClr val="666666"/>
                </a:solidFill>
              </a:rPr>
              <a:t>400+的第一步，就是这么来的</a:t>
            </a:r>
            <a:endParaRPr lang="zh-CN" altLang="en-US" sz="2000" b="0">
              <a:solidFill>
                <a:srgbClr val="6666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900</Words>
  <Application>WPS 演示</Application>
  <PresentationFormat>宽屏</PresentationFormat>
  <Paragraphs>140</Paragraphs>
  <Slides>15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15</vt:i4>
      </vt:variant>
    </vt:vector>
  </HeadingPairs>
  <TitlesOfParts>
    <vt:vector size="8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阿里巴巴普惠体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D2上午 · 从一句话到400+</vt:lpstr>
      <vt:lpstr>记住</vt:lpstr>
      <vt:lpstr>出发点：朋友一句话</vt:lpstr>
      <vt:lpstr>真需求三特征</vt:lpstr>
      <vt:lpstr>60秒：写一句你听过的抱怨</vt:lpstr>
      <vt:lpstr>五行模板</vt:lpstr>
      <vt:lpstr>现场演示：把一句话逼成五行</vt:lpstr>
      <vt:lpstr>90秒：把你的抱怨逼成五行</vt:lpstr>
      <vt:lpstr>初版三件事</vt:lpstr>
      <vt:lpstr>生图网站本质</vt:lpstr>
      <vt:lpstr>喂文档法第一步：调研</vt:lpstr>
      <vt:lpstr>喂文档法三步</vt:lpstr>
      <vt:lpstr>记住</vt:lpstr>
      <vt:lpstr>上午三件事</vt:lpstr>
      <vt:lpstr>记住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853</cp:revision>
  <dcterms:created xsi:type="dcterms:W3CDTF">2026-10-03T05:16:54Z</dcterms:created>
  <dcterms:modified xsi:type="dcterms:W3CDTF">2026-10-03T05:16:54Z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