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58"/>
  </p:handoutMasterIdLst>
  <p:sldIdLst>
    <p:sldId id="2025" r:id="rId45"/>
    <p:sldId id="2026" r:id="rId47"/>
    <p:sldId id="2027" r:id="rId48"/>
    <p:sldId id="2028" r:id="rId49"/>
    <p:sldId id="2029" r:id="rId50"/>
    <p:sldId id="2030" r:id="rId51"/>
    <p:sldId id="2031" r:id="rId52"/>
    <p:sldId id="2032" r:id="rId53"/>
    <p:sldId id="2033" r:id="rId54"/>
    <p:sldId id="2034" r:id="rId55"/>
    <p:sldId id="2035" r:id="rId56"/>
    <p:sldId id="2036" r:id="rId57"/>
  </p:sldIdLst>
  <p:sldSz cx="12192000" cy="6858000"/>
  <p:notesSz cx="6858000" cy="9144000"/>
  <p:custDataLst>
    <p:tags r:id="rId6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3" Type="http://schemas.openxmlformats.org/officeDocument/2006/relationships/tags" Target="tags/tag1.xml"/><Relationship Id="rId62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Master" Target="slideMasters/slideMaster5.xml"/><Relationship Id="rId59" Type="http://schemas.openxmlformats.org/officeDocument/2006/relationships/presProps" Target="presProps.xml"/><Relationship Id="rId58" Type="http://schemas.openxmlformats.org/officeDocument/2006/relationships/handoutMaster" Target="handoutMasters/handoutMaster1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2" Type="http://schemas.openxmlformats.org/officeDocument/2006/relationships/theme" Target="../theme/theme34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6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6.xml"/><Relationship Id="rId8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4.xml"/><Relationship Id="rId6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352.xml"/><Relationship Id="rId4" Type="http://schemas.openxmlformats.org/officeDocument/2006/relationships/slideLayout" Target="../slideLayouts/slideLayout351.xml"/><Relationship Id="rId3" Type="http://schemas.openxmlformats.org/officeDocument/2006/relationships/slideLayout" Target="../slideLayouts/slideLayout350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49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5.xml"/><Relationship Id="rId17" Type="http://schemas.openxmlformats.org/officeDocument/2006/relationships/slideLayout" Target="../slideLayouts/slideLayout364.xml"/><Relationship Id="rId16" Type="http://schemas.openxmlformats.org/officeDocument/2006/relationships/slideLayout" Target="../slideLayouts/slideLayout363.xml"/><Relationship Id="rId15" Type="http://schemas.openxmlformats.org/officeDocument/2006/relationships/slideLayout" Target="../slideLayouts/slideLayout362.xml"/><Relationship Id="rId14" Type="http://schemas.openxmlformats.org/officeDocument/2006/relationships/slideLayout" Target="../slideLayouts/slideLayout361.xml"/><Relationship Id="rId13" Type="http://schemas.openxmlformats.org/officeDocument/2006/relationships/slideLayout" Target="../slideLayouts/slideLayout360.xml"/><Relationship Id="rId12" Type="http://schemas.openxmlformats.org/officeDocument/2006/relationships/slideLayout" Target="../slideLayouts/slideLayout359.xml"/><Relationship Id="rId11" Type="http://schemas.openxmlformats.org/officeDocument/2006/relationships/slideLayout" Target="../slideLayouts/slideLayout358.xml"/><Relationship Id="rId10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48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6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7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7.xml"/><Relationship Id="rId8" Type="http://schemas.openxmlformats.org/officeDocument/2006/relationships/slideLayout" Target="../slideLayouts/slideLayout376.xml"/><Relationship Id="rId7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72.xml"/><Relationship Id="rId3" Type="http://schemas.openxmlformats.org/officeDocument/2006/relationships/slideLayout" Target="../slideLayouts/slideLayout371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70.xml"/><Relationship Id="rId19" Type="http://schemas.openxmlformats.org/officeDocument/2006/relationships/slideLayout" Target="../slideLayouts/slideLayout387.xml"/><Relationship Id="rId18" Type="http://schemas.openxmlformats.org/officeDocument/2006/relationships/slideLayout" Target="../slideLayouts/slideLayout386.xml"/><Relationship Id="rId17" Type="http://schemas.openxmlformats.org/officeDocument/2006/relationships/slideLayout" Target="../slideLayouts/slideLayout385.xml"/><Relationship Id="rId16" Type="http://schemas.openxmlformats.org/officeDocument/2006/relationships/slideLayout" Target="../slideLayouts/slideLayout384.xml"/><Relationship Id="rId15" Type="http://schemas.openxmlformats.org/officeDocument/2006/relationships/slideLayout" Target="../slideLayouts/slideLayout383.xml"/><Relationship Id="rId14" Type="http://schemas.openxmlformats.org/officeDocument/2006/relationships/slideLayout" Target="../slideLayouts/slideLayout382.xml"/><Relationship Id="rId13" Type="http://schemas.openxmlformats.org/officeDocument/2006/relationships/slideLayout" Target="../slideLayouts/slideLayout381.xml"/><Relationship Id="rId12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79.xml"/><Relationship Id="rId10" Type="http://schemas.openxmlformats.org/officeDocument/2006/relationships/slideLayout" Target="../slideLayouts/slideLayout378.xml"/><Relationship Id="rId1" Type="http://schemas.openxmlformats.org/officeDocument/2006/relationships/slideLayout" Target="../slideLayouts/slideLayout369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7.xml"/><Relationship Id="rId8" Type="http://schemas.openxmlformats.org/officeDocument/2006/relationships/slideLayout" Target="../slideLayouts/slideLayout396.xml"/><Relationship Id="rId7" Type="http://schemas.openxmlformats.org/officeDocument/2006/relationships/slideLayout" Target="../slideLayouts/slideLayout395.xml"/><Relationship Id="rId6" Type="http://schemas.openxmlformats.org/officeDocument/2006/relationships/slideLayout" Target="../slideLayouts/slideLayout394.xml"/><Relationship Id="rId5" Type="http://schemas.openxmlformats.org/officeDocument/2006/relationships/slideLayout" Target="../slideLayouts/slideLayout393.xml"/><Relationship Id="rId4" Type="http://schemas.openxmlformats.org/officeDocument/2006/relationships/slideLayout" Target="../slideLayouts/slideLayout392.xml"/><Relationship Id="rId3" Type="http://schemas.openxmlformats.org/officeDocument/2006/relationships/slideLayout" Target="../slideLayouts/slideLayout391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8.xml"/><Relationship Id="rId2" Type="http://schemas.openxmlformats.org/officeDocument/2006/relationships/slideLayout" Target="../slideLayouts/slideLayout390.xml"/><Relationship Id="rId19" Type="http://schemas.openxmlformats.org/officeDocument/2006/relationships/slideLayout" Target="../slideLayouts/slideLayout407.xml"/><Relationship Id="rId18" Type="http://schemas.openxmlformats.org/officeDocument/2006/relationships/slideLayout" Target="../slideLayouts/slideLayout406.xml"/><Relationship Id="rId17" Type="http://schemas.openxmlformats.org/officeDocument/2006/relationships/slideLayout" Target="../slideLayouts/slideLayout405.xml"/><Relationship Id="rId16" Type="http://schemas.openxmlformats.org/officeDocument/2006/relationships/slideLayout" Target="../slideLayouts/slideLayout404.xml"/><Relationship Id="rId15" Type="http://schemas.openxmlformats.org/officeDocument/2006/relationships/slideLayout" Target="../slideLayouts/slideLayout403.xml"/><Relationship Id="rId14" Type="http://schemas.openxmlformats.org/officeDocument/2006/relationships/slideLayout" Target="../slideLayouts/slideLayout402.xml"/><Relationship Id="rId13" Type="http://schemas.openxmlformats.org/officeDocument/2006/relationships/slideLayout" Target="../slideLayouts/slideLayout401.xml"/><Relationship Id="rId12" Type="http://schemas.openxmlformats.org/officeDocument/2006/relationships/slideLayout" Target="../slideLayouts/slideLayout400.xml"/><Relationship Id="rId11" Type="http://schemas.openxmlformats.org/officeDocument/2006/relationships/slideLayout" Target="../slideLayouts/slideLayout399.xml"/><Relationship Id="rId10" Type="http://schemas.openxmlformats.org/officeDocument/2006/relationships/slideLayout" Target="../slideLayouts/slideLayout398.xml"/><Relationship Id="rId1" Type="http://schemas.openxmlformats.org/officeDocument/2006/relationships/slideLayout" Target="../slideLayouts/slideLayout3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my.feishu.cn/wiki/NpfXwh8DDiVZIbkF9jVcoyjfndq?from=from_copylin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32.xml"/><Relationship Id="rId1" Type="http://schemas.openxmlformats.org/officeDocument/2006/relationships/hyperlink" Target="https://github.com/panda-three/ai-dev-pipelin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五步全貌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AI产品设计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产品原型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系统设计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AI代码生成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⑤ 完善优化</a:t>
            </a:r>
            <a:endParaRPr lang="zh-CN" altLang="en-US" sz="2000" b="0"/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rgbClr val="C00000"/>
                </a:solidFill>
                <a:hlinkClick r:id="rId1" tooltip="" action="ppaction://hlinkfile"/>
              </a:rPr>
              <a:t>vibecoding </a:t>
            </a:r>
            <a:r>
              <a:rPr lang="zh-CN" altLang="en-US" sz="2800" b="1">
                <a:solidFill>
                  <a:srgbClr val="C00000"/>
                </a:solidFill>
                <a:hlinkClick r:id="rId1" tooltip="" action="ppaction://hlinkfile"/>
              </a:rPr>
              <a:t>文档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2660015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“先想清楚，再动手”</a:t>
            </a:r>
            <a:endParaRPr lang="zh-CN" altLang="en-US" sz="32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手做 vs 专业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手做：想到哪，做到哪——做一半发现不对，推翻重来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专业：先想清楚，再动手——设计定了，后面按图施工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差别在返工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你已经在用了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你昨天逼的"五行" = 第一步产品设计的缩小版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你前天复刻的骨架 = 第二步原型的缩小版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专业不是另一个世界，是同一套流程的放大版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第一步：AI产品设计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干什么：一句话想法 → 跟AI多轮对话 → 写成需求文档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解决什么：想清楚——给谁用、解决什么、分几个功能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昨天你逼五行，今天它逼整本文档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第二步：产品原型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干什么：HTML+CSS做出"点得动"的界面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解决什么：看得见——需求是文字，原型是形状，低成本试错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第三步+第四步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系统设计——技术选型/数据库/接口，先画地图别返工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AI代码生成——按计划分模块开发，一块一块来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解决"别返工"+"干得动"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第五步：完善优化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干什么：真跑一遍，坏就修；再用Skills优化界面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解决什么：一直能用——迭代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上线不是终点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五步各一句话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设计——想清楚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原型——点得动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系统设计——画地图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代码——AI干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优化——迭代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2310765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Skills = 一类任务，打包成文件夹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3067685"/>
            <a:ext cx="57607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0">
                <a:hlinkClick r:id="rId1" tooltip="" action="ppaction://hlinkfile"/>
              </a:rPr>
              <a:t>ai-dev-pipline</a:t>
            </a:r>
            <a:endParaRPr lang="en-US" altLang="zh-CN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三个词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不是产品——不是某个软件，是一种机制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是一类任务——不是一个任务，是一类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打包一个文件夹——AI要用，拿出来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你昨天打的包，就是迷你Skills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964684" y="2811145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“流程留下来就是资产”</a:t>
            </a:r>
            <a:endParaRPr lang="zh-CN" altLang="en-US" sz="32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</Words>
  <Application>WPS 演示</Application>
  <PresentationFormat>宽屏</PresentationFormat>
  <Paragraphs>114</Paragraphs>
  <Slides>12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</vt:i4>
      </vt:variant>
    </vt:vector>
  </HeadingPairs>
  <TitlesOfParts>
    <vt:vector size="78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阿里巴巴普惠体</vt:lpstr>
      <vt:lpstr>黑体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五步全貌</vt:lpstr>
      <vt:lpstr>记住</vt:lpstr>
      <vt:lpstr>手做 vs 专业</vt:lpstr>
      <vt:lpstr>你已经在用了</vt:lpstr>
      <vt:lpstr>第一步：AI产品设计</vt:lpstr>
      <vt:lpstr>第二步：产品原型</vt:lpstr>
      <vt:lpstr>第三步+第四步</vt:lpstr>
      <vt:lpstr>第五步：完善优化</vt:lpstr>
      <vt:lpstr>五步各一句话</vt:lpstr>
      <vt:lpstr>想一想</vt:lpstr>
      <vt:lpstr>三个词</vt:lpstr>
      <vt:lpstr>记住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857</cp:revision>
  <dcterms:created xsi:type="dcterms:W3CDTF">2026-10-04T13:49:02Z</dcterms:created>
  <dcterms:modified xsi:type="dcterms:W3CDTF">2026-10-04T13:49:02Z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