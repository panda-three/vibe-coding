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02"/>
  </p:handoutMasterIdLst>
  <p:sldIdLst>
    <p:sldId id="2025" r:id="rId45"/>
    <p:sldId id="2026" r:id="rId47"/>
    <p:sldId id="2027" r:id="rId48"/>
    <p:sldId id="2028" r:id="rId49"/>
    <p:sldId id="2029" r:id="rId50"/>
    <p:sldId id="2030" r:id="rId51"/>
    <p:sldId id="2031" r:id="rId52"/>
    <p:sldId id="2032" r:id="rId53"/>
    <p:sldId id="2033" r:id="rId54"/>
    <p:sldId id="2034" r:id="rId55"/>
    <p:sldId id="2035" r:id="rId56"/>
    <p:sldId id="2036" r:id="rId57"/>
    <p:sldId id="2037" r:id="rId58"/>
    <p:sldId id="2038" r:id="rId59"/>
    <p:sldId id="2039" r:id="rId60"/>
    <p:sldId id="2040" r:id="rId61"/>
    <p:sldId id="2041" r:id="rId62"/>
    <p:sldId id="2042" r:id="rId63"/>
    <p:sldId id="2043" r:id="rId64"/>
    <p:sldId id="2044" r:id="rId65"/>
    <p:sldId id="2045" r:id="rId66"/>
    <p:sldId id="2046" r:id="rId67"/>
    <p:sldId id="2047" r:id="rId68"/>
    <p:sldId id="2048" r:id="rId69"/>
    <p:sldId id="2049" r:id="rId70"/>
    <p:sldId id="2050" r:id="rId71"/>
    <p:sldId id="2051" r:id="rId72"/>
    <p:sldId id="2052" r:id="rId73"/>
    <p:sldId id="2053" r:id="rId74"/>
    <p:sldId id="2054" r:id="rId75"/>
    <p:sldId id="2055" r:id="rId76"/>
    <p:sldId id="2056" r:id="rId77"/>
    <p:sldId id="2057" r:id="rId78"/>
    <p:sldId id="2058" r:id="rId79"/>
    <p:sldId id="2059" r:id="rId80"/>
    <p:sldId id="2060" r:id="rId81"/>
    <p:sldId id="2061" r:id="rId82"/>
    <p:sldId id="2062" r:id="rId83"/>
    <p:sldId id="2063" r:id="rId84"/>
    <p:sldId id="2064" r:id="rId85"/>
    <p:sldId id="2065" r:id="rId86"/>
    <p:sldId id="2067" r:id="rId87"/>
    <p:sldId id="2068" r:id="rId88"/>
    <p:sldId id="2069" r:id="rId89"/>
    <p:sldId id="2070" r:id="rId90"/>
    <p:sldId id="2071" r:id="rId91"/>
    <p:sldId id="2072" r:id="rId92"/>
    <p:sldId id="2073" r:id="rId93"/>
    <p:sldId id="2074" r:id="rId94"/>
    <p:sldId id="2075" r:id="rId95"/>
    <p:sldId id="2076" r:id="rId96"/>
    <p:sldId id="2077" r:id="rId97"/>
    <p:sldId id="2078" r:id="rId98"/>
    <p:sldId id="2079" r:id="rId99"/>
    <p:sldId id="2080" r:id="rId100"/>
    <p:sldId id="2081" r:id="rId101"/>
  </p:sldIdLst>
  <p:sldSz cx="12192000" cy="6858000"/>
  <p:notesSz cx="6858000" cy="9144000"/>
  <p:custDataLst>
    <p:tags r:id="rId10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54.xml"/><Relationship Id="rId98" Type="http://schemas.openxmlformats.org/officeDocument/2006/relationships/slide" Target="slides/slide53.xml"/><Relationship Id="rId97" Type="http://schemas.openxmlformats.org/officeDocument/2006/relationships/slide" Target="slides/slide52.xml"/><Relationship Id="rId96" Type="http://schemas.openxmlformats.org/officeDocument/2006/relationships/slide" Target="slides/slide51.xml"/><Relationship Id="rId95" Type="http://schemas.openxmlformats.org/officeDocument/2006/relationships/slide" Target="slides/slide50.xml"/><Relationship Id="rId94" Type="http://schemas.openxmlformats.org/officeDocument/2006/relationships/slide" Target="slides/slide49.xml"/><Relationship Id="rId93" Type="http://schemas.openxmlformats.org/officeDocument/2006/relationships/slide" Target="slides/slide48.xml"/><Relationship Id="rId92" Type="http://schemas.openxmlformats.org/officeDocument/2006/relationships/slide" Target="slides/slide47.xml"/><Relationship Id="rId91" Type="http://schemas.openxmlformats.org/officeDocument/2006/relationships/slide" Target="slides/slide46.xml"/><Relationship Id="rId90" Type="http://schemas.openxmlformats.org/officeDocument/2006/relationships/slide" Target="slides/slide45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44.xml"/><Relationship Id="rId88" Type="http://schemas.openxmlformats.org/officeDocument/2006/relationships/slide" Target="slides/slide43.xml"/><Relationship Id="rId87" Type="http://schemas.openxmlformats.org/officeDocument/2006/relationships/slide" Target="slides/slide42.xml"/><Relationship Id="rId86" Type="http://schemas.openxmlformats.org/officeDocument/2006/relationships/slide" Target="slides/slide41.xml"/><Relationship Id="rId85" Type="http://schemas.openxmlformats.org/officeDocument/2006/relationships/slide" Target="slides/slide40.xml"/><Relationship Id="rId84" Type="http://schemas.openxmlformats.org/officeDocument/2006/relationships/slide" Target="slides/slide39.xml"/><Relationship Id="rId83" Type="http://schemas.openxmlformats.org/officeDocument/2006/relationships/slide" Target="slides/slide38.xml"/><Relationship Id="rId82" Type="http://schemas.openxmlformats.org/officeDocument/2006/relationships/slide" Target="slides/slide37.xml"/><Relationship Id="rId81" Type="http://schemas.openxmlformats.org/officeDocument/2006/relationships/slide" Target="slides/slide36.xml"/><Relationship Id="rId80" Type="http://schemas.openxmlformats.org/officeDocument/2006/relationships/slide" Target="slides/slide35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34.xml"/><Relationship Id="rId78" Type="http://schemas.openxmlformats.org/officeDocument/2006/relationships/slide" Target="slides/slide33.xml"/><Relationship Id="rId77" Type="http://schemas.openxmlformats.org/officeDocument/2006/relationships/slide" Target="slides/slide32.xml"/><Relationship Id="rId76" Type="http://schemas.openxmlformats.org/officeDocument/2006/relationships/slide" Target="slides/slide31.xml"/><Relationship Id="rId75" Type="http://schemas.openxmlformats.org/officeDocument/2006/relationships/slide" Target="slides/slide30.xml"/><Relationship Id="rId74" Type="http://schemas.openxmlformats.org/officeDocument/2006/relationships/slide" Target="slides/slide29.xml"/><Relationship Id="rId73" Type="http://schemas.openxmlformats.org/officeDocument/2006/relationships/slide" Target="slides/slide28.xml"/><Relationship Id="rId72" Type="http://schemas.openxmlformats.org/officeDocument/2006/relationships/slide" Target="slides/slide27.xml"/><Relationship Id="rId71" Type="http://schemas.openxmlformats.org/officeDocument/2006/relationships/slide" Target="slides/slide26.xml"/><Relationship Id="rId70" Type="http://schemas.openxmlformats.org/officeDocument/2006/relationships/slide" Target="slides/slide25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4.xml"/><Relationship Id="rId68" Type="http://schemas.openxmlformats.org/officeDocument/2006/relationships/slide" Target="slides/slide23.xml"/><Relationship Id="rId67" Type="http://schemas.openxmlformats.org/officeDocument/2006/relationships/slide" Target="slides/slide22.xml"/><Relationship Id="rId66" Type="http://schemas.openxmlformats.org/officeDocument/2006/relationships/slide" Target="slides/slide21.xml"/><Relationship Id="rId65" Type="http://schemas.openxmlformats.org/officeDocument/2006/relationships/slide" Target="slides/slide20.xml"/><Relationship Id="rId64" Type="http://schemas.openxmlformats.org/officeDocument/2006/relationships/slide" Target="slides/slide19.xml"/><Relationship Id="rId63" Type="http://schemas.openxmlformats.org/officeDocument/2006/relationships/slide" Target="slides/slide18.xml"/><Relationship Id="rId62" Type="http://schemas.openxmlformats.org/officeDocument/2006/relationships/slide" Target="slides/slide17.xml"/><Relationship Id="rId61" Type="http://schemas.openxmlformats.org/officeDocument/2006/relationships/slide" Target="slides/slide16.xml"/><Relationship Id="rId60" Type="http://schemas.openxmlformats.org/officeDocument/2006/relationships/slide" Target="slides/slide1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4.xml"/><Relationship Id="rId58" Type="http://schemas.openxmlformats.org/officeDocument/2006/relationships/slide" Target="slides/slide13.xml"/><Relationship Id="rId57" Type="http://schemas.openxmlformats.org/officeDocument/2006/relationships/slide" Target="slides/slide12.xml"/><Relationship Id="rId56" Type="http://schemas.openxmlformats.org/officeDocument/2006/relationships/slide" Target="slides/slide11.xml"/><Relationship Id="rId55" Type="http://schemas.openxmlformats.org/officeDocument/2006/relationships/slide" Target="slides/slide10.xml"/><Relationship Id="rId54" Type="http://schemas.openxmlformats.org/officeDocument/2006/relationships/slide" Target="slides/slide9.xml"/><Relationship Id="rId53" Type="http://schemas.openxmlformats.org/officeDocument/2006/relationships/slide" Target="slides/slide8.xml"/><Relationship Id="rId52" Type="http://schemas.openxmlformats.org/officeDocument/2006/relationships/slide" Target="slides/slide7.xml"/><Relationship Id="rId51" Type="http://schemas.openxmlformats.org/officeDocument/2006/relationships/slide" Target="slides/slide6.xml"/><Relationship Id="rId50" Type="http://schemas.openxmlformats.org/officeDocument/2006/relationships/slide" Target="slides/slide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.xml"/><Relationship Id="rId48" Type="http://schemas.openxmlformats.org/officeDocument/2006/relationships/slide" Target="slides/slide3.xml"/><Relationship Id="rId47" Type="http://schemas.openxmlformats.org/officeDocument/2006/relationships/slide" Target="slides/slide2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1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7" Type="http://schemas.openxmlformats.org/officeDocument/2006/relationships/tags" Target="tags/tag1.xml"/><Relationship Id="rId106" Type="http://schemas.openxmlformats.org/officeDocument/2006/relationships/commentAuthors" Target="commentAuthors.xml"/><Relationship Id="rId105" Type="http://schemas.openxmlformats.org/officeDocument/2006/relationships/tableStyles" Target="tableStyles.xml"/><Relationship Id="rId104" Type="http://schemas.openxmlformats.org/officeDocument/2006/relationships/viewProps" Target="viewProps.xml"/><Relationship Id="rId103" Type="http://schemas.openxmlformats.org/officeDocument/2006/relationships/presProps" Target="presProps.xml"/><Relationship Id="rId102" Type="http://schemas.openxmlformats.org/officeDocument/2006/relationships/handoutMaster" Target="handoutMasters/handoutMaster1.xml"/><Relationship Id="rId101" Type="http://schemas.openxmlformats.org/officeDocument/2006/relationships/slide" Target="slides/slide56.xml"/><Relationship Id="rId100" Type="http://schemas.openxmlformats.org/officeDocument/2006/relationships/slide" Target="slides/slide55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P05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P08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P09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P10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P15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P17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P18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P19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P20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P23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P25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P27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P30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P31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P33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P38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P40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P43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P44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P45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P49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P50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P51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P52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P53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P54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P55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P56 | 行动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P57 | 封底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3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0" Type="http://schemas.openxmlformats.org/officeDocument/2006/relationships/theme" Target="../theme/theme16.xml"/><Relationship Id="rId2" Type="http://schemas.openxmlformats.org/officeDocument/2006/relationships/slideLayout" Target="../slideLayouts/slideLayout3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0" Type="http://schemas.openxmlformats.org/officeDocument/2006/relationships/theme" Target="../theme/theme17.xml"/><Relationship Id="rId2" Type="http://schemas.openxmlformats.org/officeDocument/2006/relationships/slideLayout" Target="../slideLayouts/slideLayout5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0" Type="http://schemas.openxmlformats.org/officeDocument/2006/relationships/theme" Target="../theme/theme18.xml"/><Relationship Id="rId2" Type="http://schemas.openxmlformats.org/officeDocument/2006/relationships/slideLayout" Target="../slideLayouts/slideLayout7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9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9.xml"/><Relationship Id="rId20" Type="http://schemas.openxmlformats.org/officeDocument/2006/relationships/theme" Target="../theme/theme20.xml"/><Relationship Id="rId2" Type="http://schemas.openxmlformats.org/officeDocument/2006/relationships/slideLayout" Target="../slideLayouts/slideLayout10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07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7.xml"/><Relationship Id="rId20" Type="http://schemas.openxmlformats.org/officeDocument/2006/relationships/theme" Target="../theme/theme21.xml"/><Relationship Id="rId2" Type="http://schemas.openxmlformats.org/officeDocument/2006/relationships/slideLayout" Target="../slideLayouts/slideLayout12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5.xml"/><Relationship Id="rId20" Type="http://schemas.openxmlformats.org/officeDocument/2006/relationships/theme" Target="../theme/theme22.xml"/><Relationship Id="rId2" Type="http://schemas.openxmlformats.org/officeDocument/2006/relationships/slideLayout" Target="../slideLayouts/slideLayout14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60.xml"/><Relationship Id="rId17" Type="http://schemas.openxmlformats.org/officeDocument/2006/relationships/slideLayout" Target="../slideLayouts/slideLayout159.xml"/><Relationship Id="rId16" Type="http://schemas.openxmlformats.org/officeDocument/2006/relationships/slideLayout" Target="../slideLayouts/slideLayout158.xml"/><Relationship Id="rId15" Type="http://schemas.openxmlformats.org/officeDocument/2006/relationships/slideLayout" Target="../slideLayouts/slideLayout157.xml"/><Relationship Id="rId14" Type="http://schemas.openxmlformats.org/officeDocument/2006/relationships/slideLayout" Target="../slideLayouts/slideLayout156.xml"/><Relationship Id="rId13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43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0" Type="http://schemas.openxmlformats.org/officeDocument/2006/relationships/theme" Target="../theme/theme23.xml"/><Relationship Id="rId2" Type="http://schemas.openxmlformats.org/officeDocument/2006/relationships/slideLayout" Target="../slideLayouts/slideLayout16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78.xml"/><Relationship Id="rId17" Type="http://schemas.openxmlformats.org/officeDocument/2006/relationships/slideLayout" Target="../slideLayouts/slideLayout177.xml"/><Relationship Id="rId16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1.xml"/><Relationship Id="rId10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1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81.xml"/><Relationship Id="rId20" Type="http://schemas.openxmlformats.org/officeDocument/2006/relationships/theme" Target="../theme/theme24.xml"/><Relationship Id="rId2" Type="http://schemas.openxmlformats.org/officeDocument/2006/relationships/slideLayout" Target="../slideLayouts/slideLayout18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96.xml"/><Relationship Id="rId17" Type="http://schemas.openxmlformats.org/officeDocument/2006/relationships/slideLayout" Target="../slideLayouts/slideLayout195.xml"/><Relationship Id="rId16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193.xml"/><Relationship Id="rId14" Type="http://schemas.openxmlformats.org/officeDocument/2006/relationships/slideLayout" Target="../slideLayouts/slideLayout192.xml"/><Relationship Id="rId13" Type="http://schemas.openxmlformats.org/officeDocument/2006/relationships/slideLayout" Target="../slideLayouts/slideLayout191.xml"/><Relationship Id="rId12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89.xml"/><Relationship Id="rId10" Type="http://schemas.openxmlformats.org/officeDocument/2006/relationships/slideLayout" Target="../slideLayouts/slideLayout188.xml"/><Relationship Id="rId1" Type="http://schemas.openxmlformats.org/officeDocument/2006/relationships/slideLayout" Target="../slideLayouts/slideLayout179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5.xml"/><Relationship Id="rId8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2.xml"/><Relationship Id="rId5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99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9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14.xml"/><Relationship Id="rId17" Type="http://schemas.openxmlformats.org/officeDocument/2006/relationships/slideLayout" Target="../slideLayouts/slideLayout213.xml"/><Relationship Id="rId16" Type="http://schemas.openxmlformats.org/officeDocument/2006/relationships/slideLayout" Target="../slideLayouts/slideLayout212.xml"/><Relationship Id="rId15" Type="http://schemas.openxmlformats.org/officeDocument/2006/relationships/slideLayout" Target="../slideLayouts/slideLayout211.xml"/><Relationship Id="rId14" Type="http://schemas.openxmlformats.org/officeDocument/2006/relationships/slideLayout" Target="../slideLayouts/slideLayout210.xml"/><Relationship Id="rId13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197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3.xml"/><Relationship Id="rId8" Type="http://schemas.openxmlformats.org/officeDocument/2006/relationships/slideLayout" Target="../slideLayouts/slideLayout222.xml"/><Relationship Id="rId7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8.xml"/><Relationship Id="rId3" Type="http://schemas.openxmlformats.org/officeDocument/2006/relationships/slideLayout" Target="../slideLayouts/slideLayout217.xml"/><Relationship Id="rId20" Type="http://schemas.openxmlformats.org/officeDocument/2006/relationships/theme" Target="../theme/theme26.xml"/><Relationship Id="rId2" Type="http://schemas.openxmlformats.org/officeDocument/2006/relationships/slideLayout" Target="../slideLayouts/slideLayout21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32.xml"/><Relationship Id="rId17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30.xml"/><Relationship Id="rId15" Type="http://schemas.openxmlformats.org/officeDocument/2006/relationships/slideLayout" Target="../slideLayouts/slideLayout229.xml"/><Relationship Id="rId14" Type="http://schemas.openxmlformats.org/officeDocument/2006/relationships/slideLayout" Target="../slideLayouts/slideLayout228.xml"/><Relationship Id="rId13" Type="http://schemas.openxmlformats.org/officeDocument/2006/relationships/slideLayout" Target="../slideLayouts/slideLayout227.xml"/><Relationship Id="rId12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15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1.xml"/><Relationship Id="rId8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39.xml"/><Relationship Id="rId6" Type="http://schemas.openxmlformats.org/officeDocument/2006/relationships/slideLayout" Target="../slideLayouts/slideLayout238.xml"/><Relationship Id="rId5" Type="http://schemas.openxmlformats.org/officeDocument/2006/relationships/slideLayout" Target="../slideLayouts/slideLayout237.xml"/><Relationship Id="rId4" Type="http://schemas.openxmlformats.org/officeDocument/2006/relationships/slideLayout" Target="../slideLayouts/slideLayout236.xml"/><Relationship Id="rId3" Type="http://schemas.openxmlformats.org/officeDocument/2006/relationships/slideLayout" Target="../slideLayouts/slideLayout235.xml"/><Relationship Id="rId20" Type="http://schemas.openxmlformats.org/officeDocument/2006/relationships/theme" Target="../theme/theme27.xml"/><Relationship Id="rId2" Type="http://schemas.openxmlformats.org/officeDocument/2006/relationships/slideLayout" Target="../slideLayouts/slideLayout23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50.xml"/><Relationship Id="rId17" Type="http://schemas.openxmlformats.org/officeDocument/2006/relationships/slideLayout" Target="../slideLayouts/slideLayout249.xml"/><Relationship Id="rId16" Type="http://schemas.openxmlformats.org/officeDocument/2006/relationships/slideLayout" Target="../slideLayouts/slideLayout248.xml"/><Relationship Id="rId15" Type="http://schemas.openxmlformats.org/officeDocument/2006/relationships/slideLayout" Target="../slideLayouts/slideLayout247.xml"/><Relationship Id="rId14" Type="http://schemas.openxmlformats.org/officeDocument/2006/relationships/slideLayout" Target="../slideLayouts/slideLayout246.xml"/><Relationship Id="rId13" Type="http://schemas.openxmlformats.org/officeDocument/2006/relationships/slideLayout" Target="../slideLayouts/slideLayout245.xml"/><Relationship Id="rId12" Type="http://schemas.openxmlformats.org/officeDocument/2006/relationships/slideLayout" Target="../slideLayouts/slideLayout244.xml"/><Relationship Id="rId11" Type="http://schemas.openxmlformats.org/officeDocument/2006/relationships/slideLayout" Target="../slideLayouts/slideLayout243.xml"/><Relationship Id="rId10" Type="http://schemas.openxmlformats.org/officeDocument/2006/relationships/slideLayout" Target="../slideLayouts/slideLayout242.xml"/><Relationship Id="rId1" Type="http://schemas.openxmlformats.org/officeDocument/2006/relationships/slideLayout" Target="../slideLayouts/slideLayout233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1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0.xml"/><Relationship Id="rId8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254.xml"/><Relationship Id="rId22" Type="http://schemas.openxmlformats.org/officeDocument/2006/relationships/theme" Target="../theme/theme29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71.xml"/><Relationship Id="rId2" Type="http://schemas.openxmlformats.org/officeDocument/2006/relationships/slideLayout" Target="../slideLayouts/slideLayout253.xml"/><Relationship Id="rId19" Type="http://schemas.openxmlformats.org/officeDocument/2006/relationships/slideLayout" Target="../slideLayouts/slideLayout270.xml"/><Relationship Id="rId18" Type="http://schemas.openxmlformats.org/officeDocument/2006/relationships/slideLayout" Target="../slideLayouts/slideLayout269.xml"/><Relationship Id="rId17" Type="http://schemas.openxmlformats.org/officeDocument/2006/relationships/slideLayout" Target="../slideLayouts/slideLayout268.xml"/><Relationship Id="rId16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66.xml"/><Relationship Id="rId14" Type="http://schemas.openxmlformats.org/officeDocument/2006/relationships/slideLayout" Target="../slideLayouts/slideLayout265.xml"/><Relationship Id="rId13" Type="http://schemas.openxmlformats.org/officeDocument/2006/relationships/slideLayout" Target="../slideLayouts/slideLayout264.xml"/><Relationship Id="rId12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1.xml"/><Relationship Id="rId1" Type="http://schemas.openxmlformats.org/officeDocument/2006/relationships/slideLayout" Target="../slideLayouts/slideLayout252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0.xml"/><Relationship Id="rId8" Type="http://schemas.openxmlformats.org/officeDocument/2006/relationships/slideLayout" Target="../slideLayouts/slideLayout279.xml"/><Relationship Id="rId7" Type="http://schemas.openxmlformats.org/officeDocument/2006/relationships/slideLayout" Target="../slideLayouts/slideLayout278.xml"/><Relationship Id="rId6" Type="http://schemas.openxmlformats.org/officeDocument/2006/relationships/slideLayout" Target="../slideLayouts/slideLayout277.xml"/><Relationship Id="rId5" Type="http://schemas.openxmlformats.org/officeDocument/2006/relationships/slideLayout" Target="../slideLayouts/slideLayout276.xml"/><Relationship Id="rId4" Type="http://schemas.openxmlformats.org/officeDocument/2006/relationships/slideLayout" Target="../slideLayouts/slideLayout275.xml"/><Relationship Id="rId3" Type="http://schemas.openxmlformats.org/officeDocument/2006/relationships/slideLayout" Target="../slideLayouts/slideLayout274.xml"/><Relationship Id="rId22" Type="http://schemas.openxmlformats.org/officeDocument/2006/relationships/theme" Target="../theme/theme30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91.xml"/><Relationship Id="rId2" Type="http://schemas.openxmlformats.org/officeDocument/2006/relationships/slideLayout" Target="../slideLayouts/slideLayout273.xml"/><Relationship Id="rId19" Type="http://schemas.openxmlformats.org/officeDocument/2006/relationships/slideLayout" Target="../slideLayouts/slideLayout290.xml"/><Relationship Id="rId18" Type="http://schemas.openxmlformats.org/officeDocument/2006/relationships/slideLayout" Target="../slideLayouts/slideLayout289.xml"/><Relationship Id="rId17" Type="http://schemas.openxmlformats.org/officeDocument/2006/relationships/slideLayout" Target="../slideLayouts/slideLayout288.xml"/><Relationship Id="rId16" Type="http://schemas.openxmlformats.org/officeDocument/2006/relationships/slideLayout" Target="../slideLayouts/slideLayout287.xml"/><Relationship Id="rId15" Type="http://schemas.openxmlformats.org/officeDocument/2006/relationships/slideLayout" Target="../slideLayouts/slideLayout286.xml"/><Relationship Id="rId14" Type="http://schemas.openxmlformats.org/officeDocument/2006/relationships/slideLayout" Target="../slideLayouts/slideLayout285.xml"/><Relationship Id="rId13" Type="http://schemas.openxmlformats.org/officeDocument/2006/relationships/slideLayout" Target="../slideLayouts/slideLayout284.xml"/><Relationship Id="rId12" Type="http://schemas.openxmlformats.org/officeDocument/2006/relationships/slideLayout" Target="../slideLayouts/slideLayout283.xml"/><Relationship Id="rId11" Type="http://schemas.openxmlformats.org/officeDocument/2006/relationships/slideLayout" Target="../slideLayouts/slideLayout282.xml"/><Relationship Id="rId10" Type="http://schemas.openxmlformats.org/officeDocument/2006/relationships/slideLayout" Target="../slideLayouts/slideLayout281.xml"/><Relationship Id="rId1" Type="http://schemas.openxmlformats.org/officeDocument/2006/relationships/slideLayout" Target="../slideLayouts/slideLayout272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0.xml"/><Relationship Id="rId8" Type="http://schemas.openxmlformats.org/officeDocument/2006/relationships/slideLayout" Target="../slideLayouts/slideLayout299.xml"/><Relationship Id="rId7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5.xml"/><Relationship Id="rId3" Type="http://schemas.openxmlformats.org/officeDocument/2006/relationships/slideLayout" Target="../slideLayouts/slideLayout294.xml"/><Relationship Id="rId22" Type="http://schemas.openxmlformats.org/officeDocument/2006/relationships/theme" Target="../theme/theme31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293.xml"/><Relationship Id="rId19" Type="http://schemas.openxmlformats.org/officeDocument/2006/relationships/slideLayout" Target="../slideLayouts/slideLayout310.xml"/><Relationship Id="rId18" Type="http://schemas.openxmlformats.org/officeDocument/2006/relationships/slideLayout" Target="../slideLayouts/slideLayout309.xml"/><Relationship Id="rId17" Type="http://schemas.openxmlformats.org/officeDocument/2006/relationships/slideLayout" Target="../slideLayouts/slideLayout308.xml"/><Relationship Id="rId16" Type="http://schemas.openxmlformats.org/officeDocument/2006/relationships/slideLayout" Target="../slideLayouts/slideLayout307.xml"/><Relationship Id="rId15" Type="http://schemas.openxmlformats.org/officeDocument/2006/relationships/slideLayout" Target="../slideLayouts/slideLayout306.xml"/><Relationship Id="rId14" Type="http://schemas.openxmlformats.org/officeDocument/2006/relationships/slideLayout" Target="../slideLayouts/slideLayout305.xml"/><Relationship Id="rId13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1.xml"/><Relationship Id="rId1" Type="http://schemas.openxmlformats.org/officeDocument/2006/relationships/slideLayout" Target="../slideLayouts/slideLayout292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0.xml"/><Relationship Id="rId8" Type="http://schemas.openxmlformats.org/officeDocument/2006/relationships/slideLayout" Target="../slideLayouts/slideLayout319.xml"/><Relationship Id="rId7" Type="http://schemas.openxmlformats.org/officeDocument/2006/relationships/slideLayout" Target="../slideLayouts/slideLayout318.xml"/><Relationship Id="rId6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6.xml"/><Relationship Id="rId4" Type="http://schemas.openxmlformats.org/officeDocument/2006/relationships/slideLayout" Target="../slideLayouts/slideLayout315.xml"/><Relationship Id="rId3" Type="http://schemas.openxmlformats.org/officeDocument/2006/relationships/slideLayout" Target="../slideLayouts/slideLayout314.xml"/><Relationship Id="rId2" Type="http://schemas.openxmlformats.org/officeDocument/2006/relationships/slideLayout" Target="../slideLayouts/slideLayout313.xml"/><Relationship Id="rId13" Type="http://schemas.openxmlformats.org/officeDocument/2006/relationships/theme" Target="../theme/theme32.xml"/><Relationship Id="rId12" Type="http://schemas.openxmlformats.org/officeDocument/2006/relationships/slideLayout" Target="../slideLayouts/slideLayout323.xml"/><Relationship Id="rId11" Type="http://schemas.openxmlformats.org/officeDocument/2006/relationships/slideLayout" Target="../slideLayouts/slideLayout322.xml"/><Relationship Id="rId10" Type="http://schemas.openxmlformats.org/officeDocument/2006/relationships/slideLayout" Target="../slideLayouts/slideLayout321.xml"/><Relationship Id="rId1" Type="http://schemas.openxmlformats.org/officeDocument/2006/relationships/slideLayout" Target="../slideLayouts/slideLayout312.xml"/></Relationships>
</file>

<file path=ppt/slideMasters/_rels/slideMaster3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3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4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3.xml"/><Relationship Id="rId8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8.xml"/><Relationship Id="rId3" Type="http://schemas.openxmlformats.org/officeDocument/2006/relationships/slideLayout" Target="../slideLayouts/slideLayout327.xml"/><Relationship Id="rId22" Type="http://schemas.openxmlformats.org/officeDocument/2006/relationships/theme" Target="../theme/theme34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26.xml"/><Relationship Id="rId19" Type="http://schemas.openxmlformats.org/officeDocument/2006/relationships/slideLayout" Target="../slideLayouts/slideLayout343.xml"/><Relationship Id="rId18" Type="http://schemas.openxmlformats.org/officeDocument/2006/relationships/slideLayout" Target="../slideLayouts/slideLayout342.xml"/><Relationship Id="rId17" Type="http://schemas.openxmlformats.org/officeDocument/2006/relationships/slideLayout" Target="../slideLayouts/slideLayout341.xml"/><Relationship Id="rId16" Type="http://schemas.openxmlformats.org/officeDocument/2006/relationships/slideLayout" Target="../slideLayouts/slideLayout340.xml"/><Relationship Id="rId15" Type="http://schemas.openxmlformats.org/officeDocument/2006/relationships/slideLayout" Target="../slideLayouts/slideLayout339.xml"/><Relationship Id="rId14" Type="http://schemas.openxmlformats.org/officeDocument/2006/relationships/slideLayout" Target="../slideLayouts/slideLayout338.xml"/><Relationship Id="rId13" Type="http://schemas.openxmlformats.org/officeDocument/2006/relationships/slideLayout" Target="../slideLayouts/slideLayout337.xml"/><Relationship Id="rId12" Type="http://schemas.openxmlformats.org/officeDocument/2006/relationships/slideLayout" Target="../slideLayouts/slideLayout336.xml"/><Relationship Id="rId11" Type="http://schemas.openxmlformats.org/officeDocument/2006/relationships/slideLayout" Target="../slideLayouts/slideLayout335.xml"/><Relationship Id="rId10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2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45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46.xml"/></Relationships>
</file>

<file path=ppt/slideMasters/_rels/slideMaster37.xml.rels><?xml version="1.0" encoding="UTF-8" standalone="yes"?>
<Relationships xmlns="http://schemas.openxmlformats.org/package/2006/relationships"><Relationship Id="rId4" Type="http://schemas.openxmlformats.org/officeDocument/2006/relationships/theme" Target="../theme/theme3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7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6.xml"/><Relationship Id="rId8" Type="http://schemas.openxmlformats.org/officeDocument/2006/relationships/slideLayout" Target="../slideLayouts/slideLayout355.xml"/><Relationship Id="rId7" Type="http://schemas.openxmlformats.org/officeDocument/2006/relationships/slideLayout" Target="../slideLayouts/slideLayout354.xml"/><Relationship Id="rId6" Type="http://schemas.openxmlformats.org/officeDocument/2006/relationships/slideLayout" Target="../slideLayouts/slideLayout353.xml"/><Relationship Id="rId5" Type="http://schemas.openxmlformats.org/officeDocument/2006/relationships/slideLayout" Target="../slideLayouts/slideLayout352.xml"/><Relationship Id="rId4" Type="http://schemas.openxmlformats.org/officeDocument/2006/relationships/slideLayout" Target="../slideLayouts/slideLayout351.xml"/><Relationship Id="rId3" Type="http://schemas.openxmlformats.org/officeDocument/2006/relationships/slideLayout" Target="../slideLayouts/slideLayout350.xml"/><Relationship Id="rId20" Type="http://schemas.openxmlformats.org/officeDocument/2006/relationships/theme" Target="../theme/theme38.xml"/><Relationship Id="rId2" Type="http://schemas.openxmlformats.org/officeDocument/2006/relationships/slideLayout" Target="../slideLayouts/slideLayout349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65.xml"/><Relationship Id="rId17" Type="http://schemas.openxmlformats.org/officeDocument/2006/relationships/slideLayout" Target="../slideLayouts/slideLayout364.xml"/><Relationship Id="rId16" Type="http://schemas.openxmlformats.org/officeDocument/2006/relationships/slideLayout" Target="../slideLayouts/slideLayout363.xml"/><Relationship Id="rId15" Type="http://schemas.openxmlformats.org/officeDocument/2006/relationships/slideLayout" Target="../slideLayouts/slideLayout362.xml"/><Relationship Id="rId14" Type="http://schemas.openxmlformats.org/officeDocument/2006/relationships/slideLayout" Target="../slideLayouts/slideLayout361.xml"/><Relationship Id="rId13" Type="http://schemas.openxmlformats.org/officeDocument/2006/relationships/slideLayout" Target="../slideLayouts/slideLayout360.xml"/><Relationship Id="rId12" Type="http://schemas.openxmlformats.org/officeDocument/2006/relationships/slideLayout" Target="../slideLayouts/slideLayout359.xml"/><Relationship Id="rId11" Type="http://schemas.openxmlformats.org/officeDocument/2006/relationships/slideLayout" Target="../slideLayouts/slideLayout358.xml"/><Relationship Id="rId10" Type="http://schemas.openxmlformats.org/officeDocument/2006/relationships/slideLayout" Target="../slideLayouts/slideLayout357.xml"/><Relationship Id="rId1" Type="http://schemas.openxmlformats.org/officeDocument/2006/relationships/slideLayout" Target="../slideLayouts/slideLayout348.xml"/></Relationships>
</file>

<file path=ppt/slideMasters/_rels/slideMaster39.xml.rels><?xml version="1.0" encoding="UTF-8" standalone="yes"?>
<Relationships xmlns="http://schemas.openxmlformats.org/package/2006/relationships"><Relationship Id="rId4" Type="http://schemas.openxmlformats.org/officeDocument/2006/relationships/theme" Target="../theme/theme3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66.xml"/></Relationships>
</file>

<file path=ppt/slideMasters/_rels/slideMaster40.xml.rels><?xml version="1.0" encoding="UTF-8" standalone="yes"?>
<Relationships xmlns="http://schemas.openxmlformats.org/package/2006/relationships"><Relationship Id="rId4" Type="http://schemas.openxmlformats.org/officeDocument/2006/relationships/theme" Target="../theme/theme40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7.xml"/></Relationships>
</file>

<file path=ppt/slideMasters/_rels/slideMaster41.xml.rels><?xml version="1.0" encoding="UTF-8" standalone="yes"?>
<Relationships xmlns="http://schemas.openxmlformats.org/package/2006/relationships"><Relationship Id="rId4" Type="http://schemas.openxmlformats.org/officeDocument/2006/relationships/theme" Target="../theme/theme41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8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7.xml"/><Relationship Id="rId8" Type="http://schemas.openxmlformats.org/officeDocument/2006/relationships/slideLayout" Target="../slideLayouts/slideLayout376.xml"/><Relationship Id="rId7" Type="http://schemas.openxmlformats.org/officeDocument/2006/relationships/slideLayout" Target="../slideLayouts/slideLayout375.xml"/><Relationship Id="rId6" Type="http://schemas.openxmlformats.org/officeDocument/2006/relationships/slideLayout" Target="../slideLayouts/slideLayout374.xml"/><Relationship Id="rId5" Type="http://schemas.openxmlformats.org/officeDocument/2006/relationships/slideLayout" Target="../slideLayouts/slideLayout373.xml"/><Relationship Id="rId4" Type="http://schemas.openxmlformats.org/officeDocument/2006/relationships/slideLayout" Target="../slideLayouts/slideLayout372.xml"/><Relationship Id="rId3" Type="http://schemas.openxmlformats.org/officeDocument/2006/relationships/slideLayout" Target="../slideLayouts/slideLayout371.xml"/><Relationship Id="rId22" Type="http://schemas.openxmlformats.org/officeDocument/2006/relationships/theme" Target="../theme/theme42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88.xml"/><Relationship Id="rId2" Type="http://schemas.openxmlformats.org/officeDocument/2006/relationships/slideLayout" Target="../slideLayouts/slideLayout370.xml"/><Relationship Id="rId19" Type="http://schemas.openxmlformats.org/officeDocument/2006/relationships/slideLayout" Target="../slideLayouts/slideLayout387.xml"/><Relationship Id="rId18" Type="http://schemas.openxmlformats.org/officeDocument/2006/relationships/slideLayout" Target="../slideLayouts/slideLayout386.xml"/><Relationship Id="rId17" Type="http://schemas.openxmlformats.org/officeDocument/2006/relationships/slideLayout" Target="../slideLayouts/slideLayout385.xml"/><Relationship Id="rId16" Type="http://schemas.openxmlformats.org/officeDocument/2006/relationships/slideLayout" Target="../slideLayouts/slideLayout384.xml"/><Relationship Id="rId15" Type="http://schemas.openxmlformats.org/officeDocument/2006/relationships/slideLayout" Target="../slideLayouts/slideLayout383.xml"/><Relationship Id="rId14" Type="http://schemas.openxmlformats.org/officeDocument/2006/relationships/slideLayout" Target="../slideLayouts/slideLayout382.xml"/><Relationship Id="rId13" Type="http://schemas.openxmlformats.org/officeDocument/2006/relationships/slideLayout" Target="../slideLayouts/slideLayout381.xml"/><Relationship Id="rId12" Type="http://schemas.openxmlformats.org/officeDocument/2006/relationships/slideLayout" Target="../slideLayouts/slideLayout380.xml"/><Relationship Id="rId11" Type="http://schemas.openxmlformats.org/officeDocument/2006/relationships/slideLayout" Target="../slideLayouts/slideLayout379.xml"/><Relationship Id="rId10" Type="http://schemas.openxmlformats.org/officeDocument/2006/relationships/slideLayout" Target="../slideLayouts/slideLayout378.xml"/><Relationship Id="rId1" Type="http://schemas.openxmlformats.org/officeDocument/2006/relationships/slideLayout" Target="../slideLayouts/slideLayout369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7.xml"/><Relationship Id="rId8" Type="http://schemas.openxmlformats.org/officeDocument/2006/relationships/slideLayout" Target="../slideLayouts/slideLayout396.xml"/><Relationship Id="rId7" Type="http://schemas.openxmlformats.org/officeDocument/2006/relationships/slideLayout" Target="../slideLayouts/slideLayout395.xml"/><Relationship Id="rId6" Type="http://schemas.openxmlformats.org/officeDocument/2006/relationships/slideLayout" Target="../slideLayouts/slideLayout394.xml"/><Relationship Id="rId5" Type="http://schemas.openxmlformats.org/officeDocument/2006/relationships/slideLayout" Target="../slideLayouts/slideLayout393.xml"/><Relationship Id="rId4" Type="http://schemas.openxmlformats.org/officeDocument/2006/relationships/slideLayout" Target="../slideLayouts/slideLayout392.xml"/><Relationship Id="rId3" Type="http://schemas.openxmlformats.org/officeDocument/2006/relationships/slideLayout" Target="../slideLayouts/slideLayout391.xml"/><Relationship Id="rId22" Type="http://schemas.openxmlformats.org/officeDocument/2006/relationships/theme" Target="../theme/theme43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408.xml"/><Relationship Id="rId2" Type="http://schemas.openxmlformats.org/officeDocument/2006/relationships/slideLayout" Target="../slideLayouts/slideLayout390.xml"/><Relationship Id="rId19" Type="http://schemas.openxmlformats.org/officeDocument/2006/relationships/slideLayout" Target="../slideLayouts/slideLayout407.xml"/><Relationship Id="rId18" Type="http://schemas.openxmlformats.org/officeDocument/2006/relationships/slideLayout" Target="../slideLayouts/slideLayout406.xml"/><Relationship Id="rId17" Type="http://schemas.openxmlformats.org/officeDocument/2006/relationships/slideLayout" Target="../slideLayouts/slideLayout405.xml"/><Relationship Id="rId16" Type="http://schemas.openxmlformats.org/officeDocument/2006/relationships/slideLayout" Target="../slideLayouts/slideLayout404.xml"/><Relationship Id="rId15" Type="http://schemas.openxmlformats.org/officeDocument/2006/relationships/slideLayout" Target="../slideLayouts/slideLayout403.xml"/><Relationship Id="rId14" Type="http://schemas.openxmlformats.org/officeDocument/2006/relationships/slideLayout" Target="../slideLayouts/slideLayout402.xml"/><Relationship Id="rId13" Type="http://schemas.openxmlformats.org/officeDocument/2006/relationships/slideLayout" Target="../slideLayouts/slideLayout401.xml"/><Relationship Id="rId12" Type="http://schemas.openxmlformats.org/officeDocument/2006/relationships/slideLayout" Target="../slideLayouts/slideLayout400.xml"/><Relationship Id="rId11" Type="http://schemas.openxmlformats.org/officeDocument/2006/relationships/slideLayout" Target="../slideLayouts/slideLayout399.xml"/><Relationship Id="rId10" Type="http://schemas.openxmlformats.org/officeDocument/2006/relationships/slideLayout" Target="../slideLayouts/slideLayout398.xml"/><Relationship Id="rId1" Type="http://schemas.openxmlformats.org/officeDocument/2006/relationships/slideLayout" Target="../slideLayouts/slideLayout3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3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3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3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3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3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3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3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3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3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2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3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3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3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3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2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3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3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3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3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3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3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3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2400" b="1"/>
              <a:t>D2·上午场｜真事从一句话开始</a:t>
            </a:r>
            <a:br>
              <a:rPr lang="zh-CN" altLang="en-US" sz="2400" b="1"/>
            </a:br>
            <a:r>
              <a:rPr lang="zh-CN" altLang="en-US" sz="2400" b="1"/>
              <a:t>0:00–1:30｜从朋友一句话到400+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今天上午，我给你们讲一个真事。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7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/>
              <a:t>你不是缺技术，也不是缺运气——今天上午，我把一个"400+"的真事，拆成一条你会走的路。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一分钱没花，做到400多个付费用户、200多个年会员。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从"一句话"到"400个付费用户"，中间要几步？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①答案：就那几步，一步都不多。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“先验证，再投入。”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想一个画面：别人聊起"谁靠AI做成了事"，你只能点头。</a:t>
            </a:r>
            <a:endParaRPr lang="zh-CN" altLang="en-US" sz="24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①上午结束，你会说——这条路，我也会走。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故事从哪开始？——从朋友一句话。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①不是从钱，不是从技术。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“只许记住这一句：先验证，再投入。”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故事开始：朋友一句"设计师出图太贵了"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10</a:t>
            </a:r>
            <a:endParaRPr lang="zh-CN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就这一句没头没尾的抱怨——上午结束，你会知道，它值400多个付费用户。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我那朋友是设计师，天天出图。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①AI出图，一张几毛钱，一天几百张，一个月下来，成本不小。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②我当时什么反应？——"哦，贵就贵呗。"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③我没当回事。可那句话，它没走。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那句话没走——里面藏着三样东西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①第一，有人：设计师，一群人，不是一个人。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②第二，有痛：出图太贵，天天在掏钱。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③第三，高频：天天出图，天天痛——不是一年痛一次。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有人、有痛、高频。三样凑齐——这就是"真需求"。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60秒：写下你听过的一句抱怨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①想想：工作里、生活里，听过"太贵了""太慢了""太烦了"吗？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②写下来，一句就行。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写之前想一下：哪句抱怨你听得最多？——那句话，可能就是你的起点。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你刚才写下的，可能就是你未来的"400个付费用户"的起点。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“不是会写代码的人发现需求，是听见抱怨的人发现需求。”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一句话是毛坯，得把它逼成能干活的东西。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①"太贵了"——贵多少？给谁省？省了干嘛？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“只许记住这一句：先验证，再投入。”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一句话是起点，五行才是图纸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21</a:t>
            </a:r>
            <a:endParaRPr lang="zh-CN" altLang="en-US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一句抱怨是毛坯，五行才是图纸——你手机里，马上会有一张你自己的图纸。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五行模板：就这五行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①第一行，给谁用（设计师）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②第二行，解决什么（出图太贵）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113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③第三行，现在怎么做的（自己找图、外包、硬扛）④第四行，贵在哪（一张几毛，一天几百张，一个月上千块）⑤第五行，他愿不愿意换（省一半成本，换不换？换。）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注意：前四行是"事实"，第五行是"判断"。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①事实拷问清楚了，判断才有底气。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演示：把一句话现场拷问一遍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①"帮我把'设计师出图太贵了'这句话，拷问成五行需求模板：给谁用/解决什么/现在怎么做的/贵在哪/愿不愿意换。"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关键在这：它填的，都是那三件事——有人、有痛、高频。</a:t>
            </a:r>
            <a:endParaRPr lang="zh-CN" altLang="en-US" sz="24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①先拷问，后动手——顺序不能反。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90秒：把你刚才写的那句抱怨，逼成五行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①基础版：照模板，一行一行填。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②进阶版：填完发豆包，让它帮你补第五行"愿不愿意换"。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③挑战版：拷问完，再问它一句——"这个需求，值得做吗？"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你没画一张图，你已经把一个需求"想清楚了"。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"我也能"的样子，就是这样——一句话，被你问成一张图纸。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“你手机里，有一条"五行需求"。”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①锚点·第48分钟。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图纸有了。接下来呢？——先搭一个最丑的、能用的。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①下一块：初版。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“只许记住这一句：先验证，再投入。”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初版＝能跑就赢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33</a:t>
            </a:r>
            <a:endParaRPr lang="zh-CN" altLang="en-US"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你不是缺本事，是缺"先跑起来"的胆子——这个胆子值多少钱，上午你就能看见。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我当时那个初版，丑。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①没有设计，没有品牌，就是一个能出图的东西。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②但我没等。我干了三件事。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初版三件事：让它能跑、让它能用、先给人用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①第一，能跑：AI出图，点一下，出来。就这。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②第二，能用：丑没关系，功能是真的——真能出图。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③第三，先给人用：我没自己藏着，直接给朋友：你先用。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“初版的敌人不是丑，是"没跑起来"。”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演示：这就是初版的底子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  <a:endParaRPr lang="zh-CN" altLang="en-US" sz="16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345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①能出图——点一张，出来了。丑，但能用。</a:t>
            </a:r>
            <a:endParaRPr lang="zh-CN" altLang="en-US" sz="1600" b="0"/>
          </a:p>
        </p:txBody>
      </p:sp>
      <p:pic>
        <p:nvPicPr>
          <p:cNvPr id="1007" name="Picture 1006" descr="ppt素材_03_贪吃蛇基础版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2261632"/>
            <a:ext cx="5303520" cy="298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关键在这：它没有等"好看"才上线。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①它先证明了一件最重要的事——有没有人要。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②有人要，再往上垒；没人要，省下后面的所有功夫。这就是"先验证"。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如果你做了一个"丑但能用"的东西，你敢不敢先拿给别人用？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①敢的，点头；不敢的，也点头——诚实一点。</a:t>
            </a:r>
            <a:endParaRPr lang="zh-CN" altLang="en-US" sz="2600" b="0"/>
          </a:p>
        </p:txBody>
      </p:sp>
      <p:sp>
        <p:nvSpPr>
          <p:cNvPr id="24" name="TextBox 23"/>
          <p:cNvSpPr txBox="1"/>
          <p:nvPr/>
        </p:nvSpPr>
        <p:spPr>
          <a:xfrm>
            <a:off x="5129784" y="350774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②敢的人，先到。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这一问不是问胆子，是问一个选择——你要做"等完美的人"，还是"先到的人"？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“你手机里那个"丑东西"，就是你的初版。”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①它已经跑起来了。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9784" y="3253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②锚点·第1:12分钟。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“初版不丢人，没跑起来才丢人。”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两周后，客户说了一句话——差点把我打回原形。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“只许记住这一句：先跑起来，再改。”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上午最后：三问。答不出的，同桌帮一把。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47</a:t>
            </a:r>
            <a:endParaRPr lang="zh-CN" altLang="en-US" sz="1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这三问答完，你会知道——今天上午你不是学了新东西，是发现自己本来就会。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第一问：真需求的三特征是什么？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①答案：有人、有痛、高频。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第二问：五行模板，是哪五行？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①答案：给谁用、解决什么、现在怎么做的、贵在哪、愿不愿意换。</a:t>
            </a:r>
            <a:endParaRPr lang="zh-CN" altLang="en-US" sz="2600" b="0"/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②记不住？记住一句话：把它问清楚。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第三问：为什么敢"零成本起步"？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①答案：没等"准备好"才动手——先搭个能跑的，先验证有没有人要。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871728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今天上午，就三件事：听见一句话→逼成五行→搭个能跑的初版。</a:t>
            </a:r>
            <a:endParaRPr lang="zh-CN" altLang="en-US" sz="24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1178909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77707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①你看，难吗？——不难。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这三件事，没有一件需要"会写代码"。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①你干的活，是听、是问、是判断。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听、问、判断——这些你天天都在干。400+的第一步，就是这么来的。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悬念：客户用了两周，说：不够高大上。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行动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“休息。”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2400" b="1"/>
              <a:t>只许记住这一句：先验证，再投入。</a:t>
            </a:r>
            <a:endParaRPr lang="zh-CN" altLang="en-US" sz="24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N2QzODcyNGFhZmEzNjVhZTY5ZjNiMTM1MDZiMzE4OW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2218</Words>
  <Application>WPS 演示</Application>
  <PresentationFormat>宽屏</PresentationFormat>
  <Paragraphs>302</Paragraphs>
  <Slides>56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56</vt:i4>
      </vt:variant>
    </vt:vector>
  </HeadingPairs>
  <TitlesOfParts>
    <vt:vector size="124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D2·上午场｜真事从一句话开始 0:00–1:30｜从朋友一句话到400+</vt:lpstr>
      <vt:lpstr>想一想</vt:lpstr>
      <vt:lpstr>想一想</vt:lpstr>
      <vt:lpstr>想一想</vt:lpstr>
      <vt:lpstr>想一想</vt:lpstr>
      <vt:lpstr>记住</vt:lpstr>
      <vt:lpstr>想一个画面：别人聊起"谁靠AI做成了事"，你只能点头。</vt:lpstr>
      <vt:lpstr>悬念</vt:lpstr>
      <vt:lpstr>记住</vt:lpstr>
      <vt:lpstr>故事开始：朋友一句"设计师出图太贵了"</vt:lpstr>
      <vt:lpstr>想一想</vt:lpstr>
      <vt:lpstr>我那朋友是设计师，天天出图。</vt:lpstr>
      <vt:lpstr>那句话没走——里面藏着三样东西</vt:lpstr>
      <vt:lpstr>想一想</vt:lpstr>
      <vt:lpstr>60秒：写下你听过的一句抱怨</vt:lpstr>
      <vt:lpstr>想一想</vt:lpstr>
      <vt:lpstr>想一想</vt:lpstr>
      <vt:lpstr>记住</vt:lpstr>
      <vt:lpstr>悬念</vt:lpstr>
      <vt:lpstr>记住</vt:lpstr>
      <vt:lpstr>一句话是起点，五行才是图纸</vt:lpstr>
      <vt:lpstr>想一想</vt:lpstr>
      <vt:lpstr>五行模板：就这五行</vt:lpstr>
      <vt:lpstr>注意：前四行是"事实"，第五行是"判断"。</vt:lpstr>
      <vt:lpstr>演示：把一句话现场拷问一遍</vt:lpstr>
      <vt:lpstr>关键在这：它填的，都是那三件事——有人、有痛、高频。</vt:lpstr>
      <vt:lpstr>90秒：把你刚才写的那句抱怨，逼成五行</vt:lpstr>
      <vt:lpstr>想一想</vt:lpstr>
      <vt:lpstr>想一想</vt:lpstr>
      <vt:lpstr>锚点</vt:lpstr>
      <vt:lpstr>悬念</vt:lpstr>
      <vt:lpstr>记住</vt:lpstr>
      <vt:lpstr>初版＝能跑就赢</vt:lpstr>
      <vt:lpstr>想一想</vt:lpstr>
      <vt:lpstr>我当时那个初版，丑。</vt:lpstr>
      <vt:lpstr>初版三件事：让它能跑、让它能用、先给人用</vt:lpstr>
      <vt:lpstr>记住</vt:lpstr>
      <vt:lpstr>演示：这就是初版的底子</vt:lpstr>
      <vt:lpstr>关键在这：它没有等"好看"才上线。</vt:lpstr>
      <vt:lpstr>想一想</vt:lpstr>
      <vt:lpstr>想一想</vt:lpstr>
      <vt:lpstr>锚点</vt:lpstr>
      <vt:lpstr>记住</vt:lpstr>
      <vt:lpstr>想一想</vt:lpstr>
      <vt:lpstr>记住</vt:lpstr>
      <vt:lpstr>上午最后：三问。答不出的，同桌帮一把。</vt:lpstr>
      <vt:lpstr>想一想</vt:lpstr>
      <vt:lpstr>想一想</vt:lpstr>
      <vt:lpstr>想一想</vt:lpstr>
      <vt:lpstr>想一想</vt:lpstr>
      <vt:lpstr>今天上午，就三件事：听见一句话→逼成五行→搭个能跑的初版。</vt:lpstr>
      <vt:lpstr>想一想</vt:lpstr>
      <vt:lpstr>想一想</vt:lpstr>
      <vt:lpstr>想一想</vt:lpstr>
      <vt:lpstr>行动</vt:lpstr>
      <vt:lpstr>只许记住这一句：先验证，再投入。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周磊</cp:lastModifiedBy>
  <cp:revision>853</cp:revision>
  <dcterms:created xsi:type="dcterms:W3CDTF">2026-10-02T08:16:42Z</dcterms:created>
  <dcterms:modified xsi:type="dcterms:W3CDTF">2026-10-02T08:16:42Z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2FBA3DB7156D49D38FE5BF7338882AF3</vt:lpwstr>
  </property>
</Properties>
</file>