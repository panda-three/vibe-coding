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65"/>
  </p:handoutMasterIdLst>
  <p:sldIdLst>
    <p:sldId id="2025" r:id="rId45"/>
    <p:sldId id="2026" r:id="rId47"/>
    <p:sldId id="2027" r:id="rId48"/>
    <p:sldId id="2028" r:id="rId49"/>
    <p:sldId id="2041" r:id="rId50"/>
    <p:sldId id="2029" r:id="rId51"/>
    <p:sldId id="2030" r:id="rId52"/>
    <p:sldId id="2031" r:id="rId53"/>
    <p:sldId id="2032" r:id="rId54"/>
    <p:sldId id="2042" r:id="rId55"/>
    <p:sldId id="2033" r:id="rId56"/>
    <p:sldId id="2043" r:id="rId57"/>
    <p:sldId id="2034" r:id="rId58"/>
    <p:sldId id="2035" r:id="rId59"/>
    <p:sldId id="2036" r:id="rId60"/>
    <p:sldId id="2037" r:id="rId61"/>
    <p:sldId id="2038" r:id="rId62"/>
    <p:sldId id="2039" r:id="rId63"/>
    <p:sldId id="2040" r:id="rId64"/>
  </p:sldIdLst>
  <p:sldSz cx="12192000" cy="6858000"/>
  <p:notesSz cx="6858000" cy="9144000"/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0" Type="http://schemas.openxmlformats.org/officeDocument/2006/relationships/tags" Target="tags/tag2.xml"/><Relationship Id="rId7" Type="http://schemas.openxmlformats.org/officeDocument/2006/relationships/slideMaster" Target="slideMasters/slideMaster6.xml"/><Relationship Id="rId69" Type="http://schemas.openxmlformats.org/officeDocument/2006/relationships/commentAuthors" Target="commentAuthors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jimeng.jianying.com/ai-tool/hom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第一波：接口不稳定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时而慢、时而挂、时而出错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接口是别人家的，它稳不稳，我控制不了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接口不稳定，不是设计失误，是客观现实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备胎思维：三件事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第一，多接几家——不把鸡蛋放一个篮子里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第二，后台加个开关——哪个模型上线、谁干活，我说了算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第三，挂一家，站不断——A家挂了切B家，用户毫无感觉</a:t>
            </a:r>
            <a:endParaRPr lang="zh-CN" altLang="en-US" sz="2000" b="0"/>
          </a:p>
        </p:txBody>
      </p:sp>
      <p:sp>
        <p:nvSpPr>
          <p:cNvPr id="4" name="文本框 3"/>
          <p:cNvSpPr txBox="1"/>
          <p:nvPr/>
        </p:nvSpPr>
        <p:spPr>
          <a:xfrm>
            <a:off x="2391410" y="4418330"/>
            <a:ext cx="6269355" cy="52197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这里演示网站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 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分成俩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端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370705" y="2680335"/>
            <a:ext cx="754062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“技术出问题不可怕，可怕的是没有备胎”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改善</a:t>
            </a:r>
            <a:r>
              <a:rPr lang="zh-CN" altLang="en-US" sz="2800" b="1"/>
              <a:t>页面：不够高大上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"东西好用，但不够高大上——客户看了觉得不专业。"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"好用"是真话，"但"后面是升级方向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 fontScale="90000"/>
          </a:bodyPr>
          <a:lstStyle/>
          <a:p>
            <a:r>
              <a:rPr lang="zh-CN" altLang="en-US" sz="2800" b="1"/>
              <a:t>心态：</a:t>
            </a:r>
            <a:r>
              <a:rPr lang="zh-CN" altLang="en-US" sz="2800" b="1"/>
              <a:t>平静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1508125" y="2448560"/>
            <a:ext cx="102412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/>
              <a:t>   </a:t>
            </a:r>
            <a:r>
              <a:rPr lang="zh-CN" altLang="en-US" sz="2000" b="0"/>
              <a:t>对接很多文档，不停改用户需求</a:t>
            </a:r>
            <a:r>
              <a:rPr lang="zh-CN" altLang="en-US" sz="2000" b="0"/>
              <a:t>很烦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接反馈三不要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第一，不辩解——客户说不够，就是不够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第二，不慌——反馈是信号，不是判决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第三，不单干——先问清楚：哪里不够？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问清楚，比改得快重要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升级三板斧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第一，找对标——谁是这个领域"高大上"的标杆？（</a:t>
            </a:r>
            <a:r>
              <a:rPr lang="zh-CN" altLang="en-US" sz="2000" b="0">
                <a:hlinkClick r:id="rId1" tooltip="" action="ppaction://hlinkfile"/>
              </a:rPr>
              <a:t>即梦</a:t>
            </a:r>
            <a:r>
              <a:rPr lang="zh-CN" altLang="en-US" sz="2000" b="0"/>
              <a:t>）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第二，抽骨架——拆它的界面：分几块、每块放什么、配色怎么配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第三，换皮——把骨架拿过来，换成我的内容、我的功能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“换皮，不换骨”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先让AI学最佳实践，再让它干活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连续出图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单张出图不够用——要出一张，接着出一张，还能是一套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同一只猫：正面、侧面、背面、不同场景——一套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连续出图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0915" y="751205"/>
            <a:ext cx="10604500" cy="5944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工作台思维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从"出一张"，到"出一套"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连续性靠什么？——让AI记得上一张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风格不丢、角色不跑偏、上一张当参考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出图工具赚单张的钱，画布工作台赚"一套"的钱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工作台思维</a:t>
            </a:r>
            <a:endParaRPr lang="zh-CN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pic>
        <p:nvPicPr>
          <p:cNvPr id="4" name="图片 3" descr="6653a8241201a1453ae79da9f86b34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175" y="1006475"/>
            <a:ext cx="8477250" cy="5406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测试排障：让AI排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先让它写"会失败的测试"——代码有客观裁判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让它自己把整条路跑一遍——遇到Bug先记录现象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最后一条主路径，我自己亲手走——机器测不到的人来兜底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搞不定的，把现象喂给它——它定位→修→再测→清零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你不需要会修，你需要会描述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455160" y="2724150"/>
            <a:ext cx="801624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“报错不可怕，可怕的是你不把</a:t>
            </a:r>
            <a:endParaRPr lang="zh-CN" altLang="en-US" sz="3200" b="1"/>
          </a:p>
          <a:p>
            <a:r>
              <a:rPr lang="zh-CN" altLang="en-US" sz="3200" b="1"/>
              <a:t>报错喂给AI”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Supabase：数据库不是黑盒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一个开源的云数据库，还自带接口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免费：500兆数据库、无限次接口请求、每天自动备份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不用搭服务器：注册→点新建项目，一两分钟建好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不用写代码建表：表格编辑器，鼠标点一点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一个人做产品，不用搭服务器、不用写后端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部署四件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前端网页——用户看到、点的那一面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Supabase——数据住的地方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Worker——跑代码的"小工"，全世界最近的地方干活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图片CDN——全球几百个城市节点，图片秒开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算账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一张图：原来7毛 → 优化后3毛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1000张省400块——一天400，一个月一万二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不是靠感觉经营，是靠数据经营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</a:t>
            </a:r>
            <a:r>
              <a:rPr lang="en-US" altLang="zh-CN" sz="3200" b="1"/>
              <a:t>3</a:t>
            </a:r>
            <a:r>
              <a:rPr lang="zh-CN" altLang="en-US" sz="3200" b="1"/>
              <a:t>00+付费用户”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>
                <a:solidFill>
                  <a:srgbClr val="666666"/>
                </a:solidFill>
              </a:rPr>
              <a:t>3</a:t>
            </a:r>
            <a:r>
              <a:rPr lang="zh-CN" altLang="en-US" sz="2000" b="0">
                <a:solidFill>
                  <a:srgbClr val="666666"/>
                </a:solidFill>
              </a:rPr>
              <a:t>00+年会员——不是运气，是流程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六步串一遍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一句话 → 五行 → 丑初版 → 三波反馈 → 测试 → 部署 → 400+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每一步都是这两天你们学的——没有一步是魔法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WPS 演示</Application>
  <PresentationFormat>宽屏</PresentationFormat>
  <Paragraphs>159</Paragraphs>
  <Slides>19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19</vt:i4>
      </vt:variant>
    </vt:vector>
  </HeadingPairs>
  <TitlesOfParts>
    <vt:vector size="84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阿里巴巴普惠体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第一波：接口不稳定</vt:lpstr>
      <vt:lpstr>备胎思维：三件事</vt:lpstr>
      <vt:lpstr>记住</vt:lpstr>
      <vt:lpstr>第二波："不够高大上"</vt:lpstr>
      <vt:lpstr>改善页面：不够高大上</vt:lpstr>
      <vt:lpstr>接反馈三不要</vt:lpstr>
      <vt:lpstr>升级三板斧</vt:lpstr>
      <vt:lpstr>记住</vt:lpstr>
      <vt:lpstr>第三波：要连续出图</vt:lpstr>
      <vt:lpstr>连续出图</vt:lpstr>
      <vt:lpstr>工作台思维</vt:lpstr>
      <vt:lpstr>工作台思维</vt:lpstr>
      <vt:lpstr>测试排障：让AI排</vt:lpstr>
      <vt:lpstr>记住</vt:lpstr>
      <vt:lpstr>Supabase：数据库不是黑盒</vt:lpstr>
      <vt:lpstr>部署四件</vt:lpstr>
      <vt:lpstr>算账</vt:lpstr>
      <vt:lpstr>记住</vt:lpstr>
      <vt:lpstr>六步串一遍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862</cp:revision>
  <dcterms:created xsi:type="dcterms:W3CDTF">2026-10-04T13:27:04Z</dcterms:created>
  <dcterms:modified xsi:type="dcterms:W3CDTF">2026-10-04T13:27:04Z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