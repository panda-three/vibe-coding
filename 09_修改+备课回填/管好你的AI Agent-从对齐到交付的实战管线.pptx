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160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5.xml"/>
  <Override ContentType="application/vnd.openxmlformats-officedocument.presentationml.slideLayout+xml" PartName="/ppt/slideLayouts/slideLayout276.xml"/>
  <Override ContentType="application/vnd.openxmlformats-officedocument.presentationml.slideLayout+xml" PartName="/ppt/slideLayouts/slideLayout277.xml"/>
  <Override ContentType="application/vnd.openxmlformats-officedocument.presentationml.slideLayout+xml" PartName="/ppt/slideLayouts/slideLayout278.xml"/>
  <Override ContentType="application/vnd.openxmlformats-officedocument.presentationml.slideLayout+xml" PartName="/ppt/slideLayouts/slideLayout279.xml"/>
  <Override ContentType="application/vnd.openxmlformats-officedocument.presentationml.slideLayout+xml" PartName="/ppt/slideLayouts/slideLayout280.xml"/>
  <Override ContentType="application/vnd.openxmlformats-officedocument.presentationml.slideLayout+xml" PartName="/ppt/slideLayouts/slideLayout281.xml"/>
  <Override ContentType="application/vnd.openxmlformats-officedocument.presentationml.slideLayout+xml" PartName="/ppt/slideLayouts/slideLayout282.xml"/>
  <Override ContentType="application/vnd.openxmlformats-officedocument.presentationml.slideLayout+xml" PartName="/ppt/slideLayouts/slideLayout283.xml"/>
  <Override ContentType="application/vnd.openxmlformats-officedocument.presentationml.slideLayout+xml" PartName="/ppt/slideLayouts/slideLayout284.xml"/>
  <Override ContentType="application/vnd.openxmlformats-officedocument.presentationml.slideLayout+xml" PartName="/ppt/slideLayouts/slideLayout285.xml"/>
  <Override ContentType="application/vnd.openxmlformats-officedocument.presentationml.slideLayout+xml" PartName="/ppt/slideLayouts/slideLayout286.xml"/>
  <Override ContentType="application/vnd.openxmlformats-officedocument.presentationml.slideLayout+xml" PartName="/ppt/slideLayouts/slideLayout287.xml"/>
  <Override ContentType="application/vnd.openxmlformats-officedocument.presentationml.slideLayout+xml" PartName="/ppt/slideLayouts/slideLayout288.xml"/>
  <Override ContentType="application/vnd.openxmlformats-officedocument.presentationml.slideLayout+xml" PartName="/ppt/slideLayouts/slideLayout289.xml"/>
  <Override ContentType="application/vnd.openxmlformats-officedocument.presentationml.slideLayout+xml" PartName="/ppt/slideLayouts/slideLayout290.xml"/>
  <Override ContentType="application/vnd.openxmlformats-officedocument.presentationml.slideLayout+xml" PartName="/ppt/slideLayouts/slideLayout291.xml"/>
  <Override ContentType="application/vnd.openxmlformats-officedocument.presentationml.slideLayout+xml" PartName="/ppt/slideLayouts/slideLayout292.xml"/>
  <Override ContentType="application/vnd.openxmlformats-officedocument.presentationml.slideLayout+xml" PartName="/ppt/slideLayouts/slideLayout293.xml"/>
  <Override ContentType="application/vnd.openxmlformats-officedocument.presentationml.slideLayout+xml" PartName="/ppt/slideLayouts/slideLayout294.xml"/>
  <Override ContentType="application/vnd.openxmlformats-officedocument.presentationml.slideLayout+xml" PartName="/ppt/slideLayouts/slideLayout295.xml"/>
  <Override ContentType="application/vnd.openxmlformats-officedocument.presentationml.slideLayout+xml" PartName="/ppt/slideLayouts/slideLayout296.xml"/>
  <Override ContentType="application/vnd.openxmlformats-officedocument.presentationml.slideLayout+xml" PartName="/ppt/slideLayouts/slideLayout297.xml"/>
  <Override ContentType="application/vnd.openxmlformats-officedocument.presentationml.slideLayout+xml" PartName="/ppt/slideLayouts/slideLayout298.xml"/>
  <Override ContentType="application/vnd.openxmlformats-officedocument.presentationml.slideLayout+xml" PartName="/ppt/slideLayouts/slideLayout299.xml"/>
  <Override ContentType="application/vnd.openxmlformats-officedocument.presentationml.slideLayout+xml" PartName="/ppt/slideLayouts/slideLayout300.xml"/>
  <Override ContentType="application/vnd.openxmlformats-officedocument.presentationml.slideLayout+xml" PartName="/ppt/slideLayouts/slideLayout301.xml"/>
  <Override ContentType="application/vnd.openxmlformats-officedocument.presentationml.slideLayout+xml" PartName="/ppt/slideLayouts/slideLayout302.xml"/>
  <Override ContentType="application/vnd.openxmlformats-officedocument.presentationml.slideLayout+xml" PartName="/ppt/slideLayouts/slideLayout303.xml"/>
  <Override ContentType="application/vnd.openxmlformats-officedocument.presentationml.slideLayout+xml" PartName="/ppt/slideLayouts/slideLayout304.xml"/>
  <Override ContentType="application/vnd.openxmlformats-officedocument.presentationml.slideLayout+xml" PartName="/ppt/slideLayouts/slideLayout305.xml"/>
  <Override ContentType="application/vnd.openxmlformats-officedocument.presentationml.slideLayout+xml" PartName="/ppt/slideLayouts/slideLayout306.xml"/>
  <Override ContentType="application/vnd.openxmlformats-officedocument.presentationml.slideLayout+xml" PartName="/ppt/slideLayouts/slideLayout307.xml"/>
  <Override ContentType="application/vnd.openxmlformats-officedocument.presentationml.slideLayout+xml" PartName="/ppt/slideLayouts/slideLayout308.xml"/>
  <Override ContentType="application/vnd.openxmlformats-officedocument.presentationml.slideLayout+xml" PartName="/ppt/slideLayouts/slideLayout309.xml"/>
  <Override ContentType="application/vnd.openxmlformats-officedocument.presentationml.slideLayout+xml" PartName="/ppt/slideLayouts/slideLayout310.xml"/>
  <Override ContentType="application/vnd.openxmlformats-officedocument.presentationml.slideLayout+xml" PartName="/ppt/slideLayouts/slideLayout311.xml"/>
  <Override ContentType="application/vnd.openxmlformats-officedocument.presentationml.slideLayout+xml" PartName="/ppt/slideLayouts/slideLayout312.xml"/>
  <Override ContentType="application/vnd.openxmlformats-officedocument.presentationml.slideLayout+xml" PartName="/ppt/slideLayouts/slideLayout313.xml"/>
  <Override ContentType="application/vnd.openxmlformats-officedocument.presentationml.slideLayout+xml" PartName="/ppt/slideLayouts/slideLayout314.xml"/>
  <Override ContentType="application/vnd.openxmlformats-officedocument.presentationml.slideLayout+xml" PartName="/ppt/slideLayouts/slideLayout315.xml"/>
  <Override ContentType="application/vnd.openxmlformats-officedocument.presentationml.slideLayout+xml" PartName="/ppt/slideLayouts/slideLayout316.xml"/>
  <Override ContentType="application/vnd.openxmlformats-officedocument.presentationml.slideLayout+xml" PartName="/ppt/slideLayouts/slideLayout317.xml"/>
  <Override ContentType="application/vnd.openxmlformats-officedocument.presentationml.slideLayout+xml" PartName="/ppt/slideLayouts/slideLayout318.xml"/>
  <Override ContentType="application/vnd.openxmlformats-officedocument.presentationml.slideLayout+xml" PartName="/ppt/slideLayouts/slideLayout319.xml"/>
  <Override ContentType="application/vnd.openxmlformats-officedocument.presentationml.slideLayout+xml" PartName="/ppt/slideLayouts/slideLayout320.xml"/>
  <Override ContentType="application/vnd.openxmlformats-officedocument.presentationml.slideLayout+xml" PartName="/ppt/slideLayouts/slideLayout321.xml"/>
  <Override ContentType="application/vnd.openxmlformats-officedocument.presentationml.slideLayout+xml" PartName="/ppt/slideLayouts/slideLayout322.xml"/>
  <Override ContentType="application/vnd.openxmlformats-officedocument.presentationml.slideLayout+xml" PartName="/ppt/slideLayouts/slideLayout323.xml"/>
  <Override ContentType="application/vnd.openxmlformats-officedocument.presentationml.slideLayout+xml" PartName="/ppt/slideLayouts/slideLayout324.xml"/>
  <Override ContentType="application/vnd.openxmlformats-officedocument.presentationml.slideLayout+xml" PartName="/ppt/slideLayouts/slideLayout325.xml"/>
  <Override ContentType="application/vnd.openxmlformats-officedocument.presentationml.slideLayout+xml" PartName="/ppt/slideLayouts/slideLayout326.xml"/>
  <Override ContentType="application/vnd.openxmlformats-officedocument.presentationml.slideLayout+xml" PartName="/ppt/slideLayouts/slideLayout327.xml"/>
  <Override ContentType="application/vnd.openxmlformats-officedocument.presentationml.slideLayout+xml" PartName="/ppt/slideLayouts/slideLayout328.xml"/>
  <Override ContentType="application/vnd.openxmlformats-officedocument.presentationml.slideLayout+xml" PartName="/ppt/slideLayouts/slideLayout329.xml"/>
  <Override ContentType="application/vnd.openxmlformats-officedocument.presentationml.slideLayout+xml" PartName="/ppt/slideLayouts/slideLayout330.xml"/>
  <Override ContentType="application/vnd.openxmlformats-officedocument.presentationml.slideLayout+xml" PartName="/ppt/slideLayouts/slideLayout331.xml"/>
  <Override ContentType="application/vnd.openxmlformats-officedocument.presentationml.slideLayout+xml" PartName="/ppt/slideLayouts/slideLayout332.xml"/>
  <Override ContentType="application/vnd.openxmlformats-officedocument.presentationml.slideLayout+xml" PartName="/ppt/slideLayouts/slideLayout333.xml"/>
  <Override ContentType="application/vnd.openxmlformats-officedocument.presentationml.slideLayout+xml" PartName="/ppt/slideLayouts/slideLayout334.xml"/>
  <Override ContentType="application/vnd.openxmlformats-officedocument.presentationml.slideLayout+xml" PartName="/ppt/slideLayouts/slideLayout335.xml"/>
  <Override ContentType="application/vnd.openxmlformats-officedocument.presentationml.slideLayout+xml" PartName="/ppt/slideLayouts/slideLayout336.xml"/>
  <Override ContentType="application/vnd.openxmlformats-officedocument.presentationml.slideLayout+xml" PartName="/ppt/slideLayouts/slideLayout337.xml"/>
  <Override ContentType="application/vnd.openxmlformats-officedocument.presentationml.slideLayout+xml" PartName="/ppt/slideLayouts/slideLayout338.xml"/>
  <Override ContentType="application/vnd.openxmlformats-officedocument.presentationml.slideLayout+xml" PartName="/ppt/slideLayouts/slideLayout339.xml"/>
  <Override ContentType="application/vnd.openxmlformats-officedocument.presentationml.slideLayout+xml" PartName="/ppt/slideLayouts/slideLayout340.xml"/>
  <Override ContentType="application/vnd.openxmlformats-officedocument.presentationml.slideLayout+xml" PartName="/ppt/slideLayouts/slideLayout341.xml"/>
  <Override ContentType="application/vnd.openxmlformats-officedocument.presentationml.slideLayout+xml" PartName="/ppt/slideLayouts/slideLayout342.xml"/>
  <Override ContentType="application/vnd.openxmlformats-officedocument.presentationml.slideLayout+xml" PartName="/ppt/slideLayouts/slideLayout343.xml"/>
  <Override ContentType="application/vnd.openxmlformats-officedocument.presentationml.slideLayout+xml" PartName="/ppt/slideLayouts/slideLayout344.xml"/>
  <Override ContentType="application/vnd.openxmlformats-officedocument.presentationml.slideLayout+xml" PartName="/ppt/slideLayouts/slideLayout345.xml"/>
  <Override ContentType="application/vnd.openxmlformats-officedocument.presentationml.slideLayout+xml" PartName="/ppt/slideLayouts/slideLayout346.xml"/>
  <Override ContentType="application/vnd.openxmlformats-officedocument.presentationml.slideLayout+xml" PartName="/ppt/slideLayouts/slideLayout347.xml"/>
  <Override ContentType="application/vnd.openxmlformats-officedocument.presentationml.slideLayout+xml" PartName="/ppt/slideLayouts/slideLayout348.xml"/>
  <Override ContentType="application/vnd.openxmlformats-officedocument.presentationml.slideLayout+xml" PartName="/ppt/slideLayouts/slideLayout349.xml"/>
  <Override ContentType="application/vnd.openxmlformats-officedocument.presentationml.slideLayout+xml" PartName="/ppt/slideLayouts/slideLayout350.xml"/>
  <Override ContentType="application/vnd.openxmlformats-officedocument.presentationml.slideLayout+xml" PartName="/ppt/slideLayouts/slideLayout351.xml"/>
  <Override ContentType="application/vnd.openxmlformats-officedocument.presentationml.slideLayout+xml" PartName="/ppt/slideLayouts/slideLayout352.xml"/>
  <Override ContentType="application/vnd.openxmlformats-officedocument.presentationml.slideLayout+xml" PartName="/ppt/slideLayouts/slideLayout353.xml"/>
  <Override ContentType="application/vnd.openxmlformats-officedocument.presentationml.slideLayout+xml" PartName="/ppt/slideLayouts/slideLayout354.xml"/>
  <Override ContentType="application/vnd.openxmlformats-officedocument.presentationml.slideLayout+xml" PartName="/ppt/slideLayouts/slideLayout355.xml"/>
  <Override ContentType="application/vnd.openxmlformats-officedocument.presentationml.slideLayout+xml" PartName="/ppt/slideLayouts/slideLayout356.xml"/>
  <Override ContentType="application/vnd.openxmlformats-officedocument.presentationml.slideLayout+xml" PartName="/ppt/slideLayouts/slideLayout357.xml"/>
  <Override ContentType="application/vnd.openxmlformats-officedocument.presentationml.slideLayout+xml" PartName="/ppt/slideLayouts/slideLayout358.xml"/>
  <Override ContentType="application/vnd.openxmlformats-officedocument.presentationml.slideLayout+xml" PartName="/ppt/slideLayouts/slideLayout359.xml"/>
  <Override ContentType="application/vnd.openxmlformats-officedocument.presentationml.slideLayout+xml" PartName="/ppt/slideLayouts/slideLayout360.xml"/>
  <Override ContentType="application/vnd.openxmlformats-officedocument.presentationml.slideLayout+xml" PartName="/ppt/slideLayouts/slideLayout361.xml"/>
  <Override ContentType="application/vnd.openxmlformats-officedocument.presentationml.slideLayout+xml" PartName="/ppt/slideLayouts/slideLayout362.xml"/>
  <Override ContentType="application/vnd.openxmlformats-officedocument.presentationml.slideLayout+xml" PartName="/ppt/slideLayouts/slideLayout363.xml"/>
  <Override ContentType="application/vnd.openxmlformats-officedocument.presentationml.slideLayout+xml" PartName="/ppt/slideLayouts/slideLayout364.xml"/>
  <Override ContentType="application/vnd.openxmlformats-officedocument.presentationml.slideLayout+xml" PartName="/ppt/slideLayouts/slideLayout365.xml"/>
  <Override ContentType="application/vnd.openxmlformats-officedocument.presentationml.slideLayout+xml" PartName="/ppt/slideLayouts/slideLayout366.xml"/>
  <Override ContentType="application/vnd.openxmlformats-officedocument.presentationml.slideLayout+xml" PartName="/ppt/slideLayouts/slideLayout367.xml"/>
  <Override ContentType="application/vnd.openxmlformats-officedocument.presentationml.slideLayout+xml" PartName="/ppt/slideLayouts/slideLayout368.xml"/>
  <Override ContentType="application/vnd.openxmlformats-officedocument.presentationml.slideLayout+xml" PartName="/ppt/slideLayouts/slideLayout369.xml"/>
  <Override ContentType="application/vnd.openxmlformats-officedocument.presentationml.slideLayout+xml" PartName="/ppt/slideLayouts/slideLayout370.xml"/>
  <Override ContentType="application/vnd.openxmlformats-officedocument.presentationml.slideLayout+xml" PartName="/ppt/slideLayouts/slideLayout371.xml"/>
  <Override ContentType="application/vnd.openxmlformats-officedocument.presentationml.slideLayout+xml" PartName="/ppt/slideLayouts/slideLayout372.xml"/>
  <Override ContentType="application/vnd.openxmlformats-officedocument.presentationml.slideLayout+xml" PartName="/ppt/slideLayouts/slideLayout373.xml"/>
  <Override ContentType="application/vnd.openxmlformats-officedocument.presentationml.slideLayout+xml" PartName="/ppt/slideLayouts/slideLayout374.xml"/>
  <Override ContentType="application/vnd.openxmlformats-officedocument.presentationml.slideLayout+xml" PartName="/ppt/slideLayouts/slideLayout375.xml"/>
  <Override ContentType="application/vnd.openxmlformats-officedocument.presentationml.slideLayout+xml" PartName="/ppt/slideLayouts/slideLayout376.xml"/>
  <Override ContentType="application/vnd.openxmlformats-officedocument.presentationml.slideLayout+xml" PartName="/ppt/slideLayouts/slideLayout377.xml"/>
  <Override ContentType="application/vnd.openxmlformats-officedocument.presentationml.slideLayout+xml" PartName="/ppt/slideLayouts/slideLayout378.xml"/>
  <Override ContentType="application/vnd.openxmlformats-officedocument.presentationml.slideLayout+xml" PartName="/ppt/slideLayouts/slideLayout379.xml"/>
  <Override ContentType="application/vnd.openxmlformats-officedocument.presentationml.slideLayout+xml" PartName="/ppt/slideLayouts/slideLayout380.xml"/>
  <Override ContentType="application/vnd.openxmlformats-officedocument.presentationml.slideLayout+xml" PartName="/ppt/slideLayouts/slideLayout381.xml"/>
  <Override ContentType="application/vnd.openxmlformats-officedocument.presentationml.slideLayout+xml" PartName="/ppt/slideLayouts/slideLayout382.xml"/>
  <Override ContentType="application/vnd.openxmlformats-officedocument.presentationml.slideLayout+xml" PartName="/ppt/slideLayouts/slideLayout383.xml"/>
  <Override ContentType="application/vnd.openxmlformats-officedocument.presentationml.slideLayout+xml" PartName="/ppt/slideLayouts/slideLayout384.xml"/>
  <Override ContentType="application/vnd.openxmlformats-officedocument.presentationml.slideLayout+xml" PartName="/ppt/slideLayouts/slideLayout385.xml"/>
  <Override ContentType="application/vnd.openxmlformats-officedocument.presentationml.slideLayout+xml" PartName="/ppt/slideLayouts/slideLayout386.xml"/>
  <Override ContentType="application/vnd.openxmlformats-officedocument.presentationml.slideLayout+xml" PartName="/ppt/slideLayouts/slideLayout387.xml"/>
  <Override ContentType="application/vnd.openxmlformats-officedocument.presentationml.slideLayout+xml" PartName="/ppt/slideLayouts/slideLayout388.xml"/>
  <Override ContentType="application/vnd.openxmlformats-officedocument.presentationml.slideLayout+xml" PartName="/ppt/slideLayouts/slideLayout389.xml"/>
  <Override ContentType="application/vnd.openxmlformats-officedocument.presentationml.slideLayout+xml" PartName="/ppt/slideLayouts/slideLayout390.xml"/>
  <Override ContentType="application/vnd.openxmlformats-officedocument.presentationml.slideLayout+xml" PartName="/ppt/slideLayouts/slideLayout391.xml"/>
  <Override ContentType="application/vnd.openxmlformats-officedocument.presentationml.slideLayout+xml" PartName="/ppt/slideLayouts/slideLayout392.xml"/>
  <Override ContentType="application/vnd.openxmlformats-officedocument.presentationml.slideLayout+xml" PartName="/ppt/slideLayouts/slideLayout393.xml"/>
  <Override ContentType="application/vnd.openxmlformats-officedocument.presentationml.slideLayout+xml" PartName="/ppt/slideLayouts/slideLayout394.xml"/>
  <Override ContentType="application/vnd.openxmlformats-officedocument.presentationml.slideLayout+xml" PartName="/ppt/slideLayouts/slideLayout395.xml"/>
  <Override ContentType="application/vnd.openxmlformats-officedocument.presentationml.slideLayout+xml" PartName="/ppt/slideLayouts/slideLayout396.xml"/>
  <Override ContentType="application/vnd.openxmlformats-officedocument.presentationml.slideLayout+xml" PartName="/ppt/slideLayouts/slideLayout397.xml"/>
  <Override ContentType="application/vnd.openxmlformats-officedocument.presentationml.slideLayout+xml" PartName="/ppt/slideLayouts/slideLayout398.xml"/>
  <Override ContentType="application/vnd.openxmlformats-officedocument.presentationml.slideLayout+xml" PartName="/ppt/slideLayouts/slideLayout399.xml"/>
  <Override ContentType="application/vnd.openxmlformats-officedocument.presentationml.slideLayout+xml" PartName="/ppt/slideLayouts/slideLayout400.xml"/>
  <Override ContentType="application/vnd.openxmlformats-officedocument.presentationml.slideLayout+xml" PartName="/ppt/slideLayouts/slideLayout401.xml"/>
  <Override ContentType="application/vnd.openxmlformats-officedocument.presentationml.slideLayout+xml" PartName="/ppt/slideLayouts/slideLayout402.xml"/>
  <Override ContentType="application/vnd.openxmlformats-officedocument.presentationml.slideLayout+xml" PartName="/ppt/slideLayouts/slideLayout403.xml"/>
  <Override ContentType="application/vnd.openxmlformats-officedocument.presentationml.slideLayout+xml" PartName="/ppt/slideLayouts/slideLayout404.xml"/>
  <Override ContentType="application/vnd.openxmlformats-officedocument.presentationml.slideLayout+xml" PartName="/ppt/slideLayouts/slideLayout405.xml"/>
  <Override ContentType="application/vnd.openxmlformats-officedocument.presentationml.slideLayout+xml" PartName="/ppt/slideLayouts/slideLayout406.xml"/>
  <Override ContentType="application/vnd.openxmlformats-officedocument.presentationml.slideLayout+xml" PartName="/ppt/slideLayouts/slideLayout407.xml"/>
  <Override ContentType="application/vnd.openxmlformats-officedocument.presentationml.slideLayout+xml" PartName="/ppt/slideLayouts/slideLayout408.xml"/>
  <Override ContentType="application/vnd.openxmlformats-officedocument.presentationml.slideLayout+xml" PartName="/ppt/slideLayouts/slideLayout409.xml"/>
  <Override ContentType="application/vnd.openxmlformats-officedocument.presentationml.slideLayout+xml" PartName="/ppt/slideLayouts/slideLayout410.xml"/>
  <Override ContentType="application/vnd.openxmlformats-officedocument.presentationml.slideLayout+xml" PartName="/ppt/slideLayouts/slideLayout411.xml"/>
  <Override ContentType="application/vnd.openxmlformats-officedocument.presentationml.slideLayout+xml" PartName="/ppt/slideLayouts/slideLayout412.xml"/>
  <Override ContentType="application/vnd.openxmlformats-officedocument.presentationml.slideLayout+xml" PartName="/ppt/slideLayouts/slideLayout413.xml"/>
  <Override ContentType="application/vnd.openxmlformats-officedocument.presentationml.slideLayout+xml" PartName="/ppt/slideLayouts/slideLayout414.xml"/>
  <Override ContentType="application/vnd.openxmlformats-officedocument.presentationml.slideLayout+xml" PartName="/ppt/slideLayouts/slideLayout415.xml"/>
  <Override ContentType="application/vnd.openxmlformats-officedocument.presentationml.slideLayout+xml" PartName="/ppt/slideLayouts/slideLayout416.xml"/>
  <Override ContentType="application/vnd.openxmlformats-officedocument.presentationml.slideLayout+xml" PartName="/ppt/slideLayouts/slideLayout417.xml"/>
  <Override ContentType="application/vnd.openxmlformats-officedocument.presentationml.slideLayout+xml" PartName="/ppt/slideLayouts/slideLayout418.xml"/>
  <Override ContentType="application/vnd.openxmlformats-officedocument.presentationml.slideLayout+xml" PartName="/ppt/slideLayouts/slideLayout419.xml"/>
  <Override ContentType="application/vnd.openxmlformats-officedocument.presentationml.slideLayout+xml" PartName="/ppt/slideLayouts/slideLayout42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20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22.xml"/>
  <Override ContentType="application/vnd.openxmlformats-officedocument.presentationml.slideMaster+xml" PartName="/ppt/slideMasters/slideMaster23.xml"/>
  <Override ContentType="application/vnd.openxmlformats-officedocument.presentationml.slideMaster+xml" PartName="/ppt/slideMasters/slideMaster24.xml"/>
  <Override ContentType="application/vnd.openxmlformats-officedocument.presentationml.slideMaster+xml" PartName="/ppt/slideMasters/slideMaster25.xml"/>
  <Override ContentType="application/vnd.openxmlformats-officedocument.presentationml.slideMaster+xml" PartName="/ppt/slideMasters/slideMaster26.xml"/>
  <Override ContentType="application/vnd.openxmlformats-officedocument.presentationml.slideMaster+xml" PartName="/ppt/slideMasters/slideMaster27.xml"/>
  <Override ContentType="application/vnd.openxmlformats-officedocument.presentationml.slideMaster+xml" PartName="/ppt/slideMasters/slideMaster28.xml"/>
  <Override ContentType="application/vnd.openxmlformats-officedocument.presentationml.slideMaster+xml" PartName="/ppt/slideMasters/slideMaster29.xml"/>
  <Override ContentType="application/vnd.openxmlformats-officedocument.presentationml.slideMaster+xml" PartName="/ppt/slideMasters/slideMaster30.xml"/>
  <Override ContentType="application/vnd.openxmlformats-officedocument.presentationml.slideMaster+xml" PartName="/ppt/slideMasters/slideMaster31.xml"/>
  <Override ContentType="application/vnd.openxmlformats-officedocument.presentationml.slideMaster+xml" PartName="/ppt/slideMasters/slideMaster32.xml"/>
  <Override ContentType="application/vnd.openxmlformats-officedocument.presentationml.slideMaster+xml" PartName="/ppt/slideMasters/slideMaster33.xml"/>
  <Override ContentType="application/vnd.openxmlformats-officedocument.presentationml.slideMaster+xml" PartName="/ppt/slideMasters/slideMaster34.xml"/>
  <Override ContentType="application/vnd.openxmlformats-officedocument.presentationml.slideMaster+xml" PartName="/ppt/slideMasters/slideMaster35.xml"/>
  <Override ContentType="application/vnd.openxmlformats-officedocument.presentationml.slideMaster+xml" PartName="/ppt/slideMasters/slideMaster36.xml"/>
  <Override ContentType="application/vnd.openxmlformats-officedocument.presentationml.slideMaster+xml" PartName="/ppt/slideMasters/slideMaster37.xml"/>
  <Override ContentType="application/vnd.openxmlformats-officedocument.presentationml.slideMaster+xml" PartName="/ppt/slideMasters/slideMaster38.xml"/>
  <Override ContentType="application/vnd.openxmlformats-officedocument.presentationml.slideMaster+xml" PartName="/ppt/slideMasters/slideMaster39.xml"/>
  <Override ContentType="application/vnd.openxmlformats-officedocument.presentationml.slideMaster+xml" PartName="/ppt/slideMasters/slideMaster40.xml"/>
  <Override ContentType="application/vnd.openxmlformats-officedocument.presentationml.slideMaster+xml" PartName="/ppt/slideMasters/slideMaster41.xml"/>
  <Override ContentType="application/vnd.openxmlformats-officedocument.presentationml.slideMaster+xml" PartName="/ppt/slideMasters/slideMaster42.xml"/>
  <Override ContentType="application/vnd.openxmlformats-officedocument.presentationml.slideMaster+xml" PartName="/ppt/slideMasters/slideMaster43.xml"/>
  <Override ContentType="application/vnd.openxmlformats-officedocument.presentationml.slideMaster+xml" PartName="/ppt/slideMasters/slideMaster44.xml"/>
  <Override ContentType="application/vnd.openxmlformats-officedocument.presentationml.slideMaster+xml" PartName="/ppt/slideMasters/slideMaster45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theme+xml" PartName="/ppt/theme/theme10.xml"/>
  <Override ContentType="application/vnd.openxmlformats-officedocument.theme+xml" PartName="/ppt/theme/theme11.xml"/>
  <Override ContentType="application/vnd.openxmlformats-officedocument.theme+xml" PartName="/ppt/theme/theme12.xml"/>
  <Override ContentType="application/vnd.openxmlformats-officedocument.theme+xml" PartName="/ppt/theme/theme13.xml"/>
  <Override ContentType="application/vnd.openxmlformats-officedocument.theme+xml" PartName="/ppt/theme/theme14.xml"/>
  <Override ContentType="application/vnd.openxmlformats-officedocument.theme+xml" PartName="/ppt/theme/theme15.xml"/>
  <Override ContentType="application/vnd.openxmlformats-officedocument.theme+xml" PartName="/ppt/theme/theme16.xml"/>
  <Override ContentType="application/vnd.openxmlformats-officedocument.theme+xml" PartName="/ppt/theme/theme17.xml"/>
  <Override ContentType="application/vnd.openxmlformats-officedocument.theme+xml" PartName="/ppt/theme/theme18.xml"/>
  <Override ContentType="application/vnd.openxmlformats-officedocument.theme+xml" PartName="/ppt/theme/theme19.xml"/>
  <Override ContentType="application/vnd.openxmlformats-officedocument.theme+xml" PartName="/ppt/theme/theme20.xml"/>
  <Override ContentType="application/vnd.openxmlformats-officedocument.theme+xml" PartName="/ppt/theme/theme21.xml"/>
  <Override ContentType="application/vnd.openxmlformats-officedocument.theme+xml" PartName="/ppt/theme/theme22.xml"/>
  <Override ContentType="application/vnd.openxmlformats-officedocument.theme+xml" PartName="/ppt/theme/theme23.xml"/>
  <Override ContentType="application/vnd.openxmlformats-officedocument.theme+xml" PartName="/ppt/theme/theme24.xml"/>
  <Override ContentType="application/vnd.openxmlformats-officedocument.theme+xml" PartName="/ppt/theme/theme25.xml"/>
  <Override ContentType="application/vnd.openxmlformats-officedocument.theme+xml" PartName="/ppt/theme/theme26.xml"/>
  <Override ContentType="application/vnd.openxmlformats-officedocument.theme+xml" PartName="/ppt/theme/theme27.xml"/>
  <Override ContentType="application/vnd.openxmlformats-officedocument.theme+xml" PartName="/ppt/theme/theme28.xml"/>
  <Override ContentType="application/vnd.openxmlformats-officedocument.theme+xml" PartName="/ppt/theme/theme29.xml"/>
  <Override ContentType="application/vnd.openxmlformats-officedocument.theme+xml" PartName="/ppt/theme/theme30.xml"/>
  <Override ContentType="application/vnd.openxmlformats-officedocument.theme+xml" PartName="/ppt/theme/theme31.xml"/>
  <Override ContentType="application/vnd.openxmlformats-officedocument.theme+xml" PartName="/ppt/theme/theme32.xml"/>
  <Override ContentType="application/vnd.openxmlformats-officedocument.theme+xml" PartName="/ppt/theme/theme33.xml"/>
  <Override ContentType="application/vnd.openxmlformats-officedocument.theme+xml" PartName="/ppt/theme/theme34.xml"/>
  <Override ContentType="application/vnd.openxmlformats-officedocument.theme+xml" PartName="/ppt/theme/theme35.xml"/>
  <Override ContentType="application/vnd.openxmlformats-officedocument.theme+xml" PartName="/ppt/theme/theme36.xml"/>
  <Override ContentType="application/vnd.openxmlformats-officedocument.theme+xml" PartName="/ppt/theme/theme37.xml"/>
  <Override ContentType="application/vnd.openxmlformats-officedocument.theme+xml" PartName="/ppt/theme/theme38.xml"/>
  <Override ContentType="application/vnd.openxmlformats-officedocument.theme+xml" PartName="/ppt/theme/theme39.xml"/>
  <Override ContentType="application/vnd.openxmlformats-officedocument.theme+xml" PartName="/ppt/theme/theme40.xml"/>
  <Override ContentType="application/vnd.openxmlformats-officedocument.theme+xml" PartName="/ppt/theme/theme41.xml"/>
  <Override ContentType="application/vnd.openxmlformats-officedocument.theme+xml" PartName="/ppt/theme/theme42.xml"/>
  <Override ContentType="application/vnd.openxmlformats-officedocument.theme+xml" PartName="/ppt/theme/theme43.xml"/>
  <Override ContentType="application/vnd.openxmlformats-officedocument.theme+xml" PartName="/ppt/theme/theme44.xml"/>
  <Override ContentType="application/vnd.openxmlformats-officedocument.theme+xml" PartName="/ppt/theme/theme45.xml"/>
  <Override ContentType="application/vnd.openxmlformats-officedocument.theme+xml" PartName="/ppt/theme/theme46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  <p:sldMasterId id="2147483664" r:id="rId12"/>
    <p:sldMasterId id="2147483665" r:id="rId13"/>
    <p:sldMasterId id="2147483666" r:id="rId14"/>
    <p:sldMasterId id="2147483667" r:id="rId15"/>
    <p:sldMasterId id="2147483668" r:id="rId16"/>
    <p:sldMasterId id="2147483669" r:id="rId17"/>
    <p:sldMasterId id="2147483670" r:id="rId18"/>
    <p:sldMasterId id="2147483671" r:id="rId19"/>
    <p:sldMasterId id="2147483672" r:id="rId20"/>
    <p:sldMasterId id="2147483673" r:id="rId21"/>
    <p:sldMasterId id="2147483674" r:id="rId22"/>
    <p:sldMasterId id="2147483675" r:id="rId23"/>
    <p:sldMasterId id="2147483676" r:id="rId24"/>
    <p:sldMasterId id="2147483677" r:id="rId25"/>
    <p:sldMasterId id="2147483678" r:id="rId26"/>
    <p:sldMasterId id="2147483679" r:id="rId27"/>
    <p:sldMasterId id="2147483680" r:id="rId28"/>
    <p:sldMasterId id="2147483681" r:id="rId29"/>
    <p:sldMasterId id="2147483682" r:id="rId30"/>
    <p:sldMasterId id="2147483683" r:id="rId31"/>
    <p:sldMasterId id="2147483684" r:id="rId32"/>
    <p:sldMasterId id="2147483685" r:id="rId33"/>
    <p:sldMasterId id="2147483686" r:id="rId34"/>
    <p:sldMasterId id="2147483687" r:id="rId35"/>
    <p:sldMasterId id="2147483688" r:id="rId36"/>
    <p:sldMasterId id="2147483689" r:id="rId37"/>
    <p:sldMasterId id="2147483690" r:id="rId38"/>
    <p:sldMasterId id="2147483691" r:id="rId39"/>
    <p:sldMasterId id="2147483692" r:id="rId40"/>
    <p:sldMasterId id="2147483693" r:id="rId41"/>
    <p:sldMasterId id="2147483694" r:id="rId42"/>
    <p:sldMasterId id="2147483695" r:id="rId43"/>
    <p:sldMasterId id="2147483696" r:id="rId44"/>
    <p:sldMasterId id="2147483697" r:id="rId45"/>
    <p:sldMasterId id="2147483698" r:id="rId46"/>
    <p:sldMasterId id="2147483699" r:id="rId47"/>
    <p:sldMasterId id="2147483700" r:id="rId48"/>
    <p:sldMasterId id="2147483701" r:id="rId49"/>
    <p:sldMasterId id="2147483702" r:id="rId50"/>
    <p:sldMasterId id="2147483703" r:id="rId51"/>
  </p:sldMasterIdLst>
  <p:notesMasterIdLst>
    <p:notesMasterId r:id="rId6"/>
  </p:notesMasterIdLst>
  <p:sldIdLst>
    <p:sldId id="256" r:id="rId52"/>
    <p:sldId id="257" r:id="rId53"/>
    <p:sldId id="258" r:id="rId54"/>
    <p:sldId id="259" r:id="rId55"/>
    <p:sldId id="260" r:id="rId56"/>
    <p:sldId id="261" r:id="rId57"/>
    <p:sldId id="262" r:id="rId58"/>
    <p:sldId id="263" r:id="rId59"/>
    <p:sldId id="264" r:id="rId60"/>
    <p:sldId id="265" r:id="rId61"/>
    <p:sldId id="266" r:id="rId62"/>
    <p:sldId id="267" r:id="rId63"/>
    <p:sldId id="268" r:id="rId64"/>
    <p:sldId id="269" r:id="rId65"/>
    <p:sldId id="270" r:id="rId66"/>
    <p:sldId id="271" r:id="rId67"/>
    <p:sldId id="272" r:id="rId68"/>
    <p:sldId id="273" r:id="rId69"/>
    <p:sldId id="274" r:id="rId70"/>
    <p:sldId id="275" r:id="rId71"/>
    <p:sldId id="276" r:id="rId72"/>
    <p:sldId id="277" r:id="rId73"/>
    <p:sldId id="278" r:id="rId74"/>
    <p:sldId id="279" r:id="rId75"/>
    <p:sldId id="280" r:id="rId76"/>
    <p:sldId id="281" r:id="rId77"/>
    <p:sldId id="282" r:id="rId78"/>
    <p:sldId id="283" r:id="rId79"/>
    <p:sldId id="284" r:id="rId8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00" Target="notesSlides/notesSlide20.xml" Type="http://schemas.openxmlformats.org/officeDocument/2006/relationships/notesSlide"/><Relationship Id="rId101" Target="notesSlides/notesSlide21.xml" Type="http://schemas.openxmlformats.org/officeDocument/2006/relationships/notesSlide"/><Relationship Id="rId102" Target="notesSlides/notesSlide22.xml" Type="http://schemas.openxmlformats.org/officeDocument/2006/relationships/notesSlide"/><Relationship Id="rId103" Target="notesSlides/notesSlide23.xml" Type="http://schemas.openxmlformats.org/officeDocument/2006/relationships/notesSlide"/><Relationship Id="rId104" Target="notesSlides/notesSlide24.xml" Type="http://schemas.openxmlformats.org/officeDocument/2006/relationships/notesSlide"/><Relationship Id="rId105" Target="notesSlides/notesSlide25.xml" Type="http://schemas.openxmlformats.org/officeDocument/2006/relationships/notesSlide"/><Relationship Id="rId106" Target="notesSlides/notesSlide26.xml" Type="http://schemas.openxmlformats.org/officeDocument/2006/relationships/notesSlide"/><Relationship Id="rId107" Target="notesSlides/notesSlide27.xml" Type="http://schemas.openxmlformats.org/officeDocument/2006/relationships/notesSlide"/><Relationship Id="rId108" Target="notesSlides/notesSlide28.xml" Type="http://schemas.openxmlformats.org/officeDocument/2006/relationships/notesSlide"/><Relationship Id="rId109" Target="notesSlides/notesSlide29.xml" Type="http://schemas.openxmlformats.org/officeDocument/2006/relationships/notesSlide"/><Relationship Id="rId11" Target="slideMasters/slideMaster5.xml" Type="http://schemas.openxmlformats.org/officeDocument/2006/relationships/slideMaster"/><Relationship Id="rId12" Target="slideMasters/slideMaster6.xml" Type="http://schemas.openxmlformats.org/officeDocument/2006/relationships/slideMaster"/><Relationship Id="rId13" Target="slideMasters/slideMaster7.xml" Type="http://schemas.openxmlformats.org/officeDocument/2006/relationships/slideMaster"/><Relationship Id="rId14" Target="slideMasters/slideMaster8.xml" Type="http://schemas.openxmlformats.org/officeDocument/2006/relationships/slideMaster"/><Relationship Id="rId15" Target="slideMasters/slideMaster9.xml" Type="http://schemas.openxmlformats.org/officeDocument/2006/relationships/slideMaster"/><Relationship Id="rId16" Target="slideMasters/slideMaster10.xml" Type="http://schemas.openxmlformats.org/officeDocument/2006/relationships/slideMaster"/><Relationship Id="rId17" Target="slideMasters/slideMaster11.xml" Type="http://schemas.openxmlformats.org/officeDocument/2006/relationships/slideMaster"/><Relationship Id="rId18" Target="slideMasters/slideMaster12.xml" Type="http://schemas.openxmlformats.org/officeDocument/2006/relationships/slideMaster"/><Relationship Id="rId19" Target="slideMasters/slideMaster13.xml" Type="http://schemas.openxmlformats.org/officeDocument/2006/relationships/slideMaster"/><Relationship Id="rId2" Target="viewProps.xml" Type="http://schemas.openxmlformats.org/officeDocument/2006/relationships/viewProps"/><Relationship Id="rId20" Target="slideMasters/slideMaster14.xml" Type="http://schemas.openxmlformats.org/officeDocument/2006/relationships/slideMaster"/><Relationship Id="rId21" Target="slideMasters/slideMaster15.xml" Type="http://schemas.openxmlformats.org/officeDocument/2006/relationships/slideMaster"/><Relationship Id="rId22" Target="slideMasters/slideMaster16.xml" Type="http://schemas.openxmlformats.org/officeDocument/2006/relationships/slideMaster"/><Relationship Id="rId23" Target="slideMasters/slideMaster17.xml" Type="http://schemas.openxmlformats.org/officeDocument/2006/relationships/slideMaster"/><Relationship Id="rId24" Target="slideMasters/slideMaster18.xml" Type="http://schemas.openxmlformats.org/officeDocument/2006/relationships/slideMaster"/><Relationship Id="rId25" Target="slideMasters/slideMaster19.xml" Type="http://schemas.openxmlformats.org/officeDocument/2006/relationships/slideMaster"/><Relationship Id="rId26" Target="slideMasters/slideMaster20.xml" Type="http://schemas.openxmlformats.org/officeDocument/2006/relationships/slideMaster"/><Relationship Id="rId27" Target="slideMasters/slideMaster21.xml" Type="http://schemas.openxmlformats.org/officeDocument/2006/relationships/slideMaster"/><Relationship Id="rId28" Target="slideMasters/slideMaster22.xml" Type="http://schemas.openxmlformats.org/officeDocument/2006/relationships/slideMaster"/><Relationship Id="rId29" Target="slideMasters/slideMaster23.xml" Type="http://schemas.openxmlformats.org/officeDocument/2006/relationships/slideMaster"/><Relationship Id="rId3" Target="presProps.xml" Type="http://schemas.openxmlformats.org/officeDocument/2006/relationships/presProps"/><Relationship Id="rId30" Target="slideMasters/slideMaster24.xml" Type="http://schemas.openxmlformats.org/officeDocument/2006/relationships/slideMaster"/><Relationship Id="rId31" Target="slideMasters/slideMaster25.xml" Type="http://schemas.openxmlformats.org/officeDocument/2006/relationships/slideMaster"/><Relationship Id="rId32" Target="slideMasters/slideMaster26.xml" Type="http://schemas.openxmlformats.org/officeDocument/2006/relationships/slideMaster"/><Relationship Id="rId33" Target="slideMasters/slideMaster27.xml" Type="http://schemas.openxmlformats.org/officeDocument/2006/relationships/slideMaster"/><Relationship Id="rId34" Target="slideMasters/slideMaster28.xml" Type="http://schemas.openxmlformats.org/officeDocument/2006/relationships/slideMaster"/><Relationship Id="rId35" Target="slideMasters/slideMaster29.xml" Type="http://schemas.openxmlformats.org/officeDocument/2006/relationships/slideMaster"/><Relationship Id="rId36" Target="slideMasters/slideMaster30.xml" Type="http://schemas.openxmlformats.org/officeDocument/2006/relationships/slideMaster"/><Relationship Id="rId37" Target="slideMasters/slideMaster31.xml" Type="http://schemas.openxmlformats.org/officeDocument/2006/relationships/slideMaster"/><Relationship Id="rId38" Target="slideMasters/slideMaster32.xml" Type="http://schemas.openxmlformats.org/officeDocument/2006/relationships/slideMaster"/><Relationship Id="rId39" Target="slideMasters/slideMaster33.xml" Type="http://schemas.openxmlformats.org/officeDocument/2006/relationships/slideMaster"/><Relationship Id="rId4" Target="slideMasters/slideMaster1.xml" Type="http://schemas.openxmlformats.org/officeDocument/2006/relationships/slideMaster"/><Relationship Id="rId40" Target="slideMasters/slideMaster34.xml" Type="http://schemas.openxmlformats.org/officeDocument/2006/relationships/slideMaster"/><Relationship Id="rId41" Target="slideMasters/slideMaster35.xml" Type="http://schemas.openxmlformats.org/officeDocument/2006/relationships/slideMaster"/><Relationship Id="rId42" Target="slideMasters/slideMaster36.xml" Type="http://schemas.openxmlformats.org/officeDocument/2006/relationships/slideMaster"/><Relationship Id="rId43" Target="slideMasters/slideMaster37.xml" Type="http://schemas.openxmlformats.org/officeDocument/2006/relationships/slideMaster"/><Relationship Id="rId44" Target="slideMasters/slideMaster38.xml" Type="http://schemas.openxmlformats.org/officeDocument/2006/relationships/slideMaster"/><Relationship Id="rId45" Target="slideMasters/slideMaster39.xml" Type="http://schemas.openxmlformats.org/officeDocument/2006/relationships/slideMaster"/><Relationship Id="rId46" Target="slideMasters/slideMaster40.xml" Type="http://schemas.openxmlformats.org/officeDocument/2006/relationships/slideMaster"/><Relationship Id="rId47" Target="slideMasters/slideMaster41.xml" Type="http://schemas.openxmlformats.org/officeDocument/2006/relationships/slideMaster"/><Relationship Id="rId48" Target="slideMasters/slideMaster42.xml" Type="http://schemas.openxmlformats.org/officeDocument/2006/relationships/slideMaster"/><Relationship Id="rId49" Target="slideMasters/slideMaster43.xml" Type="http://schemas.openxmlformats.org/officeDocument/2006/relationships/slideMaster"/><Relationship Id="rId50" Target="slideMasters/slideMaster44.xml" Type="http://schemas.openxmlformats.org/officeDocument/2006/relationships/slideMaster"/><Relationship Id="rId51" Target="slideMasters/slideMaster45.xml" Type="http://schemas.openxmlformats.org/officeDocument/2006/relationships/slideMaster"/><Relationship Id="rId52" Target="slides/slide1.xml" Type="http://schemas.openxmlformats.org/officeDocument/2006/relationships/slide"/><Relationship Id="rId53" Target="slides/slide2.xml" Type="http://schemas.openxmlformats.org/officeDocument/2006/relationships/slide"/><Relationship Id="rId54" Target="slides/slide3.xml" Type="http://schemas.openxmlformats.org/officeDocument/2006/relationships/slide"/><Relationship Id="rId55" Target="slides/slide4.xml" Type="http://schemas.openxmlformats.org/officeDocument/2006/relationships/slide"/><Relationship Id="rId56" Target="slides/slide5.xml" Type="http://schemas.openxmlformats.org/officeDocument/2006/relationships/slide"/><Relationship Id="rId57" Target="slides/slide6.xml" Type="http://schemas.openxmlformats.org/officeDocument/2006/relationships/slide"/><Relationship Id="rId58" Target="slides/slide7.xml" Type="http://schemas.openxmlformats.org/officeDocument/2006/relationships/slide"/><Relationship Id="rId59" Target="slides/slide8.xml" Type="http://schemas.openxmlformats.org/officeDocument/2006/relationships/slide"/><Relationship Id="rId6" Target="notesMasters/notesMaster1.xml" Type="http://schemas.openxmlformats.org/officeDocument/2006/relationships/notesMaster"/><Relationship Id="rId60" Target="slides/slide9.xml" Type="http://schemas.openxmlformats.org/officeDocument/2006/relationships/slide"/><Relationship Id="rId61" Target="slides/slide10.xml" Type="http://schemas.openxmlformats.org/officeDocument/2006/relationships/slide"/><Relationship Id="rId62" Target="slides/slide11.xml" Type="http://schemas.openxmlformats.org/officeDocument/2006/relationships/slide"/><Relationship Id="rId63" Target="slides/slide12.xml" Type="http://schemas.openxmlformats.org/officeDocument/2006/relationships/slide"/><Relationship Id="rId64" Target="slides/slide13.xml" Type="http://schemas.openxmlformats.org/officeDocument/2006/relationships/slide"/><Relationship Id="rId65" Target="slides/slide14.xml" Type="http://schemas.openxmlformats.org/officeDocument/2006/relationships/slide"/><Relationship Id="rId66" Target="slides/slide15.xml" Type="http://schemas.openxmlformats.org/officeDocument/2006/relationships/slide"/><Relationship Id="rId67" Target="slides/slide16.xml" Type="http://schemas.openxmlformats.org/officeDocument/2006/relationships/slide"/><Relationship Id="rId68" Target="slides/slide17.xml" Type="http://schemas.openxmlformats.org/officeDocument/2006/relationships/slide"/><Relationship Id="rId69" Target="slides/slide18.xml" Type="http://schemas.openxmlformats.org/officeDocument/2006/relationships/slide"/><Relationship Id="rId7" Target="theme/theme2.xml" Type="http://schemas.openxmlformats.org/officeDocument/2006/relationships/theme"/><Relationship Id="rId70" Target="slides/slide19.xml" Type="http://schemas.openxmlformats.org/officeDocument/2006/relationships/slide"/><Relationship Id="rId71" Target="slides/slide20.xml" Type="http://schemas.openxmlformats.org/officeDocument/2006/relationships/slide"/><Relationship Id="rId72" Target="slides/slide21.xml" Type="http://schemas.openxmlformats.org/officeDocument/2006/relationships/slide"/><Relationship Id="rId73" Target="slides/slide22.xml" Type="http://schemas.openxmlformats.org/officeDocument/2006/relationships/slide"/><Relationship Id="rId74" Target="slides/slide23.xml" Type="http://schemas.openxmlformats.org/officeDocument/2006/relationships/slide"/><Relationship Id="rId75" Target="slides/slide24.xml" Type="http://schemas.openxmlformats.org/officeDocument/2006/relationships/slide"/><Relationship Id="rId76" Target="slides/slide25.xml" Type="http://schemas.openxmlformats.org/officeDocument/2006/relationships/slide"/><Relationship Id="rId77" Target="slides/slide26.xml" Type="http://schemas.openxmlformats.org/officeDocument/2006/relationships/slide"/><Relationship Id="rId78" Target="slides/slide27.xml" Type="http://schemas.openxmlformats.org/officeDocument/2006/relationships/slide"/><Relationship Id="rId79" Target="slides/slide28.xml" Type="http://schemas.openxmlformats.org/officeDocument/2006/relationships/slide"/><Relationship Id="rId8" Target="slideMasters/slideMaster2.xml" Type="http://schemas.openxmlformats.org/officeDocument/2006/relationships/slideMaster"/><Relationship Id="rId80" Target="slides/slide29.xml" Type="http://schemas.openxmlformats.org/officeDocument/2006/relationships/slide"/><Relationship Id="rId81" Target="notesSlides/notesSlide1.xml" Type="http://schemas.openxmlformats.org/officeDocument/2006/relationships/notesSlide"/><Relationship Id="rId82" Target="notesSlides/notesSlide2.xml" Type="http://schemas.openxmlformats.org/officeDocument/2006/relationships/notesSlide"/><Relationship Id="rId83" Target="notesSlides/notesSlide3.xml" Type="http://schemas.openxmlformats.org/officeDocument/2006/relationships/notesSlide"/><Relationship Id="rId84" Target="notesSlides/notesSlide4.xml" Type="http://schemas.openxmlformats.org/officeDocument/2006/relationships/notesSlide"/><Relationship Id="rId85" Target="notesSlides/notesSlide5.xml" Type="http://schemas.openxmlformats.org/officeDocument/2006/relationships/notesSlide"/><Relationship Id="rId86" Target="notesSlides/notesSlide6.xml" Type="http://schemas.openxmlformats.org/officeDocument/2006/relationships/notesSlide"/><Relationship Id="rId87" Target="notesSlides/notesSlide7.xml" Type="http://schemas.openxmlformats.org/officeDocument/2006/relationships/notesSlide"/><Relationship Id="rId88" Target="notesSlides/notesSlide8.xml" Type="http://schemas.openxmlformats.org/officeDocument/2006/relationships/notesSlide"/><Relationship Id="rId89" Target="notesSlides/notesSlide9.xml" Type="http://schemas.openxmlformats.org/officeDocument/2006/relationships/notesSlide"/><Relationship Id="rId9" Target="slideMasters/slideMaster3.xml" Type="http://schemas.openxmlformats.org/officeDocument/2006/relationships/slideMaster"/><Relationship Id="rId90" Target="notesSlides/notesSlide10.xml" Type="http://schemas.openxmlformats.org/officeDocument/2006/relationships/notesSlide"/><Relationship Id="rId91" Target="notesSlides/notesSlide11.xml" Type="http://schemas.openxmlformats.org/officeDocument/2006/relationships/notesSlide"/><Relationship Id="rId92" Target="notesSlides/notesSlide12.xml" Type="http://schemas.openxmlformats.org/officeDocument/2006/relationships/notesSlide"/><Relationship Id="rId93" Target="notesSlides/notesSlide13.xml" Type="http://schemas.openxmlformats.org/officeDocument/2006/relationships/notesSlide"/><Relationship Id="rId94" Target="notesSlides/notesSlide14.xml" Type="http://schemas.openxmlformats.org/officeDocument/2006/relationships/notesSlide"/><Relationship Id="rId95" Target="notesSlides/notesSlide15.xml" Type="http://schemas.openxmlformats.org/officeDocument/2006/relationships/notesSlide"/><Relationship Id="rId96" Target="notesSlides/notesSlide16.xml" Type="http://schemas.openxmlformats.org/officeDocument/2006/relationships/notesSlide"/><Relationship Id="rId97" Target="notesSlides/notesSlide17.xml" Type="http://schemas.openxmlformats.org/officeDocument/2006/relationships/notesSlide"/><Relationship Id="rId98" Target="notesSlides/notesSlide18.xml" Type="http://schemas.openxmlformats.org/officeDocument/2006/relationships/notesSlide"/><Relationship Id="rId99" Target="notesSlides/notesSlide19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大家好，今天这场分享的主题是"管好你的 AI Agent"。注意，这不是一堂教你写代码的课，而是一堂教你怎么管理 Agent 的课。</a:t>
            </a:r>
            <a:r>
              <a:rPr lang="en-US" b="false" i="false" strike="noStrike" u="none" sz="1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核心就两句话：管好上下文、给对方法论，让 Agent 替你干活。接下来我会沿着一条从对齐到交付的实战管线展开。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这是今天的分享地图，一共六个部分：先讲清楚 Agent 为什么会变蠢，再围绕对齐信息、管好上下文、给对方法论三件事展开，最后是提效和总览，以及结语。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先不着急讲，我想请大家回忆一个场景。刚开始用 AI 写代码的前 10 分钟，效率飞起，像开了外挂；可半小时之后，它就开始说废话、重复、忘记前文。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你让它改三次还不对，最后干脆自己上手，发现反而更快。问题出在哪？不是 Agent 不行，而是它"变蠢"了。接下来我们就讲清楚这件事。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AI 不是一直聪明的，它有一个注意力窗口。大概在十万 token 以内，它逻辑清晰、记得上下文、会主动追问、一次成型质量高；一旦窗口爆满，超过十万 token，它就开始遗忘、重复、漏信息，质量断崖式下跌。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这不是玄学：斯坦福的 Lost in the Middle 研究发现，信息埋在长上下文中间时，准确率会从 75% 掉到 53%，呈 U 形曲线；NVIDIA 的 RULER 也证明，宣称的窗口长度不等于真正能用的长度。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这页是整个分享的地基：我们后面做的所有事情，对齐信息、管好上下文、给对方法论，本质上都是为了让 Agent 一直待在聪明区。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Agent 变蠢，通常是三种方式。第一，信息没对齐：你以为它懂了，其实它在猜，猜错就返工，每返工一次就浪费一点上下文。第二，工具不到位：为了找一个函数，它把整个代码库读一遍，无关代码塞满注意力窗口。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第三，没有方法论：让它自由发挥，它就看起来很努力，产出一堆能跑但很烂的 AI slop。这三种方式对应三种解法，正好就是后面要讲的三件事。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讲到这里先停一下，这是今天最想让大家记住的一句话：我们要学的核心不是写代码，而是怎么让 Agent 保持聪明。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让它保持聪明，靠的就是接下来要讲的三件事：对齐信息、管好上下文、给对方法论。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 Agent 保持聪明，靠三件事。第一，对齐信息：说出你的需求，它会主动追问，把你脑子里的想法挖出来，用的是 grill 和 to-prd。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第二，管好上下文：让它待在聪明区，靠精准定位、知识沉淀和会话接力，用 LSP、handoff 和 CONTEXT。第三，给对方法论：给它一套 SOP，用 tdd、bugfix 和审查，从源头消灭 AI slop。后面逐一展开。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我们对 Agent 的干预，要遵循最小必要原则。一方面把经验前置：把 TDD 的红绿重、审查的八条铁律、LSP 精准定位做成默认动作，不用每次提醒。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另一方面建立循环机制：用 grill 沿着决策树把每个分支穷尽，不限制想法，只确保不遗漏。记住，管好 Agent 不是管死 Agent，给方法、给循环，然后让它自己跑。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进入第一部分，对齐信息。这一章解决一个问题：怎么把你脑子里的需求，完整地交给 Agent，不让它靠猜。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对齐信息的第一个工具是 grill。它让 AI 扮演一个毫不留情的产品经理，不厌其烦地追问你，而且一次只问一个问题；能查代码的地方它会自己查，绝不靠猜。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比如做邀请码，它会追问有效期多久、是不是一次性、付费还是免费用户；查代码时发现 user_invite 表已经有 expires_at 字段，就建议复用。为什么不用 Plan？Plan 催你交计划，Grill 逼你把每个决策想清楚。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需求问清楚之后，有两个动作。可选的是 prototype：原型是用完即丢的代码，只回答一个问题，比如状态机怎么设计、几个 UI 方案怎么对比，不纠结质量，答完就丢。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必要的是 to-prd：它把前面的对话综合成一份 PRD，不再拷问，只确认追问；每个决策、约束、边界，包括被否决的方案都写清楚。PRD 写进 Issue，新会话直接读就能开工，这是你和 Agent 的合同。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进入第二部分，管好上下文。这一章解决一个问题：怎么让 Agent 一直待在聪明区里，不被无关信息淹没。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管好上下文的第一个工具是 LSP，语言服务协议。你可以把它理解成代码的字典，想看哪一行就查哪一行。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没有 LSP 的时候，Agent 为了搞清一个函数，可能搜遍 15 个文件、读 3000 行代码，上下文一下就被塞满了。有了 LSP，一行指令就能跳转到定义，还能列出全部 4 个调用方，只取需要的代码。用 /lsp-setup 就能给 TypeScript、Python、Go 一键配置。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 Agent 待在聪明区，有三个手段。第一是精准定位，用 LSP 只取相关代码，无关文件不进上下文。第二是 Skill 聚焦，一个 Skill 只做一件事，不把无关规则带进来，上下文更短。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第三是会话接力，用 /handoff 交接上下文，一个任务一个会话，任务结束就开新会话，不带历史包袱。核心就一句话：上下文越短，Agent 越聪明。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光有工具还不够，还要把经验沉淀下来。有三类文件。第一类 CONTEXT.md 术语表，把项目里的专有名词统一叫法，新会话先读它，不歧义。第二类 docs/adr 决策记录，把每个重要决策为什么这么定、被否决的方案也记下来，避免反复推翻。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第三类 docs/specs 已知陷阱，记下踩过的坑和边界条件，下次怎么避开。记住，沉淀不是为了写文档，而是让下一个会话不踩同样的坑。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进入第三部分，给对方法论。这一章解决一个问题：怎么给 Agent 一套 SOP，让它按正确的节奏自己跑。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给对方法论的第一个工具是 TDD。它让 Agent 严格走红、绿、重三步：先写一个会失败的测试，再写最少的代码让它通过，最后重构，重构期间测试一直保持绿。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三个要点：走公共接口验证行为，不测内部实现；红灯阶段绝不重构；做邀请码时切成 3 个切片，逐切片红绿重。测试就是 Agent 的反馈环，写错了立刻知道，不用等上线才发现。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审查的方法论叫 Thermo-Nuclear Review，核心是 Code Judo，用更好的结构让代码消失。每次审查先追问一句：这段分支、helper、抽象，能不能直接消失？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然后是八条铁律：零号 Code Judo 大胆简化，一号文件不超过 1000 行，二号不准到处加 if，三号能跑不等于能合，四号直接无聊可维护，五号类型边界干净，六号逻辑放对地方、复用工具，七号不无谓串行、不半吊子更新。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审查分两层。第一层是你带着六个问题去看：有没有 Code Judo 的机会、能不能重新定义问题、架构变好还是变坏、抽象值不值得、逻辑放对层没有、重复条件是不是在暗示缺一个模型。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第二层是 Codex Auto-Review，PR 一提交，CI 自动触发，等 1 到 2 分钟看评论。比如 PR#58 里，它指出邀请码长度被硬编码、缺少 null 检查。两层审查，一个看骨架，一个看细节，是双保险。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代码写完，用 /e2e-verify 按验收标准逐条检查。它拿验收标准对照真实运行的代码，只报事实，不给修复建议；检查手段的优先级是数据库查询、命令行 API、浏览器；结果有 PASS、FAIL、SKIP、BLOCKED 四种。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比如 Issue #42 共 5 条，AC-1、2、4 通过，AC-3 状态还是 active，预期应该是 used，所以判 FAIL。FAIL 交给 /bugfix，最多 3 轮。全部 PASS 才能提 PR。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这里停顿一下，强调一句话。自动验证再全，它也只是机器在替你看。真正上线之前，你还得亲手走一遍，因为你是那个最终要为结果负责的人。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自动验证过了，还得做分组手工测试，用 /functional-test。原则是分组测，不逐个测——用一个账号走完整条路线，把它整理成最短路径测试分组；只记事实，不分析、不建议，发现 Bug 交 /bugfix。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邀请码分两组，第一组正常，码 AB3K7F2X 数据库状态正确；第二组发现 Bug：使用后邀请人页面状态没更新、前端没刷新。这样少而全，覆盖整条路线。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发现 Bug 用 /bugfix，它是一个七阶段诊断循环。零号读知识，一号建反馈环——这是灵魂，先让错误可见；二号复现，三号列 3 到 5 个假设、多问为什么，四号探针一次只动一个变量，五号先写回归测试再修，六号沉淀。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还是邀请码前端那个例子，列出缓存、未重请求、推送缺失三个假设；探针排除缓存，发现是刷新依赖缺失；补依赖、先写回归测试，最后记入 docs/specs。它像医生问诊，不允许跳阶段、不能猜着修。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再停顿一下。单个任务跑通了，可当需求越来越多，一个窗口、一个会话怎么同时干好几件事？这就引出最后的话题：并行开发。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需求多了，怎么并行？关键是切片方式。水平切片是一个人写所有后端、一个人写所有前端，合并时才发现对不上，返工甚至互相阻塞。垂直切片是每个窗口做完整功能，库、接口、页面一起做，独立可验证，能真并行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用 /to-issues 把需求智能切成独立小任务，按垂直切片，含验收标准和依赖。什么时候能并行？明显可并行的，比如界面加后端，才并行；不确定就别并行，先串行做稳。先切对，再并行。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把整条管线串起来。规划阶段：用 grill 拷问需求，你参与；可选 prototype 验证；to-prd 写需求，你参与；可选 to-issues 切任务。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交付阶段：tdd 红绿重，自动；Review 走 thermo 加 Codex，自动；e2e-verify 逐条验，自动；functional-test 分组手测，你参与。整个流程里你真正参与的就 3 处，其余 Agent 自己跑。出 Bug 交 bugfix，上下文满了 handoff。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把工具按四组整理。规划与需求：grill、to-prd、prototype、to-issues。代码智能：LSP 跳转查引用，lsp-setup 一键配置。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编码与审查：tdd、bugfix、thermo-nuclear 自动审查、e2e-verify 自动验、functional-test 手测。辅助：handoff 会话接力、improve-arch 改善架构。大家可以按这个表对号入座，不用背。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最后用一张地图把整条管线串起来。零号捕获，想法或 Bug 写进 Issue；一号对齐，grill、可选 prototype、to-prd；二号切片，to-issues 按垂直切片并行；三号审查，thermo 加 Codex；四号验证，e2e，FAIL 就回 bugfix；五号手测，functional-test 后交付。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记住两条路径：Feature 走 tdd，Bug 走 bugfix；菱形标记的三处需要你亲自参与。知识库贯穿全程，CONTEXT.md、docs/adr、docs/specs 随时读写。这张图建议大家保存下来。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收尾，把核心观点说清楚。你做决策，Agent 做执行，相信它。今天讲的所有命令和方法，都是为了让你更放心地把执行交给 Agent，把决策权留在自己手里。谢谢大家。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11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12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13.xml" Type="http://schemas.openxmlformats.org/officeDocument/2006/relationships/slideMaster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14.xml" Type="http://schemas.openxmlformats.org/officeDocument/2006/relationships/slideMaster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14.xml" Type="http://schemas.openxmlformats.org/officeDocument/2006/relationships/slideMaster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15.xml" Type="http://schemas.openxmlformats.org/officeDocument/2006/relationships/slideMaster"/></Relationships>
</file>

<file path=ppt/slideLayouts/_rels/slideLayout45.xml.rels><?xml version="1.0" encoding="UTF-8" standalone="yes"?><Relationships xmlns="http://schemas.openxmlformats.org/package/2006/relationships"><Relationship Id="rId1" Target="../slideMasters/slideMaster16.xml" Type="http://schemas.openxmlformats.org/officeDocument/2006/relationships/slideMaster"/></Relationships>
</file>

<file path=ppt/slideLayouts/_rels/slideLayout46.xml.rels><?xml version="1.0" encoding="UTF-8" standalone="yes"?><Relationships xmlns="http://schemas.openxmlformats.org/package/2006/relationships"><Relationship Id="rId1" Target="../slideMasters/slideMaster17.xml" Type="http://schemas.openxmlformats.org/officeDocument/2006/relationships/slideMaster"/></Relationships>
</file>

<file path=ppt/slideLayouts/_rels/slideLayout47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48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49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0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1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2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3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4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5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56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57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8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59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60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61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62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63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64.xml.rels><?xml version="1.0" encoding="UTF-8" standalone="yes"?><Relationships xmlns="http://schemas.openxmlformats.org/package/2006/relationships"><Relationship Id="rId1" Target="../slideMasters/slideMaster18.xml" Type="http://schemas.openxmlformats.org/officeDocument/2006/relationships/slideMaster"/></Relationships>
</file>

<file path=ppt/slideLayouts/_rels/slideLayout65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66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67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68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69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0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1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2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3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74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75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6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7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8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79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80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81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82.xml.rels><?xml version="1.0" encoding="UTF-8" standalone="yes"?><Relationships xmlns="http://schemas.openxmlformats.org/package/2006/relationships"><Relationship Id="rId1" Target="../slideMasters/slideMaster19.xml" Type="http://schemas.openxmlformats.org/officeDocument/2006/relationships/slideMaster"/></Relationships>
</file>

<file path=ppt/slideLayouts/_rels/slideLayout83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84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85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86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87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88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89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0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1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92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93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4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5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6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7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8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99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100.xml.rels><?xml version="1.0" encoding="UTF-8" standalone="yes"?><Relationships xmlns="http://schemas.openxmlformats.org/package/2006/relationships"><Relationship Id="rId1" Target="../slideMasters/slideMaster20.xml" Type="http://schemas.openxmlformats.org/officeDocument/2006/relationships/slideMaster"/></Relationships>
</file>

<file path=ppt/slideLayouts/_rels/slideLayout101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2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3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4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5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6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7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8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09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10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11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2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3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4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5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6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7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8.xml.rels><?xml version="1.0" encoding="UTF-8" standalone="yes"?><Relationships xmlns="http://schemas.openxmlformats.org/package/2006/relationships"><Relationship Id="rId1" Target="../slideMasters/slideMaster21.xml" Type="http://schemas.openxmlformats.org/officeDocument/2006/relationships/slideMaster"/></Relationships>
</file>

<file path=ppt/slideLayouts/_rels/slideLayout119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0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1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2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3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4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5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6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27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28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29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0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1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2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3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4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5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6.xml.rels><?xml version="1.0" encoding="UTF-8" standalone="yes"?><Relationships xmlns="http://schemas.openxmlformats.org/package/2006/relationships"><Relationship Id="rId1" Target="../slideMasters/slideMaster22.xml" Type="http://schemas.openxmlformats.org/officeDocument/2006/relationships/slideMaster"/></Relationships>
</file>

<file path=ppt/slideLayouts/_rels/slideLayout137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38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39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0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1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2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3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4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5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46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47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8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49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50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51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52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53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54.xml.rels><?xml version="1.0" encoding="UTF-8" standalone="yes"?><Relationships xmlns="http://schemas.openxmlformats.org/package/2006/relationships"><Relationship Id="rId1" Target="../slideMasters/slideMaster23.xml" Type="http://schemas.openxmlformats.org/officeDocument/2006/relationships/slideMaster"/></Relationships>
</file>

<file path=ppt/slideLayouts/_rels/slideLayout155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56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57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58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59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0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1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2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3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64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65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6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7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8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69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70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71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72.xml.rels><?xml version="1.0" encoding="UTF-8" standalone="yes"?><Relationships xmlns="http://schemas.openxmlformats.org/package/2006/relationships"><Relationship Id="rId1" Target="../slideMasters/slideMaster24.xml" Type="http://schemas.openxmlformats.org/officeDocument/2006/relationships/slideMaster"/></Relationships>
</file>

<file path=ppt/slideLayouts/_rels/slideLayout173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74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75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76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77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78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79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0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1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82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183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4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5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6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7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8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89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90.xml.rels><?xml version="1.0" encoding="UTF-8" standalone="yes"?><Relationships xmlns="http://schemas.openxmlformats.org/package/2006/relationships"><Relationship Id="rId1" Target="../slideMasters/slideMaster25.xml" Type="http://schemas.openxmlformats.org/officeDocument/2006/relationships/slideMaster"/></Relationships>
</file>

<file path=ppt/slideLayouts/_rels/slideLayout191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2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3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4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5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6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7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8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199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00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01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2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3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4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5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6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7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8.xml.rels><?xml version="1.0" encoding="UTF-8" standalone="yes"?><Relationships xmlns="http://schemas.openxmlformats.org/package/2006/relationships"><Relationship Id="rId1" Target="../slideMasters/slideMaster26.xml" Type="http://schemas.openxmlformats.org/officeDocument/2006/relationships/slideMaster"/></Relationships>
</file>

<file path=ppt/slideLayouts/_rels/slideLayout209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0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1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2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3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4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5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6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17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18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19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0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1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2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3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4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5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6.xml.rels><?xml version="1.0" encoding="UTF-8" standalone="yes"?><Relationships xmlns="http://schemas.openxmlformats.org/package/2006/relationships"><Relationship Id="rId1" Target="../slideMasters/slideMaster27.xml" Type="http://schemas.openxmlformats.org/officeDocument/2006/relationships/slideMaster"/></Relationships>
</file>

<file path=ppt/slideLayouts/_rels/slideLayout227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28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29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0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1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2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3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4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5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36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37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8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39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40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41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42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43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44.xml.rels><?xml version="1.0" encoding="UTF-8" standalone="yes"?><Relationships xmlns="http://schemas.openxmlformats.org/package/2006/relationships"><Relationship Id="rId1" Target="../slideMasters/slideMaster28.xml" Type="http://schemas.openxmlformats.org/officeDocument/2006/relationships/slideMaster"/></Relationships>
</file>

<file path=ppt/slideLayouts/_rels/slideLayout245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46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47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48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49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0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1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2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3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54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255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6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7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8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59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60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61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62.xml.rels><?xml version="1.0" encoding="UTF-8" standalone="yes"?><Relationships xmlns="http://schemas.openxmlformats.org/package/2006/relationships"><Relationship Id="rId1" Target="../slideMasters/slideMaster29.xml" Type="http://schemas.openxmlformats.org/officeDocument/2006/relationships/slideMaster"/></Relationships>
</file>

<file path=ppt/slideLayouts/_rels/slideLayout263.xml.rels><?xml version="1.0" encoding="UTF-8" standalone="yes"?><Relationships xmlns="http://schemas.openxmlformats.org/package/2006/relationships"><Relationship Id="rId1" Target="../slideMasters/slideMaster30.xml" Type="http://schemas.openxmlformats.org/officeDocument/2006/relationships/slideMaster"/></Relationships>
</file>

<file path=ppt/slideLayouts/_rels/slideLayout264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65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66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67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68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69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70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71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2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3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4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5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6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7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8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79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80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81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82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83.xml.rels><?xml version="1.0" encoding="UTF-8" standalone="yes"?><Relationships xmlns="http://schemas.openxmlformats.org/package/2006/relationships"><Relationship Id="rId1" Target="../slideMasters/slideMaster31.xml" Type="http://schemas.openxmlformats.org/officeDocument/2006/relationships/slideMaster"/></Relationships>
</file>

<file path=ppt/slideLayouts/_rels/slideLayout284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85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86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87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88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89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90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291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2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3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4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5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6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7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8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299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300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301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302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303.xml.rels><?xml version="1.0" encoding="UTF-8" standalone="yes"?><Relationships xmlns="http://schemas.openxmlformats.org/package/2006/relationships"><Relationship Id="rId1" Target="../slideMasters/slideMaster32.xml" Type="http://schemas.openxmlformats.org/officeDocument/2006/relationships/slideMaster"/></Relationships>
</file>

<file path=ppt/slideLayouts/_rels/slideLayout304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05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06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07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08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09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10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11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2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3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4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5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6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7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8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19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20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21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22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23.xml.rels><?xml version="1.0" encoding="UTF-8" standalone="yes"?><Relationships xmlns="http://schemas.openxmlformats.org/package/2006/relationships"><Relationship Id="rId1" Target="../slideMasters/slideMaster33.xml" Type="http://schemas.openxmlformats.org/officeDocument/2006/relationships/slideMaster"/></Relationships>
</file>

<file path=ppt/slideLayouts/_rels/slideLayout324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25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26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27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28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29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0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1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2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3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4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5.xml.rels><?xml version="1.0" encoding="UTF-8" standalone="yes"?><Relationships xmlns="http://schemas.openxmlformats.org/package/2006/relationships"><Relationship Id="rId1" Target="../slideMasters/slideMaster34.xml" Type="http://schemas.openxmlformats.org/officeDocument/2006/relationships/slideMaster"/></Relationships>
</file>

<file path=ppt/slideLayouts/_rels/slideLayout336.xml.rels><?xml version="1.0" encoding="UTF-8" standalone="yes"?><Relationships xmlns="http://schemas.openxmlformats.org/package/2006/relationships"><Relationship Id="rId1" Target="../slideMasters/slideMaster35.xml" Type="http://schemas.openxmlformats.org/officeDocument/2006/relationships/slideMaster"/></Relationships>
</file>

<file path=ppt/slideLayouts/_rels/slideLayout337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38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39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40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1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2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43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44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5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6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7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8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49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0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1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2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3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4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5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6.xml.rels><?xml version="1.0" encoding="UTF-8" standalone="yes"?><Relationships xmlns="http://schemas.openxmlformats.org/package/2006/relationships"><Relationship Id="rId1" Target="../slideMasters/slideMaster36.xml" Type="http://schemas.openxmlformats.org/officeDocument/2006/relationships/slideMaster"/></Relationships>
</file>

<file path=ppt/slideLayouts/_rels/slideLayout357.xml.rels><?xml version="1.0" encoding="UTF-8" standalone="yes"?><Relationships xmlns="http://schemas.openxmlformats.org/package/2006/relationships"><Relationship Id="rId1" Target="../slideMasters/slideMaster37.xml" Type="http://schemas.openxmlformats.org/officeDocument/2006/relationships/slideMaster"/></Relationships>
</file>

<file path=ppt/slideLayouts/_rels/slideLayout358.xml.rels><?xml version="1.0" encoding="UTF-8" standalone="yes"?><Relationships xmlns="http://schemas.openxmlformats.org/package/2006/relationships"><Relationship Id="rId1" Target="../slideMasters/slideMaster38.xml" Type="http://schemas.openxmlformats.org/officeDocument/2006/relationships/slideMaster"/></Relationships>
</file>

<file path=ppt/slideLayouts/_rels/slideLayout359.xml.rels><?xml version="1.0" encoding="UTF-8" standalone="yes"?><Relationships xmlns="http://schemas.openxmlformats.org/package/2006/relationships"><Relationship Id="rId1" Target="../slideMasters/slideMaster39.xml" Type="http://schemas.openxmlformats.org/officeDocument/2006/relationships/slideMaster"/></Relationships>
</file>

<file path=ppt/slideLayouts/_rels/slideLayout360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61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362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363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64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65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366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Relationship Id="rId2" Target="../media/image6.png" Type="http://schemas.openxmlformats.org/officeDocument/2006/relationships/image"/><Relationship Id="rId3" Target="../media/image5.svg" Type="http://schemas.openxmlformats.org/officeDocument/2006/relationships/image"/></Relationships>
</file>

<file path=ppt/slideLayouts/_rels/slideLayout367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68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69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0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1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2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3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4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5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6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7.xml.rels><?xml version="1.0" encoding="UTF-8" standalone="yes"?><Relationships xmlns="http://schemas.openxmlformats.org/package/2006/relationships"><Relationship Id="rId1" Target="../slideMasters/slideMaster40.xml" Type="http://schemas.openxmlformats.org/officeDocument/2006/relationships/slideMaster"/></Relationships>
</file>

<file path=ppt/slideLayouts/_rels/slideLayout378.xml.rels><?xml version="1.0" encoding="UTF-8" standalone="yes"?><Relationships xmlns="http://schemas.openxmlformats.org/package/2006/relationships"><Relationship Id="rId1" Target="../slideMasters/slideMaster41.xml" Type="http://schemas.openxmlformats.org/officeDocument/2006/relationships/slideMaster"/></Relationships>
</file>

<file path=ppt/slideLayouts/_rels/slideLayout379.xml.rels><?xml version="1.0" encoding="UTF-8" standalone="yes"?><Relationships xmlns="http://schemas.openxmlformats.org/package/2006/relationships"><Relationship Id="rId1" Target="../slideMasters/slideMaster42.xml" Type="http://schemas.openxmlformats.org/officeDocument/2006/relationships/slideMaster"/></Relationships>
</file>

<file path=ppt/slideLayouts/_rels/slideLayout380.xml.rels><?xml version="1.0" encoding="UTF-8" standalone="yes"?><Relationships xmlns="http://schemas.openxmlformats.org/package/2006/relationships"><Relationship Id="rId1" Target="../slideMasters/slideMaster43.xml" Type="http://schemas.openxmlformats.org/officeDocument/2006/relationships/slideMaster"/></Relationships>
</file>

<file path=ppt/slideLayouts/_rels/slideLayout381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82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83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84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85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86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87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388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89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0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1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2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3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4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5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6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7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8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399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400.xml.rels><?xml version="1.0" encoding="UTF-8" standalone="yes"?><Relationships xmlns="http://schemas.openxmlformats.org/package/2006/relationships"><Relationship Id="rId1" Target="../slideMasters/slideMaster44.xml" Type="http://schemas.openxmlformats.org/officeDocument/2006/relationships/slideMaster"/></Relationships>
</file>

<file path=ppt/slideLayouts/_rels/slideLayout401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02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403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404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05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06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407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Relationship Id="rId2" Target="../media/image6.png" Type="http://schemas.openxmlformats.org/officeDocument/2006/relationships/image"/><Relationship Id="rId3" Target="../media/image9.svg" Type="http://schemas.openxmlformats.org/officeDocument/2006/relationships/image"/></Relationships>
</file>

<file path=ppt/slideLayouts/_rels/slideLayout408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09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0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1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2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3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4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5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6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7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8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19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_rels/slideLayout420.xml.rels><?xml version="1.0" encoding="UTF-8" standalone="yes"?><Relationships xmlns="http://schemas.openxmlformats.org/package/2006/relationships"><Relationship Id="rId1" Target="../slideMasters/slideMaster45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 hasCustomPrompt="true"/>
          </p:nvPr>
        </p:nvSpPr>
        <p:spPr>
          <a:xfrm rot="0" flipH="false" flipV="false">
            <a:off x="838200" y="2244725"/>
            <a:ext cx="10541000" cy="1158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72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72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主标题</a:t>
            </a:r>
          </a:p>
        </p:txBody>
      </p:sp>
      <p:sp>
        <p:nvSpPr>
          <p:cNvPr name="AutoShape 3" id="3"/>
          <p:cNvSpPr/>
          <p:nvPr>
            <p:ph idx="2" type="body" sz="quarter" hasCustomPrompt="true"/>
          </p:nvPr>
        </p:nvSpPr>
        <p:spPr>
          <a:xfrm rot="0" flipH="false" flipV="false">
            <a:off x="838200" y="3454401"/>
            <a:ext cx="10540999" cy="630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5019358" y="1006475"/>
            <a:ext cx="5973761" cy="42564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Wingdings"/>
              <a:buChar char="u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Wingdings"/>
              <a:buChar char="u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Wingdings"/>
              <a:buChar char="u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  <a:p>
            <a:pPr algn="l" marL="457200" indent="-4572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6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4318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889000" indent="-203200"/>
            <a:lvl3pPr marL="1346200" indent="-2032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228600" marL="228600" defTabSz="9144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228600" marL="228600" defTabSz="9144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7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914400">
              <a:lnSpc>
                <a:spcPct val="91666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228600" indent="-22860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" type="body" sz="quarter" hasCustomPrompt="true"/>
          </p:nvPr>
        </p:nvSpPr>
        <p:spPr>
          <a:xfrm rot="0" flipH="false" flipV="false">
            <a:off x="4866959" y="1"/>
            <a:ext cx="6298881" cy="532660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4572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Noto Sans SC"/>
              </a:defRPr>
            </a:lvl1pPr>
            <a:lvl2pPr marL="914400" indent="-228600"/>
            <a:lvl3pPr marL="1371600" indent="-2286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200000"/>
              </a:lnSpc>
              <a:spcBef>
                <a:spcPts val="1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228600" marL="228600" defTabSz="914400">
              <a:lnSpc>
                <a:spcPct val="200000"/>
              </a:lnSpc>
              <a:spcBef>
                <a:spcPts val="1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228600" marL="228600" defTabSz="914400">
              <a:lnSpc>
                <a:spcPct val="200000"/>
              </a:lnSpc>
              <a:spcBef>
                <a:spcPts val="1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" type="body" sz="quarter" hasCustomPrompt="true"/>
          </p:nvPr>
        </p:nvSpPr>
        <p:spPr>
          <a:xfrm rot="0" flipH="false" flipV="false">
            <a:off x="5232400" y="2766218"/>
            <a:ext cx="66548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章节标题，右侧章节数字需自行设置</a:t>
            </a:r>
          </a:p>
        </p:txBody>
      </p:sp>
      <p:sp>
        <p:nvSpPr>
          <p:cNvPr name="AutoShape 3" id="3"/>
          <p:cNvSpPr/>
          <p:nvPr>
            <p:ph idx="10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914400">
              <a:lnSpc>
                <a:spcPct val="91666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228600" indent="-22860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5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6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9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1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23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5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7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0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31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35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3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金句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金句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3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4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4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4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4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5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4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49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2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6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6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6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6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6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7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7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8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8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8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8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8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9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9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9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9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9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9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9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0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10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0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0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0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0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0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11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1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1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11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11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12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12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12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12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12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12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12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13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13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13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13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13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13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13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4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14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4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4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4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4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4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15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5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5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15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15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16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16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16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16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16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16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16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17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17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17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17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17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17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17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8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18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8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8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18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18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8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19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9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19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19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19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20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20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0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20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20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20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20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21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21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21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1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21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21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21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2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22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22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22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22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22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2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23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3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3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23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23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24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24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4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24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24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24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24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25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25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25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5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25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25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25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6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26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26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26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26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26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6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27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7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27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27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27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28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28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8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28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28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28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28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29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29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29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9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29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29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29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0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30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30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30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30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30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0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31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1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1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1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31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2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32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32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32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32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32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32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33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33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33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33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33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33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33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4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34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4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34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34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4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34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34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4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4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35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5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5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5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35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6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36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36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36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36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36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36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37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37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37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37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37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37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37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8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38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38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38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38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38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8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39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9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39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39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39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0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40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40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0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40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0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0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0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0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40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41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41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41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1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41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1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1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41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41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1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2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42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42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42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42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42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2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43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3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3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43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43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44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44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4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44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4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4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44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45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45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45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5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45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5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5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45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45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5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6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46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46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46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46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46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6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47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7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47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47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47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48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48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8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48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8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48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48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49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49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49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9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49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9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9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49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49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9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00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50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2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503" type="body" sz="quarter" hasCustomPrompt="true"/>
          </p:nvPr>
        </p:nvSpPr>
        <p:spPr>
          <a:xfrm rot="0" flipH="false" flipV="false">
            <a:off x="710880" y="24418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504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5" type="body" sz="quarter" hasCustomPrompt="true"/>
          </p:nvPr>
        </p:nvSpPr>
        <p:spPr>
          <a:xfrm rot="0" flipH="false" flipV="false">
            <a:off x="710879" y="16461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50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507" type="body" sz="quarter" hasCustomPrompt="true"/>
          </p:nvPr>
        </p:nvSpPr>
        <p:spPr>
          <a:xfrm rot="0" flipH="false" flipV="false">
            <a:off x="710881" y="940081"/>
            <a:ext cx="1071912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0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0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51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13" type="body" sz="quarter" hasCustomPrompt="true"/>
          </p:nvPr>
        </p:nvSpPr>
        <p:spPr>
          <a:xfrm rot="0" flipH="false" flipV="false">
            <a:off x="710879" y="934933"/>
            <a:ext cx="1071912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circleNumDbPlain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15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1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51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2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21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522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523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52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25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52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27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52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529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53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531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53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533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53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5" type="body" sz="quarter" hasCustomPrompt="true"/>
          </p:nvPr>
        </p:nvSpPr>
        <p:spPr>
          <a:xfrm rot="0" flipH="false" flipV="false">
            <a:off x="4866958" y="1087755"/>
            <a:ext cx="6298881" cy="4855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 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6" type="body" sz="quarter" hasCustomPrompt="true"/>
          </p:nvPr>
        </p:nvSpPr>
        <p:spPr>
          <a:xfrm rot="0" flipH="false" flipV="false">
            <a:off x="5273040" y="2398078"/>
            <a:ext cx="6725920" cy="5483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标题，右侧章节自行设置，如01</a:t>
            </a:r>
          </a:p>
        </p:txBody>
      </p:sp>
      <p:sp>
        <p:nvSpPr>
          <p:cNvPr name="AutoShape 3" id="3"/>
          <p:cNvSpPr/>
          <p:nvPr>
            <p:ph idx="537" type="body" sz="quarter" hasCustomPrompt="true"/>
          </p:nvPr>
        </p:nvSpPr>
        <p:spPr>
          <a:xfrm rot="0" flipH="false" flipV="false">
            <a:off x="5273040" y="3069272"/>
            <a:ext cx="5466080" cy="2031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60400" indent="-203200">
              <a:lnSpc>
                <a:spcPct val="150000"/>
              </a:lnSpc>
              <a:defRPr sz="1600" b="fals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  <a:lvl2pPr marL="1117600" indent="-203200"/>
            <a:lvl3pPr marL="1574800" indent="-203200"/>
            <a:lvl4pPr marL="2032000" indent="-203200"/>
            <a:lvl5pPr marL="2489200" indent="-203200"/>
            <a:lvl6pPr marL="2946400" indent="-203200"/>
            <a:lvl7pPr marL="3403600" indent="-203200"/>
            <a:lvl8pPr marL="3860800" indent="-203200"/>
            <a:lvl9pPr marL="4318000" indent="-203200"/>
          </a:lstStyle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输入具体主讲内容</a:t>
            </a:r>
          </a:p>
          <a:p>
            <a:pPr algn="l" indent="-457200" marL="457200">
              <a:lnSpc>
                <a:spcPct val="150000"/>
              </a:lnSpc>
              <a:spcBef>
                <a:spcPct val="20000"/>
              </a:spcBef>
              <a:buClr>
                <a:srgbClr val="595959"/>
              </a:buClr>
              <a:buFont typeface="Arial"/>
              <a:buChar char="•"/>
            </a:pPr>
            <a:r>
              <a:rPr lang="en-US" b="false" i="false" strike="noStrike" u="none" sz="16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可根据标题数量调整字体大小</a:t>
            </a:r>
          </a:p>
        </p:txBody>
      </p:sp>
      <p:sp>
        <p:nvSpPr>
          <p:cNvPr name="AutoShape 4" id="4"/>
          <p:cNvSpPr/>
          <p:nvPr>
            <p:ph idx="538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4000" b="true" i="false" u="none" strike="noStrike" spc="0">
                <a:solidFill>
                  <a:srgbClr val="FFFFFF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ctr" marL="457200" indent="-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章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9" type="body" sz="quarter" hasCustomPrompt="true"/>
          </p:nvPr>
        </p:nvSpPr>
        <p:spPr>
          <a:xfrm rot="0" flipH="false" flipV="false">
            <a:off x="4866959" y="1"/>
            <a:ext cx="6298881" cy="532660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0" type="body" sz="quarter" hasCustomPrompt="true"/>
          </p:nvPr>
        </p:nvSpPr>
        <p:spPr>
          <a:xfrm rot="0" flipH="false" flipV="false">
            <a:off x="710881" y="940082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54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43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45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6" type="body" sz="quarter" hasCustomPrompt="true"/>
          </p:nvPr>
        </p:nvSpPr>
        <p:spPr>
          <a:xfrm rot="0" flipH="false" flipV="false">
            <a:off x="710881" y="940081"/>
            <a:ext cx="9845675" cy="1934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54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49" type="body" sz="quarter" hasCustomPrompt="true"/>
          </p:nvPr>
        </p:nvSpPr>
        <p:spPr>
          <a:xfrm rot="0" flipH="false" flipV="false">
            <a:off x="710881" y="945094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5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51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552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5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54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555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556" type="body" sz="quarter" hasCustomPrompt="true"/>
          </p:nvPr>
        </p:nvSpPr>
        <p:spPr>
          <a:xfrm rot="0" flipH="false" flipV="false">
            <a:off x="5126584" y="1436557"/>
            <a:ext cx="5760539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55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3" y="2254205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7" y="4231537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58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4"/>
            <a:ext cx="3587349" cy="3036721"/>
            <a:chOff x="710880" y="1928704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6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7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6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600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4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3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70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55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60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20700" indent="-177800">
              <a:lnSpc>
                <a:spcPct val="15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56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5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9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2" y="2161714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562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56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8" y="2466441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7" y="3583987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1" y="4003338"/>
            <a:ext cx="695927" cy="695927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9" cy="1913639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564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56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1" y="2080300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6" y="3948334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7" y="2597311"/>
            <a:ext cx="302531" cy="302531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5" y="3264493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1" cy="2017951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566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56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4" y="4089234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9" y="2051118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1" cy="562211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6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69" type="body" sz="quarter" hasCustomPrompt="true"/>
          </p:nvPr>
        </p:nvSpPr>
        <p:spPr>
          <a:xfrm rot="0" flipH="false" flipV="false">
            <a:off x="710880" y="940082"/>
            <a:ext cx="10698800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570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1" type="body" sz="quarter" hasCustomPrompt="true"/>
          </p:nvPr>
        </p:nvSpPr>
        <p:spPr>
          <a:xfrm rot="0" flipH="false" flipV="false">
            <a:off x="710882" y="1646134"/>
            <a:ext cx="10749599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6620" indent="-177800"/>
            <a:lvl3pPr marL="1257300" indent="-177800"/>
            <a:lvl4pPr marL="1617980" indent="-177800"/>
            <a:lvl5pPr marL="1978660" indent="-177800"/>
            <a:lvl6pPr marL="2339340" indent="-177800"/>
            <a:lvl7pPr marL="2700020" indent="-177800"/>
            <a:lvl8pPr marL="3060700" indent="-177800"/>
            <a:lvl9pPr marL="342138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572" type="body" sz="quarter" hasCustomPrompt="true"/>
          </p:nvPr>
        </p:nvSpPr>
        <p:spPr>
          <a:xfrm rot="0" flipH="false" flipV="false">
            <a:off x="710880" y="235311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573" type="body" sz="quarter" hasCustomPrompt="true"/>
          </p:nvPr>
        </p:nvSpPr>
        <p:spPr>
          <a:xfrm rot="0" flipH="false" flipV="false">
            <a:off x="710882" y="940082"/>
            <a:ext cx="10749599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75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77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9" type="body" sz="quarter" hasCustomPrompt="true"/>
          </p:nvPr>
        </p:nvSpPr>
        <p:spPr>
          <a:xfrm rot="0" flipH="false" flipV="false">
            <a:off x="815413" y="-123395"/>
            <a:ext cx="10515600" cy="12481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0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1" type="body" sz="quarter" hasCustomPrompt="true"/>
          </p:nvPr>
        </p:nvSpPr>
        <p:spPr>
          <a:xfrm rot="0" flipH="false" flipV="false">
            <a:off x="710881" y="940082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58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84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86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7" type="body" sz="quarter" hasCustomPrompt="true"/>
          </p:nvPr>
        </p:nvSpPr>
        <p:spPr>
          <a:xfrm rot="0" flipH="false" flipV="false">
            <a:off x="710881" y="940081"/>
            <a:ext cx="9845675" cy="1934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58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8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590" type="body" sz="quarter" hasCustomPrompt="true"/>
          </p:nvPr>
        </p:nvSpPr>
        <p:spPr>
          <a:xfrm rot="0" flipH="false" flipV="false">
            <a:off x="710881" y="945094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92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593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595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596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597" type="body" sz="quarter" hasCustomPrompt="true"/>
          </p:nvPr>
        </p:nvSpPr>
        <p:spPr>
          <a:xfrm rot="0" flipH="false" flipV="false">
            <a:off x="5126584" y="1436557"/>
            <a:ext cx="5760539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59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3" y="2254205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7" y="4231537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9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4"/>
            <a:ext cx="3587349" cy="3036721"/>
            <a:chOff x="710880" y="1928704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6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7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6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600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4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3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70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60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01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20700" indent="-177800">
              <a:lnSpc>
                <a:spcPct val="15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60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5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9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2" y="2161714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603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60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8" y="2466441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7" y="3583987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1" y="4003338"/>
            <a:ext cx="695927" cy="695927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9" cy="1913639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605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60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1" y="2080300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6" y="3948334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7" y="2597311"/>
            <a:ext cx="302531" cy="302531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5" y="3264493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1" cy="2017951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607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60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4" y="4089234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9" y="2051118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1" cy="562211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0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10" type="body" sz="quarter" hasCustomPrompt="true"/>
          </p:nvPr>
        </p:nvSpPr>
        <p:spPr>
          <a:xfrm rot="0" flipH="false" flipV="false">
            <a:off x="710880" y="940082"/>
            <a:ext cx="10698800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611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2" type="body" sz="quarter" hasCustomPrompt="true"/>
          </p:nvPr>
        </p:nvSpPr>
        <p:spPr>
          <a:xfrm rot="0" flipH="false" flipV="false">
            <a:off x="710882" y="1646134"/>
            <a:ext cx="10749599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6620" indent="-177800"/>
            <a:lvl3pPr marL="1257300" indent="-177800"/>
            <a:lvl4pPr marL="1617980" indent="-177800"/>
            <a:lvl5pPr marL="1978660" indent="-177800"/>
            <a:lvl6pPr marL="2339340" indent="-177800"/>
            <a:lvl7pPr marL="2700020" indent="-177800"/>
            <a:lvl8pPr marL="3060700" indent="-177800"/>
            <a:lvl9pPr marL="342138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613" type="body" sz="quarter" hasCustomPrompt="true"/>
          </p:nvPr>
        </p:nvSpPr>
        <p:spPr>
          <a:xfrm rot="0" flipH="false" flipV="false">
            <a:off x="710880" y="235311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614" type="body" sz="quarter" hasCustomPrompt="true"/>
          </p:nvPr>
        </p:nvSpPr>
        <p:spPr>
          <a:xfrm rot="0" flipH="false" flipV="false">
            <a:off x="710882" y="940082"/>
            <a:ext cx="10749599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16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18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0" type="body" sz="quarter" hasCustomPrompt="true"/>
          </p:nvPr>
        </p:nvSpPr>
        <p:spPr>
          <a:xfrm rot="0" flipH="false" flipV="false">
            <a:off x="815413" y="-123395"/>
            <a:ext cx="10515600" cy="12481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1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2" type="body" sz="quarter" hasCustomPrompt="true"/>
          </p:nvPr>
        </p:nvSpPr>
        <p:spPr>
          <a:xfrm rot="0" flipH="false" flipV="false">
            <a:off x="710881" y="940082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62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625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627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8" type="body" sz="quarter" hasCustomPrompt="true"/>
          </p:nvPr>
        </p:nvSpPr>
        <p:spPr>
          <a:xfrm rot="0" flipH="false" flipV="false">
            <a:off x="710881" y="940081"/>
            <a:ext cx="9845675" cy="1934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62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3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31" type="body" sz="quarter" hasCustomPrompt="true"/>
          </p:nvPr>
        </p:nvSpPr>
        <p:spPr>
          <a:xfrm rot="0" flipH="false" flipV="false">
            <a:off x="710881" y="945094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3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633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634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3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636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637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638" type="body" sz="quarter" hasCustomPrompt="true"/>
          </p:nvPr>
        </p:nvSpPr>
        <p:spPr>
          <a:xfrm rot="0" flipH="false" flipV="false">
            <a:off x="5126584" y="1436557"/>
            <a:ext cx="5760539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63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3" y="2254205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7" y="4231537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40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4"/>
            <a:ext cx="3587349" cy="3036721"/>
            <a:chOff x="710880" y="1928704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6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7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6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600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4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3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70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64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42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20700" indent="-177800">
              <a:lnSpc>
                <a:spcPct val="15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64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5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9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2" y="2161714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644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64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8" y="2466441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7" y="3583987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1" y="4003338"/>
            <a:ext cx="695927" cy="695927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9" cy="1913639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646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64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1" y="2080300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6" y="3948334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7" y="2597311"/>
            <a:ext cx="302531" cy="302531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5" y="3264493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1" cy="2017951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648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64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4" y="4089234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9" y="2051118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1" cy="562211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51" type="body" sz="quarter" hasCustomPrompt="true"/>
          </p:nvPr>
        </p:nvSpPr>
        <p:spPr>
          <a:xfrm rot="0" flipH="false" flipV="false">
            <a:off x="710880" y="940082"/>
            <a:ext cx="10698800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652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3" type="body" sz="quarter" hasCustomPrompt="true"/>
          </p:nvPr>
        </p:nvSpPr>
        <p:spPr>
          <a:xfrm rot="0" flipH="false" flipV="false">
            <a:off x="710882" y="1646134"/>
            <a:ext cx="10749599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6620" indent="-177800"/>
            <a:lvl3pPr marL="1257300" indent="-177800"/>
            <a:lvl4pPr marL="1617980" indent="-177800"/>
            <a:lvl5pPr marL="1978660" indent="-177800"/>
            <a:lvl6pPr marL="2339340" indent="-177800"/>
            <a:lvl7pPr marL="2700020" indent="-177800"/>
            <a:lvl8pPr marL="3060700" indent="-177800"/>
            <a:lvl9pPr marL="342138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654" type="body" sz="quarter" hasCustomPrompt="true"/>
          </p:nvPr>
        </p:nvSpPr>
        <p:spPr>
          <a:xfrm rot="0" flipH="false" flipV="false">
            <a:off x="710880" y="235311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655" type="body" sz="quarter" hasCustomPrompt="true"/>
          </p:nvPr>
        </p:nvSpPr>
        <p:spPr>
          <a:xfrm rot="0" flipH="false" flipV="false">
            <a:off x="710882" y="940082"/>
            <a:ext cx="10749599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57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659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6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61" type="body" sz="quarter" hasCustomPrompt="true"/>
          </p:nvPr>
        </p:nvSpPr>
        <p:spPr>
          <a:xfrm rot="0" flipH="false" flipV="false">
            <a:off x="815413" y="-123395"/>
            <a:ext cx="10515600" cy="12481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62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68" type="body" sz="quarter" hasCustomPrompt="true"/>
          </p:nvPr>
        </p:nvSpPr>
        <p:spPr>
          <a:xfrm rot="0" flipH="false" flipV="false"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 defTabSz="914400">
              <a:lnSpc>
                <a:spcPct val="91666"/>
              </a:lnSpc>
              <a:defRPr sz="60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69" type="body" sz="quarter" hasCustomPrompt="true"/>
          </p:nvPr>
        </p:nvSpPr>
        <p:spPr>
          <a:xfrm rot="0" flipH="false" flipV="false"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 defTabSz="9144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ctr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670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71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6" id="6"/>
          <p:cNvSpPr/>
          <p:nvPr>
            <p:ph idx="672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C21AAC5D-29C5-4430-8BAE-6BA44A7B257C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73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74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4" id="4"/>
          <p:cNvSpPr/>
          <p:nvPr>
            <p:ph idx="675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76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6" id="6"/>
          <p:cNvSpPr/>
          <p:nvPr>
            <p:ph idx="677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E0110A09-537A-4553-A601-0A8F29D33582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78" type="body" sz="quarter" hasCustomPrompt="true"/>
          </p:nvPr>
        </p:nvSpPr>
        <p:spPr>
          <a:xfrm rot="0" flipH="false" flipV="false"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60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79" type="body" sz="quarter" hasCustomPrompt="true"/>
          </p:nvPr>
        </p:nvSpPr>
        <p:spPr>
          <a:xfrm rot="0" flipH="false" flipV="false"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24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680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81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6" id="6"/>
          <p:cNvSpPr/>
          <p:nvPr>
            <p:ph idx="682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E0754BEC-3439-4F93-BE89-21D72EC517EE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83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84" type="body" sz="quarter" hasCustomPrompt="true"/>
          </p:nvPr>
        </p:nvSpPr>
        <p:spPr>
          <a:xfrm rot="0" flipH="false" flipV="false"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4" id="4"/>
          <p:cNvSpPr/>
          <p:nvPr>
            <p:ph idx="685" type="body" sz="quarter" hasCustomPrompt="true"/>
          </p:nvPr>
        </p:nvSpPr>
        <p:spPr>
          <a:xfrm rot="0" flipH="false" flipV="false"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5" id="5"/>
          <p:cNvSpPr/>
          <p:nvPr>
            <p:ph idx="686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687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7" id="7"/>
          <p:cNvSpPr/>
          <p:nvPr>
            <p:ph idx="688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5093CFEB-3C5E-4D64-8B34-C0B43E488EE4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89" type="body" sz="quarter" hasCustomPrompt="true"/>
          </p:nvPr>
        </p:nvSpPr>
        <p:spPr>
          <a:xfrm rot="0" flipH="false" flipV="false"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90" type="body" sz="quarter" hasCustomPrompt="true"/>
          </p:nvPr>
        </p:nvSpPr>
        <p:spPr>
          <a:xfrm rot="0" flipH="false" flipV="false"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691" type="body" sz="quarter" hasCustomPrompt="true"/>
          </p:nvPr>
        </p:nvSpPr>
        <p:spPr>
          <a:xfrm rot="0" flipH="false" flipV="false"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5" id="5"/>
          <p:cNvSpPr/>
          <p:nvPr>
            <p:ph idx="692" type="body" sz="quarter" hasCustomPrompt="true"/>
          </p:nvPr>
        </p:nvSpPr>
        <p:spPr>
          <a:xfrm rot="0" flipH="false" flipV="false"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idx="693" type="body" sz="quarter" hasCustomPrompt="true"/>
          </p:nvPr>
        </p:nvSpPr>
        <p:spPr>
          <a:xfrm rot="0" flipH="false" flipV="false"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7" id="7"/>
          <p:cNvSpPr/>
          <p:nvPr>
            <p:ph idx="694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695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9" id="9"/>
          <p:cNvSpPr/>
          <p:nvPr>
            <p:ph idx="696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1B2C9FF1-E132-4526-8B34-503FE0D2E738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97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98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699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5" id="5"/>
          <p:cNvSpPr/>
          <p:nvPr>
            <p:ph idx="700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0BC9D30D-67B3-4C52-A1B4-A4FB8FD4A870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01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702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4" id="4"/>
          <p:cNvSpPr/>
          <p:nvPr>
            <p:ph idx="703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66A31496-8D63-482E-A1D3-8FC1B789CFCB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04" type="body" sz="quarter" hasCustomPrompt="true"/>
          </p:nvPr>
        </p:nvSpPr>
        <p:spPr>
          <a:xfrm rot="0" flipH="false" flipV="false"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05" type="body" sz="quarter" hasCustomPrompt="true"/>
          </p:nvPr>
        </p:nvSpPr>
        <p:spPr>
          <a:xfrm rot="0" flipH="false" flipV="false"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635000" indent="-406400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4" id="4"/>
          <p:cNvSpPr/>
          <p:nvPr>
            <p:ph idx="706" type="body" sz="quarter" hasCustomPrompt="true"/>
          </p:nvPr>
        </p:nvSpPr>
        <p:spPr>
          <a:xfrm rot="0" flipH="false" flipV="false"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16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707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708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7" id="7"/>
          <p:cNvSpPr/>
          <p:nvPr>
            <p:ph idx="709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3919584C-84BD-4283-8EBA-2019AB37E6AF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10" type="body" sz="quarter" hasCustomPrompt="true"/>
          </p:nvPr>
        </p:nvSpPr>
        <p:spPr>
          <a:xfrm rot="0" flipH="false" flipV="false"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11" type="pic" sz="quarter"/>
          </p:nvPr>
        </p:nvSpPr>
        <p:spPr>
          <a:xfrm rot="0" flipH="false" flipV="false"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12" type="body" sz="quarter" hasCustomPrompt="true"/>
          </p:nvPr>
        </p:nvSpPr>
        <p:spPr>
          <a:xfrm rot="0" flipH="false" flipV="false"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16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713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714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7" id="7"/>
          <p:cNvSpPr/>
          <p:nvPr>
            <p:ph idx="715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2E961889-3407-44B8-944C-618C4519A888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16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17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4" id="4"/>
          <p:cNvSpPr/>
          <p:nvPr>
            <p:ph idx="718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19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6" id="6"/>
          <p:cNvSpPr/>
          <p:nvPr>
            <p:ph idx="720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A78EEC68-ABF2-454A-AF6F-1C035F9C65B9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21" type="body" sz="quarter" hasCustomPrompt="true"/>
          </p:nvPr>
        </p:nvSpPr>
        <p:spPr>
          <a:xfrm rot="0" flipH="false" flipV="false"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22" type="body" sz="quarter" hasCustomPrompt="true"/>
          </p:nvPr>
        </p:nvSpPr>
        <p:spPr>
          <a:xfrm rot="0" flipH="false" flipV="false"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4" id="4"/>
          <p:cNvSpPr/>
          <p:nvPr>
            <p:ph idx="723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24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Footer</a:t>
            </a:r>
          </a:p>
        </p:txBody>
      </p:sp>
      <p:sp>
        <p:nvSpPr>
          <p:cNvPr name="AutoShape 6" id="6"/>
          <p:cNvSpPr/>
          <p:nvPr>
            <p:ph idx="725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3CF84FB3-ECF9-4271-803E-19FAE4A707F7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26" type="body" sz="quarter" hasCustomPrompt="true"/>
          </p:nvPr>
        </p:nvSpPr>
        <p:spPr>
          <a:xfrm rot="0" flipH="false" flipV="false">
            <a:off x="5232400" y="2766219"/>
            <a:ext cx="66548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262626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章节标题，右侧章节数字需自行设置</a:t>
            </a:r>
          </a:p>
        </p:txBody>
      </p:sp>
      <p:sp>
        <p:nvSpPr>
          <p:cNvPr name="AutoShape 3" id="3"/>
          <p:cNvSpPr/>
          <p:nvPr>
            <p:ph idx="727" type="body" sz="quarter" hasCustomPrompt="true"/>
          </p:nvPr>
        </p:nvSpPr>
        <p:spPr>
          <a:xfrm rot="0" flipH="false" flipV="false">
            <a:off x="3881756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 defTabSz="914400">
              <a:lnSpc>
                <a:spcPct val="91666"/>
              </a:lnSpc>
              <a:defRPr sz="40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ctr" marL="228600" indent="-22860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28" type="body" sz="quarter" hasCustomPrompt="true"/>
          </p:nvPr>
        </p:nvSpPr>
        <p:spPr>
          <a:xfrm rot="0" flipH="false" flipV="false">
            <a:off x="4866959" y="1"/>
            <a:ext cx="6298881" cy="532660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29" type="body" sz="quarter" hasCustomPrompt="true"/>
          </p:nvPr>
        </p:nvSpPr>
        <p:spPr>
          <a:xfrm rot="0" flipH="false" flipV="false">
            <a:off x="710881" y="940082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此为正文内容，字体不可改，阿里巴巴普惠体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73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3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32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此为案例内容，字体不可改，阿里巴巴普惠体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3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34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此为练习内容，字体不可改，阿里巴巴普惠体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35" type="body" sz="quarter" hasCustomPrompt="true"/>
          </p:nvPr>
        </p:nvSpPr>
        <p:spPr>
          <a:xfrm rot="0" flipH="false" flipV="false">
            <a:off x="710881" y="940081"/>
            <a:ext cx="9845675" cy="1934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此为正文内容，字体不可改，阿里巴巴普惠体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73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3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38" type="body" sz="quarter" hasCustomPrompt="true"/>
          </p:nvPr>
        </p:nvSpPr>
        <p:spPr>
          <a:xfrm rot="0" flipH="false" flipV="false">
            <a:off x="710881" y="945094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3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40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 M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 M"/>
                <a:ea typeface="阿里巴巴普惠体 M"/>
                <a:cs typeface="阿里巴巴普惠体 M"/>
                <a:sym typeface="阿里巴巴普惠体 M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741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此为案例内容，字体不可改，阿里巴巴普惠体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4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43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 M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 M"/>
                <a:ea typeface="阿里巴巴普惠体 M"/>
                <a:cs typeface="阿里巴巴普惠体 M"/>
                <a:sym typeface="阿里巴巴普惠体 M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744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此为练习内容，字体不可改，阿里巴巴普惠体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745" type="body" sz="quarter" hasCustomPrompt="true"/>
          </p:nvPr>
        </p:nvSpPr>
        <p:spPr>
          <a:xfrm rot="0" flipH="false" flipV="false">
            <a:off x="5126584" y="1436557"/>
            <a:ext cx="5760539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74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3" y="2254205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7" y="4231537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47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4"/>
            <a:ext cx="3587349" cy="3036721"/>
            <a:chOff x="710880" y="1928704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6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7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6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600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4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3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70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 R"/>
                  <a:ea typeface="阿里巴巴普惠体 R"/>
                  <a:cs typeface="阿里巴巴普惠体 R"/>
                  <a:sym typeface="阿里巴巴普惠体 R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74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49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20700" indent="-177800">
              <a:lnSpc>
                <a:spcPct val="15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 R"/>
                  <a:ea typeface="阿里巴巴普惠体 R"/>
                  <a:cs typeface="阿里巴巴普惠体 R"/>
                  <a:sym typeface="阿里巴巴普惠体 R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75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5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9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2" y="2161714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751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75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8" y="2466441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7" y="3583987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1" y="4003338"/>
            <a:ext cx="695927" cy="695927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9" cy="1913639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753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75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1" y="2080300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6" y="3948334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7" y="2597311"/>
            <a:ext cx="302531" cy="302531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5" y="3264493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1" cy="2017951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755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75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4" y="4089234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9" y="2051118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1" cy="562211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5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58" type="body" sz="quarter" hasCustomPrompt="true"/>
          </p:nvPr>
        </p:nvSpPr>
        <p:spPr>
          <a:xfrm rot="0" flipH="false" flipV="false">
            <a:off x="710880" y="940082"/>
            <a:ext cx="10698800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  <p:sp>
        <p:nvSpPr>
          <p:cNvPr name="AutoShape 4" id="4"/>
          <p:cNvSpPr/>
          <p:nvPr>
            <p:ph idx="759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此为正文内容，字体不可改，阿里巴巴普惠体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0" type="body" sz="quarter" hasCustomPrompt="true"/>
          </p:nvPr>
        </p:nvSpPr>
        <p:spPr>
          <a:xfrm rot="0" flipH="false" flipV="false">
            <a:off x="710882" y="1646134"/>
            <a:ext cx="10749599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  <a:lvl2pPr marL="896620" indent="-177800"/>
            <a:lvl3pPr marL="1257300" indent="-177800"/>
            <a:lvl4pPr marL="1617980" indent="-177800"/>
            <a:lvl5pPr marL="1978660" indent="-177800"/>
            <a:lvl6pPr marL="2339340" indent="-177800"/>
            <a:lvl7pPr marL="2700020" indent="-177800"/>
            <a:lvl8pPr marL="3060700" indent="-177800"/>
            <a:lvl9pPr marL="342138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此处以罗列的方式表达XXX技术特性/要点等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技术特性1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</a:t>
            </a: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</a:t>
            </a: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2</a:t>
            </a:r>
          </a:p>
        </p:txBody>
      </p:sp>
      <p:sp>
        <p:nvSpPr>
          <p:cNvPr name="AutoShape 3" id="3"/>
          <p:cNvSpPr/>
          <p:nvPr>
            <p:ph idx="761" type="body" sz="quarter" hasCustomPrompt="true"/>
          </p:nvPr>
        </p:nvSpPr>
        <p:spPr>
          <a:xfrm rot="0" flipH="false" flipV="false">
            <a:off x="710880" y="235311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762" type="body" sz="quarter" hasCustomPrompt="true"/>
          </p:nvPr>
        </p:nvSpPr>
        <p:spPr>
          <a:xfrm rot="0" flipH="false" flipV="false">
            <a:off x="710882" y="940082"/>
            <a:ext cx="10749599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64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66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8" type="body" sz="quarter" hasCustomPrompt="true"/>
          </p:nvPr>
        </p:nvSpPr>
        <p:spPr>
          <a:xfrm rot="0" flipH="false" flipV="false">
            <a:off x="815413" y="-123395"/>
            <a:ext cx="10515600" cy="12481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69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0" type="body" sz="quarter" hasCustomPrompt="true"/>
          </p:nvPr>
        </p:nvSpPr>
        <p:spPr>
          <a:xfrm rot="0" flipH="false" flipV="false">
            <a:off x="5019358" y="1"/>
            <a:ext cx="5973761" cy="54242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Wingdings"/>
              <a:buChar char="u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Wingdings"/>
              <a:buChar char="u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Wingdings"/>
              <a:buChar char="u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此内容上下居中对齐，可根据实际情况微调位置和字体大小</a:t>
            </a:r>
          </a:p>
          <a:p>
            <a:pPr algn="l" marL="457200" indent="-4572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</a:t>
            </a: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1" type="body" sz="quarter" hasCustomPrompt="true"/>
          </p:nvPr>
        </p:nvSpPr>
        <p:spPr>
          <a:xfrm rot="0" flipH="false" flipV="false">
            <a:off x="5232400" y="2766218"/>
            <a:ext cx="66548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262626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章节标题，右侧章节数字需自行设置</a:t>
            </a:r>
          </a:p>
        </p:txBody>
      </p:sp>
      <p:sp>
        <p:nvSpPr>
          <p:cNvPr name="AutoShape 3" id="3"/>
          <p:cNvSpPr/>
          <p:nvPr>
            <p:ph idx="772" type="body" sz="quarter" hasCustomPrompt="true"/>
          </p:nvPr>
        </p:nvSpPr>
        <p:spPr>
          <a:xfrm rot="0" flipH="false" flipV="false">
            <a:off x="3881755" y="2468880"/>
            <a:ext cx="1127125" cy="1148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914400">
              <a:lnSpc>
                <a:spcPct val="91666"/>
              </a:lnSpc>
              <a:defRPr sz="4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228600" indent="-22860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3" type="body" sz="quarter" hasCustomPrompt="true"/>
          </p:nvPr>
        </p:nvSpPr>
        <p:spPr>
          <a:xfrm rot="0" flipH="false" flipV="false">
            <a:off x="4866958" y="1"/>
            <a:ext cx="6298881" cy="53266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4" type="body" sz="quarter" hasCustomPrompt="true"/>
          </p:nvPr>
        </p:nvSpPr>
        <p:spPr>
          <a:xfrm rot="0" flipH="false" flipV="false">
            <a:off x="710880" y="940081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此为正文内容，字体不可改，阿里巴巴普惠体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775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6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77" type="body" sz="quarter" hasCustomPrompt="true"/>
          </p:nvPr>
        </p:nvSpPr>
        <p:spPr>
          <a:xfrm rot="0" flipH="false" flipV="false">
            <a:off x="2195450" y="101616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此为案例内容，字体不可改，阿里巴巴普惠体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79" type="body" sz="quarter" hasCustomPrompt="true"/>
          </p:nvPr>
        </p:nvSpPr>
        <p:spPr>
          <a:xfrm rot="0" flipH="false" flipV="false">
            <a:off x="2195450" y="101616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此为练习内容，字体不可改，阿里巴巴普惠体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0" type="body" sz="quarter" hasCustomPrompt="true"/>
          </p:nvPr>
        </p:nvSpPr>
        <p:spPr>
          <a:xfrm rot="0" flipH="false" flipV="false">
            <a:off x="710880" y="940082"/>
            <a:ext cx="9845675" cy="19349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此为正文内容，字体不可改，阿里巴巴普惠体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78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1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2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7" y="3605642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783" type="body" sz="quarter" hasCustomPrompt="true"/>
          </p:nvPr>
        </p:nvSpPr>
        <p:spPr>
          <a:xfrm rot="0" flipH="false" flipV="false">
            <a:off x="710880" y="945093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4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85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 M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 M"/>
                <a:ea typeface="阿里巴巴普惠体 M"/>
                <a:cs typeface="阿里巴巴普惠体 M"/>
                <a:sym typeface="阿里巴巴普惠体 M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786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此为案例内容，字体不可改，阿里巴巴普惠体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6" y="968974"/>
            <a:ext cx="1228476" cy="528956"/>
            <a:chOff x="806306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5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1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3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7" y="968974"/>
              <a:ext cx="775195" cy="51084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788" type="body" sz="quarter" hasCustomPrompt="true"/>
          </p:nvPr>
        </p:nvSpPr>
        <p:spPr>
          <a:xfrm rot="0" flipH="false" flipV="false">
            <a:off x="2195450" y="1016160"/>
            <a:ext cx="921423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 M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 M"/>
                <a:ea typeface="阿里巴巴普惠体 M"/>
                <a:cs typeface="阿里巴巴普惠体 M"/>
                <a:sym typeface="阿里巴巴普惠体 M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789" type="body" sz="quarter" hasCustomPrompt="true"/>
          </p:nvPr>
        </p:nvSpPr>
        <p:spPr>
          <a:xfrm rot="0" flipH="false" flipV="false">
            <a:off x="2195450" y="1656000"/>
            <a:ext cx="921423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此为练习内容，字体不可改，阿里巴巴普惠体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5" y="3612018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8"/>
            <a:ext cx="1944550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790" type="body" sz="quarter" hasCustomPrompt="true"/>
          </p:nvPr>
        </p:nvSpPr>
        <p:spPr>
          <a:xfrm rot="0" flipH="false" flipV="false">
            <a:off x="5126584" y="1436556"/>
            <a:ext cx="5760538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0" y="2987770"/>
            <a:ext cx="1567542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79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4" y="2254203"/>
            <a:ext cx="566610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6" y="4231536"/>
            <a:ext cx="298934" cy="2577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6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1" y="1820150"/>
            <a:ext cx="854974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92" type="body" sz="quarter" hasCustomPrompt="true"/>
          </p:nvPr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2"/>
            <a:ext cx="3587349" cy="3036721"/>
            <a:chOff x="710880" y="1928702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4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5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4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598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2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1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68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 R"/>
                  <a:ea typeface="阿里巴巴普惠体 R"/>
                  <a:cs typeface="阿里巴巴普惠体 R"/>
                  <a:sym typeface="阿里巴巴普惠体 R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793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94" type="body" sz="quarter" hasCustomPrompt="true"/>
          </p:nvPr>
        </p:nvSpPr>
        <p:spPr>
          <a:xfrm rot="0" flipH="false" flipV="false">
            <a:off x="5105400" y="1290033"/>
            <a:ext cx="5760538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0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 R"/>
                  <a:ea typeface="阿里巴巴普惠体 R"/>
                  <a:cs typeface="阿里巴巴普惠体 R"/>
                  <a:sym typeface="阿里巴巴普惠体 R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795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4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8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0" y="2161712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796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797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6" y="2466440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6" y="3583986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0" y="4003337"/>
            <a:ext cx="695926" cy="695926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8" cy="1913638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798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799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0" y="2080298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4" y="3948333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8" y="2597311"/>
            <a:ext cx="302530" cy="302530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3" y="3264492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0" cy="2017950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00" type="body" sz="quarter" hasCustomPrompt="true"/>
          </p:nvPr>
        </p:nvSpPr>
        <p:spPr>
          <a:xfrm rot="0" flipH="false" flipV="false">
            <a:off x="5126584" y="1371600"/>
            <a:ext cx="5760538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801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3" y="2679748"/>
            <a:ext cx="1567542" cy="154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3" y="4089233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7" y="2051117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0" cy="562210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0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03" type="body" sz="quarter" hasCustomPrompt="true"/>
          </p:nvPr>
        </p:nvSpPr>
        <p:spPr>
          <a:xfrm rot="0" flipH="false" flipV="false">
            <a:off x="710880" y="940081"/>
            <a:ext cx="10698800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  <p:sp>
        <p:nvSpPr>
          <p:cNvPr name="AutoShape 4" id="4"/>
          <p:cNvSpPr/>
          <p:nvPr>
            <p:ph idx="804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此为正文内容，字体不可改，阿里巴巴普惠体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16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05" type="body" sz="quarter" hasCustomPrompt="true"/>
          </p:nvPr>
        </p:nvSpPr>
        <p:spPr>
          <a:xfrm rot="0" flipH="false" flipV="false">
            <a:off x="710881" y="1646133"/>
            <a:ext cx="10749598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  <a:lvl2pPr marL="897255" indent="-177800"/>
            <a:lvl3pPr marL="1257300" indent="-177800"/>
            <a:lvl4pPr marL="1617345" indent="-177800"/>
            <a:lvl5pPr marL="1977390" indent="-177800"/>
            <a:lvl6pPr marL="2337435" indent="-177800"/>
            <a:lvl7pPr marL="2697480" indent="-177800"/>
            <a:lvl8pPr marL="3057525" indent="-177800"/>
            <a:lvl9pPr marL="341757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此处以罗列的方式表达XXX技术特性/要点等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技术特性1</a:t>
            </a:r>
          </a:p>
          <a:p>
            <a:pPr algn="l" lvl="1" indent="-358775" marL="719455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</a:t>
            </a: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要点</a:t>
            </a: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2</a:t>
            </a:r>
          </a:p>
        </p:txBody>
      </p:sp>
      <p:sp>
        <p:nvSpPr>
          <p:cNvPr name="AutoShape 3" id="3"/>
          <p:cNvSpPr/>
          <p:nvPr>
            <p:ph idx="806" type="body" sz="quarter" hasCustomPrompt="true"/>
          </p:nvPr>
        </p:nvSpPr>
        <p:spPr>
          <a:xfrm rot="0" flipH="false" flipV="false">
            <a:off x="710880" y="235311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807" type="body" sz="quarter" hasCustomPrompt="true"/>
          </p:nvPr>
        </p:nvSpPr>
        <p:spPr>
          <a:xfrm rot="0" flipH="false" flipV="false">
            <a:off x="710880" y="940081"/>
            <a:ext cx="10749599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08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09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0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11" type="body" sz="quarter" hasCustomPrompt="true"/>
          </p:nvPr>
        </p:nvSpPr>
        <p:spPr>
          <a:xfrm rot="0" flipH="false" flipV="false">
            <a:off x="710880" y="940081"/>
            <a:ext cx="10748056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正文二级标题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-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阿里巴巴普惠体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18</a:t>
            </a:r>
            <a:r>
              <a:rPr lang="en-US" b="tru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1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2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7" y="3605642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2" type="body" sz="quarter" hasCustomPrompt="true"/>
          </p:nvPr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 B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3" type="body" sz="quarter" hasCustomPrompt="true"/>
          </p:nvPr>
        </p:nvSpPr>
        <p:spPr>
          <a:xfrm rot="0" flipH="false" flipV="false">
            <a:off x="4866958" y="1"/>
            <a:ext cx="6298881" cy="53266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4" type="body" sz="quarter" hasCustomPrompt="true"/>
          </p:nvPr>
        </p:nvSpPr>
        <p:spPr>
          <a:xfrm rot="0" flipH="false" flipV="false">
            <a:off x="4866959" y="1"/>
            <a:ext cx="6298881" cy="532660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5" type="body" sz="quarter" hasCustomPrompt="true"/>
          </p:nvPr>
        </p:nvSpPr>
        <p:spPr>
          <a:xfrm rot="0" flipH="false" flipV="false">
            <a:off x="4866959" y="1"/>
            <a:ext cx="6298881" cy="532660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685800" indent="-228600">
              <a:lnSpc>
                <a:spcPct val="200000"/>
              </a:lnSpc>
              <a:defRPr sz="1800" b="fals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 R"/>
              </a:defRPr>
            </a:lvl1pPr>
            <a:lvl2pPr marL="1143000" indent="-228600"/>
            <a:lvl3pPr marL="1600200" indent="-228600"/>
            <a:lvl4pPr marL="2057400" indent="-228600"/>
            <a:lvl5pPr marL="2514600" indent="-228600"/>
            <a:lvl6pPr marL="2971800" indent="-228600"/>
            <a:lvl7pPr marL="3429000" indent="-228600"/>
            <a:lvl8pPr marL="3886200" indent="-228600"/>
            <a:lvl9pPr marL="4343400" indent="-228600"/>
          </a:lstStyle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根据实际内容可调整文字高低的位置</a:t>
            </a:r>
          </a:p>
          <a:p>
            <a:pPr algn="l" indent="-457200" marL="457200" defTabSz="914400">
              <a:lnSpc>
                <a:spcPct val="200000"/>
              </a:lnSpc>
              <a:spcBef>
                <a:spcPct val="20000"/>
              </a:spcBef>
              <a:buClr>
                <a:srgbClr val="40404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40404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6" type="body" sz="quarter" hasCustomPrompt="true"/>
          </p:nvPr>
        </p:nvSpPr>
        <p:spPr>
          <a:xfrm rot="0" flipH="false" flipV="false">
            <a:off x="710881" y="940082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81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19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2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21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22" type="body" sz="quarter" hasCustomPrompt="true"/>
          </p:nvPr>
        </p:nvSpPr>
        <p:spPr>
          <a:xfrm rot="0" flipH="false" flipV="false">
            <a:off x="710881" y="940081"/>
            <a:ext cx="9845675" cy="1934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82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2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25" type="body" sz="quarter" hasCustomPrompt="true"/>
          </p:nvPr>
        </p:nvSpPr>
        <p:spPr>
          <a:xfrm rot="0" flipH="false" flipV="false">
            <a:off x="710881" y="945094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2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27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828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2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30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831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32" type="body" sz="quarter" hasCustomPrompt="true"/>
          </p:nvPr>
        </p:nvSpPr>
        <p:spPr>
          <a:xfrm rot="0" flipH="false" flipV="false">
            <a:off x="5126584" y="1436557"/>
            <a:ext cx="5760539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83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3" y="2254205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7" y="4231537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34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4"/>
            <a:ext cx="3587349" cy="3036721"/>
            <a:chOff x="710880" y="1928704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6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7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6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600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4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3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70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83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36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20700" indent="-177800">
              <a:lnSpc>
                <a:spcPct val="15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83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5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9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2" y="2161714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838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83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8" y="2466441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7" y="3583987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1" y="4003338"/>
            <a:ext cx="695927" cy="695927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9" cy="1913639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840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84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1" y="2080300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6" y="3948334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7" y="2597311"/>
            <a:ext cx="302531" cy="302531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5" y="3264493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1" cy="2017951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42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84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4" y="4089234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9" y="2051118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1" cy="562211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4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45" type="body" sz="quarter" hasCustomPrompt="true"/>
          </p:nvPr>
        </p:nvSpPr>
        <p:spPr>
          <a:xfrm rot="0" flipH="false" flipV="false">
            <a:off x="710880" y="940082"/>
            <a:ext cx="10698800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846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47" type="body" sz="quarter" hasCustomPrompt="true"/>
          </p:nvPr>
        </p:nvSpPr>
        <p:spPr>
          <a:xfrm rot="0" flipH="false" flipV="false">
            <a:off x="710882" y="1646134"/>
            <a:ext cx="10749599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6620" indent="-177800"/>
            <a:lvl3pPr marL="1257300" indent="-177800"/>
            <a:lvl4pPr marL="1617980" indent="-177800"/>
            <a:lvl5pPr marL="1978660" indent="-177800"/>
            <a:lvl6pPr marL="2339340" indent="-177800"/>
            <a:lvl7pPr marL="2700020" indent="-177800"/>
            <a:lvl8pPr marL="3060700" indent="-177800"/>
            <a:lvl9pPr marL="342138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848" type="body" sz="quarter" hasCustomPrompt="true"/>
          </p:nvPr>
        </p:nvSpPr>
        <p:spPr>
          <a:xfrm rot="0" flipH="false" flipV="false">
            <a:off x="710880" y="235311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849" type="body" sz="quarter" hasCustomPrompt="true"/>
          </p:nvPr>
        </p:nvSpPr>
        <p:spPr>
          <a:xfrm rot="0" flipH="false" flipV="false">
            <a:off x="710882" y="940082"/>
            <a:ext cx="10749599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51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53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5" type="body" sz="quarter" hasCustomPrompt="true"/>
          </p:nvPr>
        </p:nvSpPr>
        <p:spPr>
          <a:xfrm rot="0" flipH="false" flipV="false">
            <a:off x="815413" y="-123395"/>
            <a:ext cx="10515600" cy="12481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6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7" type="body" sz="quarter" hasCustomPrompt="true"/>
          </p:nvPr>
        </p:nvSpPr>
        <p:spPr>
          <a:xfrm rot="0" flipH="false" flipV="false">
            <a:off x="710881" y="940082"/>
            <a:ext cx="9845675" cy="4871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85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9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60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62" type="body" sz="quarter" hasCustomPrompt="true"/>
          </p:nvPr>
        </p:nvSpPr>
        <p:spPr>
          <a:xfrm rot="0" flipH="false" flipV="false">
            <a:off x="2195450" y="1016162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3" type="body" sz="quarter" hasCustomPrompt="true"/>
          </p:nvPr>
        </p:nvSpPr>
        <p:spPr>
          <a:xfrm rot="0" flipH="false" flipV="false">
            <a:off x="710881" y="940081"/>
            <a:ext cx="9845675" cy="1934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  <p:sp>
        <p:nvSpPr>
          <p:cNvPr name="AutoShape 3" id="3"/>
          <p:cNvSpPr/>
          <p:nvPr>
            <p:ph idx="86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内容 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66" type="body" sz="quarter" hasCustomPrompt="true"/>
          </p:nvPr>
        </p:nvSpPr>
        <p:spPr>
          <a:xfrm rot="0" flipH="false" flipV="false">
            <a:off x="710881" y="945094"/>
            <a:ext cx="10748057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63245" indent="-203200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7890" indent="-177800"/>
            <a:lvl3pPr marL="1257300" indent="-177800"/>
            <a:lvl4pPr marL="1616710" indent="-177800"/>
            <a:lvl5pPr marL="1976120" indent="-177800"/>
            <a:lvl6pPr marL="2335530" indent="-177800"/>
            <a:lvl7pPr marL="2694940" indent="-177800"/>
            <a:lvl8pPr marL="3054350" indent="-177800"/>
            <a:lvl9pPr marL="3413760" indent="-177800"/>
          </a:lstStyle>
          <a:p>
            <a:pPr algn="l" indent="-360045" marL="360045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60045" marL="72009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p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Font typeface="Wingdings"/>
              <a:buChar char="l"/>
            </a:pPr>
            <a:r>
              <a:rPr lang="en-US" b="false" i="false" strike="noStrike" u="none" sz="14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案例 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7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案例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68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案例标题-阿里巴巴普惠体18号</a:t>
            </a:r>
          </a:p>
        </p:txBody>
      </p:sp>
      <p:sp>
        <p:nvSpPr>
          <p:cNvPr name="AutoShape 9" id="9"/>
          <p:cNvSpPr/>
          <p:nvPr>
            <p:ph idx="869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此为案例内容，字体不可改，阿里巴巴普惠体16号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练习 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7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806307" y="968974"/>
            <a:ext cx="1228476" cy="528956"/>
            <a:chOff x="806307" y="968974"/>
            <a:chExt cx="1228476" cy="528956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1000466" y="1086560"/>
              <a:ext cx="1000826" cy="376390"/>
            </a:xfrm>
            <a:prstGeom prst="rect">
              <a:avLst/>
            </a:prstGeom>
            <a:noFill/>
            <a:ln w="127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5400000" flipH="false" flipV="false">
              <a:off x="774502" y="1068560"/>
              <a:ext cx="461175" cy="39756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0" flipH="false" flipV="false">
              <a:off x="899624" y="1159668"/>
              <a:ext cx="201682" cy="201682"/>
            </a:xfrm>
            <a:prstGeom prst="rect">
              <a:avLst/>
            </a:prstGeom>
          </p:spPr>
        </p:pic>
        <p:sp>
          <p:nvSpPr>
            <p:cNvPr name="AutoShape 7" id="7"/>
            <p:cNvSpPr txBox="true"/>
            <p:nvPr/>
          </p:nvSpPr>
          <p:spPr>
            <a:xfrm rot="0" flipH="false" flipV="false">
              <a:off x="1259588" y="968974"/>
              <a:ext cx="775195" cy="4996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l" marL="0" indent="0" defTabSz="914400">
                <a:lnSpc>
                  <a:spcPct val="150000"/>
                </a:lnSpc>
                <a:defRPr/>
              </a:pPr>
              <a:r>
                <a:rPr lang="en-US" b="false" i="false" strike="noStrike" u="none" sz="2000">
                  <a:solidFill>
                    <a:srgbClr val="0067E1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练习</a:t>
              </a:r>
              <a:endParaRPr lang="en-US" sz="1100"/>
            </a:p>
          </p:txBody>
        </p:sp>
      </p:grpSp>
      <p:sp>
        <p:nvSpPr>
          <p:cNvPr name="AutoShape 8" id="8"/>
          <p:cNvSpPr/>
          <p:nvPr>
            <p:ph idx="871" type="body" sz="quarter" hasCustomPrompt="true"/>
          </p:nvPr>
        </p:nvSpPr>
        <p:spPr>
          <a:xfrm rot="0" flipH="false" flipV="false">
            <a:off x="2195450" y="1016161"/>
            <a:ext cx="921423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67E1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4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练习标题-阿里巴巴普惠体18号</a:t>
            </a:r>
          </a:p>
        </p:txBody>
      </p:sp>
      <p:sp>
        <p:nvSpPr>
          <p:cNvPr name="AutoShape 9" id="9"/>
          <p:cNvSpPr/>
          <p:nvPr>
            <p:ph idx="872" type="body" sz="quarter" hasCustomPrompt="true"/>
          </p:nvPr>
        </p:nvSpPr>
        <p:spPr>
          <a:xfrm rot="0" flipH="false" flipV="false">
            <a:off x="2195450" y="1656000"/>
            <a:ext cx="9214231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此为练习内容，字体不可改，阿里巴巴普惠体16号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73" type="body" sz="quarter" hasCustomPrompt="true"/>
          </p:nvPr>
        </p:nvSpPr>
        <p:spPr>
          <a:xfrm rot="0" flipH="false" flipV="false">
            <a:off x="5126584" y="1436557"/>
            <a:ext cx="5760539" cy="47102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262626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思考</a:t>
            </a:r>
            <a:endParaRPr lang="en-US" sz="1100"/>
          </a:p>
        </p:txBody>
      </p:sp>
      <p:sp>
        <p:nvSpPr>
          <p:cNvPr name="AutoShape 6" id="6"/>
          <p:cNvSpPr/>
          <p:nvPr>
            <p:ph idx="87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294073" y="2254205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1198357" y="4231537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75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710880" y="1928704"/>
            <a:ext cx="3587349" cy="3036721"/>
            <a:chOff x="710880" y="1928704"/>
            <a:chExt cx="3587349" cy="3036721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1195055" y="4377336"/>
              <a:ext cx="588089" cy="588089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2808800" y="3784237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2707553" y="2378076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89100" y="2553600"/>
              <a:ext cx="1924945" cy="189573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10880" y="1928704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104295" y="2035083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68811" y="3011170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总结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876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77" type="body" sz="quarter" hasCustomPrompt="true"/>
          </p:nvPr>
        </p:nvSpPr>
        <p:spPr>
          <a:xfrm rot="0" flipH="false" flipV="false">
            <a:off x="5126584" y="1463040"/>
            <a:ext cx="5760539" cy="451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20700" indent="-177800">
              <a:lnSpc>
                <a:spcPct val="15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2889251"/>
            <a:ext cx="5105400" cy="1079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总结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821000" y="2270979"/>
            <a:ext cx="3512229" cy="2883000"/>
            <a:chOff x="821000" y="2270979"/>
            <a:chExt cx="3512229" cy="2883000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218900" y="4400954"/>
              <a:ext cx="753025" cy="753025"/>
            </a:xfrm>
            <a:prstGeom prst="ellipse">
              <a:avLst/>
            </a:prstGeom>
            <a:noFill/>
            <a:ln w="12700" cap="flat">
              <a:solidFill>
                <a:srgbClr val="DE0014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058674" y="3788961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21000" y="2374520"/>
              <a:ext cx="1590676" cy="1590676"/>
            </a:xfrm>
            <a:prstGeom prst="ellipse">
              <a:avLst/>
            </a:prstGeom>
            <a:noFill/>
            <a:ln w="12700" cap="flat">
              <a:solidFill>
                <a:srgbClr val="515151">
                  <a:alpha val="100000"/>
                </a:srgbClr>
              </a:solidFill>
              <a:prstDash val="lgDash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403660" y="2512930"/>
              <a:ext cx="2097063" cy="2065246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14300" cap="flat">
              <a:solidFill>
                <a:srgbClr val="0067E1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3528891" y="2270979"/>
              <a:ext cx="804338" cy="804338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3314306" y="2460968"/>
              <a:ext cx="314325" cy="314325"/>
            </a:xfrm>
            <a:prstGeom prst="ellipse">
              <a:avLst/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 txBox="true"/>
            <p:nvPr/>
          </p:nvSpPr>
          <p:spPr>
            <a:xfrm rot="0" flipH="false" flipV="false">
              <a:off x="1651358" y="3005803"/>
              <a:ext cx="1567542" cy="1079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91666"/>
                </a:lnSpc>
                <a:defRPr/>
              </a:pPr>
              <a:r>
                <a:rPr lang="en-US" b="false" i="false" strike="noStrike" u="none" sz="40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课程小结</a:t>
              </a:r>
              <a:endParaRPr lang="en-US" sz="1100"/>
            </a:p>
          </p:txBody>
        </p:sp>
      </p:grpSp>
      <p:sp>
        <p:nvSpPr>
          <p:cNvPr name="AutoShape 12" id="12"/>
          <p:cNvSpPr/>
          <p:nvPr>
            <p:ph idx="878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64412" y="3089727"/>
            <a:ext cx="936368" cy="936368"/>
          </a:xfrm>
          <a:prstGeom prst="rect">
            <a:avLst/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3711024" y="4032815"/>
            <a:ext cx="643144" cy="643144"/>
          </a:xfrm>
          <a:prstGeom prst="rect">
            <a:avLst/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595909" y="2140629"/>
            <a:ext cx="219635" cy="219635"/>
          </a:xfrm>
          <a:prstGeom prst="rect">
            <a:avLst/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2700000" flipH="false" flipV="false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2700000" flipH="false" flipV="false">
            <a:off x="986542" y="2161714"/>
            <a:ext cx="361655" cy="361655"/>
          </a:xfrm>
          <a:prstGeom prst="rect">
            <a:avLst/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2700000" flipH="false" flipV="false">
            <a:off x="1815645" y="2537749"/>
            <a:ext cx="1828800" cy="1828800"/>
          </a:xfrm>
          <a:prstGeom prst="rect">
            <a:avLst/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>
            <p:ph idx="879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9" id="9"/>
          <p:cNvSpPr/>
          <p:nvPr>
            <p:ph idx="880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今日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4273428" y="2466441"/>
            <a:ext cx="263657" cy="263657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 flipH="false" flipV="false">
            <a:off x="3511537" y="3583987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2700000" flipH="false" flipV="false">
            <a:off x="1758681" y="4003338"/>
            <a:ext cx="695927" cy="695927"/>
          </a:xfrm>
          <a:prstGeom prst="roundRect">
            <a:avLst>
              <a:gd name="adj" fmla="val 16667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2700000" flipH="false" flipV="false">
            <a:off x="1779783" y="2463674"/>
            <a:ext cx="1913639" cy="1913639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>
            <p:ph idx="881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6" id="6"/>
          <p:cNvSpPr/>
          <p:nvPr>
            <p:ph idx="882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2700000" flipH="false" flipV="false">
            <a:off x="1336621" y="2080300"/>
            <a:ext cx="515265" cy="515265"/>
          </a:xfrm>
          <a:prstGeom prst="roundRect">
            <a:avLst>
              <a:gd name="adj" fmla="val 16667"/>
            </a:avLst>
          </a:prstGeom>
          <a:noFill/>
          <a:ln w="12700" cap="flat">
            <a:solidFill>
              <a:srgbClr val="515151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2700000" flipH="false" flipV="false">
            <a:off x="963076" y="3948334"/>
            <a:ext cx="515265" cy="515265"/>
          </a:xfrm>
          <a:prstGeom prst="roundRect">
            <a:avLst>
              <a:gd name="adj" fmla="val 16667"/>
            </a:avLst>
          </a:prstGeom>
          <a:solidFill>
            <a:srgbClr val="515151">
              <a:alpha val="63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2700000" flipH="false" flipV="false">
            <a:off x="3237304" y="4752093"/>
            <a:ext cx="391216" cy="391216"/>
          </a:xfrm>
          <a:prstGeom prst="roundRect">
            <a:avLst>
              <a:gd name="adj" fmla="val 16667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2700000" flipH="false" flipV="false">
            <a:off x="3738937" y="2597311"/>
            <a:ext cx="302531" cy="302531"/>
          </a:xfrm>
          <a:prstGeom prst="roundRect">
            <a:avLst>
              <a:gd name="adj" fmla="val 16667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3945" y="3264493"/>
            <a:ext cx="1399001" cy="1399001"/>
          </a:xfrm>
          <a:prstGeom prst="teardrop">
            <a:avLst>
              <a:gd name="adj" fmla="val 100000"/>
            </a:avLst>
          </a:prstGeom>
          <a:solidFill>
            <a:srgbClr val="F2F2F2">
              <a:alpha val="7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45363" y="2434299"/>
            <a:ext cx="2017951" cy="2017951"/>
          </a:xfrm>
          <a:prstGeom prst="teardrop">
            <a:avLst>
              <a:gd name="adj" fmla="val 100000"/>
            </a:avLst>
          </a:prstGeom>
          <a:solidFill>
            <a:srgbClr val="FFFFFF">
              <a:alpha val="100000"/>
            </a:srgbClr>
          </a:solidFill>
          <a:ln w="1143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83" type="body" sz="quarter" hasCustomPrompt="true"/>
          </p:nvPr>
        </p:nvSpPr>
        <p:spPr>
          <a:xfrm rot="0" flipH="false" flipV="false">
            <a:off x="5126584" y="1371600"/>
            <a:ext cx="5760539" cy="467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 marL="571500" indent="-228600">
              <a:lnSpc>
                <a:spcPct val="2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  <a:lvl2pPr marL="1028700" indent="-228600"/>
            <a:lvl3pPr marL="1485900" indent="-228600"/>
            <a:lvl4pPr marL="1943100" indent="-228600"/>
            <a:lvl5pPr marL="2400300" indent="-228600"/>
            <a:lvl6pPr marL="2857500" indent="-228600"/>
            <a:lvl7pPr marL="3314700" indent="-228600"/>
            <a:lvl8pPr marL="3771900" indent="-228600"/>
            <a:lvl9pPr marL="4229100" indent="-228600"/>
          </a:lstStyle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indent="-342900" marL="342900" defTabSz="914400">
              <a:lnSpc>
                <a:spcPct val="200000"/>
              </a:lnSpc>
              <a:spcBef>
                <a:spcPct val="20000"/>
              </a:spcBef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请输入正文内容</a:t>
            </a:r>
          </a:p>
          <a:p>
            <a:pPr algn="l" marL="342900" indent="-342900" defTabSz="914400">
              <a:lnSpc>
                <a:spcPct val="200000"/>
              </a:lnSpc>
              <a:spcBef>
                <a:spcPct val="20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</a:p>
        </p:txBody>
      </p:sp>
      <p:sp>
        <p:nvSpPr>
          <p:cNvPr name="AutoShape 5" id="5"/>
          <p:cNvSpPr/>
          <p:nvPr>
            <p:ph idx="884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38194" y="2679748"/>
            <a:ext cx="1567543" cy="154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昨日</a:t>
            </a:r>
            <a:endParaRPr lang="en-US" sz="1100"/>
          </a:p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36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复习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63314" y="4089234"/>
            <a:ext cx="439924" cy="439924"/>
          </a:xfrm>
          <a:prstGeom prst="teardrop">
            <a:avLst>
              <a:gd name="adj" fmla="val 10000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2489" y="2051118"/>
            <a:ext cx="260457" cy="260457"/>
          </a:xfrm>
          <a:prstGeom prst="teardrop">
            <a:avLst>
              <a:gd name="adj" fmla="val 100000"/>
            </a:avLst>
          </a:prstGeom>
          <a:solidFill>
            <a:srgbClr val="49504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4996" y="3381144"/>
            <a:ext cx="562211" cy="562211"/>
          </a:xfrm>
          <a:prstGeom prst="teardrop">
            <a:avLst>
              <a:gd name="adj" fmla="val 100000"/>
            </a:avLst>
          </a:prstGeom>
          <a:noFill/>
          <a:ln w="12700" cap="flat">
            <a:solidFill>
              <a:srgbClr val="DE0014">
                <a:alpha val="100000"/>
              </a:srgbClr>
            </a:solidFill>
            <a:prstDash val="lgDash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8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86" type="body" sz="quarter" hasCustomPrompt="true"/>
          </p:nvPr>
        </p:nvSpPr>
        <p:spPr>
          <a:xfrm rot="0" flipH="false" flipV="false">
            <a:off x="710880" y="940082"/>
            <a:ext cx="10698800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>
            <p:ph idx="887" type="body" sz="quarter" hasCustomPrompt="true"/>
          </p:nvPr>
        </p:nvSpPr>
        <p:spPr>
          <a:xfrm rot="0" flipH="false" flipV="false">
            <a:off x="710880" y="1656000"/>
            <a:ext cx="10698800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此为正文内容，字体不可改，阿里巴巴普惠体16号</a:t>
            </a:r>
          </a:p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88" type="body" sz="quarter" hasCustomPrompt="true"/>
          </p:nvPr>
        </p:nvSpPr>
        <p:spPr>
          <a:xfrm rot="0" flipH="false" flipV="false">
            <a:off x="710882" y="1646134"/>
            <a:ext cx="10749599" cy="421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50000"/>
              </a:lnSpc>
              <a:defRPr sz="1600" b="fals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  <a:lvl2pPr marL="896620" indent="-177800"/>
            <a:lvl3pPr marL="1257300" indent="-177800"/>
            <a:lvl4pPr marL="1617980" indent="-177800"/>
            <a:lvl5pPr marL="1978660" indent="-177800"/>
            <a:lvl6pPr marL="2339340" indent="-177800"/>
            <a:lvl7pPr marL="2700020" indent="-177800"/>
            <a:lvl8pPr marL="3060700" indent="-177800"/>
            <a:lvl9pPr marL="3421380" indent="-177800"/>
          </a:lstStyle>
          <a:p>
            <a:pPr algn="l" marL="0" indent="0">
              <a:lnSpc>
                <a:spcPct val="150000"/>
              </a:lnSpc>
              <a:spcBef>
                <a:spcPct val="20000"/>
              </a:spcBef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此处以罗列的方式表达XXX技术特性/要点等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技术特性1</a:t>
            </a:r>
          </a:p>
          <a:p>
            <a:pPr algn="l" lvl="1" indent="-358775" marL="71882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/>
              <a:buChar char="l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技术特性2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要点1</a:t>
            </a:r>
          </a:p>
          <a:p>
            <a:pPr algn="l" lvl="2" indent="-358775" marL="107950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要点2</a:t>
            </a:r>
          </a:p>
        </p:txBody>
      </p:sp>
      <p:sp>
        <p:nvSpPr>
          <p:cNvPr name="AutoShape 3" id="3"/>
          <p:cNvSpPr/>
          <p:nvPr>
            <p:ph idx="889" type="body" sz="quarter" hasCustomPrompt="true"/>
          </p:nvPr>
        </p:nvSpPr>
        <p:spPr>
          <a:xfrm rot="0" flipH="false" flipV="false">
            <a:off x="710880" y="235311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4" id="4"/>
          <p:cNvSpPr/>
          <p:nvPr>
            <p:ph idx="890" type="body" sz="quarter" hasCustomPrompt="true"/>
          </p:nvPr>
        </p:nvSpPr>
        <p:spPr>
          <a:xfrm rot="0" flipH="false" flipV="false">
            <a:off x="710882" y="940082"/>
            <a:ext cx="10749599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262626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91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92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二级标题 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93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  <p:sp>
        <p:nvSpPr>
          <p:cNvPr name="AutoShape 3" id="3"/>
          <p:cNvSpPr/>
          <p:nvPr>
            <p:ph idx="894" type="body" sz="quarter" hasCustomPrompt="true"/>
          </p:nvPr>
        </p:nvSpPr>
        <p:spPr>
          <a:xfrm rot="0" flipH="false" flipV="false">
            <a:off x="710880" y="940082"/>
            <a:ext cx="10748056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800" b="true" i="false" u="none" strike="noStrike" spc="0">
                <a:solidFill>
                  <a:srgbClr val="40404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800">
                <a:solidFill>
                  <a:srgbClr val="40404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正文二级标题-阿里巴巴普惠体18号</a:t>
            </a:r>
          </a:p>
        </p:txBody>
      </p:sp>
      <p:sp>
        <p:nvSpPr>
          <p:cNvPr name="AutoShape 4" id="4"/>
          <p:cNvSpPr/>
          <p:nvPr/>
        </p:nvSpPr>
        <p:spPr>
          <a:xfrm rot="2651319" flipH="false" flipV="false">
            <a:off x="851567" y="3515633"/>
            <a:ext cx="145648" cy="78105"/>
          </a:xfrm>
          <a:prstGeom prst="triangle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44880" y="3159760"/>
            <a:ext cx="10302240" cy="2336800"/>
          </a:xfrm>
          <a:prstGeom prst="rect">
            <a:avLst/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4952" y="3232230"/>
            <a:ext cx="1053296" cy="300943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栗 子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1908" y="3605644"/>
            <a:ext cx="9887453" cy="160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i</a:t>
            </a:r>
            <a:endParaRPr lang="en-US" sz="1100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95" type="body" sz="quarter" hasCustomPrompt="true"/>
          </p:nvPr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正文一级标题-阿里巴巴普惠体24号</a:t>
            </a:r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96" type="body" sz="quarter" hasCustomPrompt="true"/>
          </p:nvPr>
        </p:nvSpPr>
        <p:spPr>
          <a:xfrm rot="0" flipH="false" flipV="false">
            <a:off x="815413" y="-123395"/>
            <a:ext cx="10515600" cy="12481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595959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97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media/image1.png" Type="http://schemas.openxmlformats.org/officeDocument/2006/relationships/image"/><Relationship Id="rId3" Target="../slideLayouts/slideLayout13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2" Target="../slideLayouts/slideLayout14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15.xml" Type="http://schemas.openxmlformats.org/officeDocument/2006/relationships/slideLayout"/></Relationships>
</file>

<file path=ppt/slideMasters/_rels/slideMaster6.xml.rels><?xml version="1.0" encoding="UTF-8" standalone="yes"?><Relationships xmlns="http://schemas.openxmlformats.org/package/2006/relationships"><Relationship Id="rId1" Target="../theme/theme7.xml" Type="http://schemas.openxmlformats.org/officeDocument/2006/relationships/theme"/><Relationship Id="rId2" Target="../slideLayouts/slideLayout16.xml" Type="http://schemas.openxmlformats.org/officeDocument/2006/relationships/slideLayout"/><Relationship Id="rId3" Target="../slideLayouts/slideLayout17.xml" Type="http://schemas.openxmlformats.org/officeDocument/2006/relationships/slideLayout"/></Relationships>
</file>

<file path=ppt/slideMasters/_rels/slideMaster7.xml.rels><?xml version="1.0" encoding="UTF-8" standalone="yes"?><Relationships xmlns="http://schemas.openxmlformats.org/package/2006/relationships"><Relationship Id="rId1" Target="../theme/theme8.xml" Type="http://schemas.openxmlformats.org/officeDocument/2006/relationships/theme"/><Relationship Id="rId2" Target="../slideLayouts/slideLayout18.xml" Type="http://schemas.openxmlformats.org/officeDocument/2006/relationships/slideLayout"/></Relationships>
</file>

<file path=ppt/slideMasters/_rels/slideMaster8.xml.rels><?xml version="1.0" encoding="UTF-8" standalone="yes"?><Relationships xmlns="http://schemas.openxmlformats.org/package/2006/relationships"><Relationship Id="rId1" Target="../theme/theme9.xml" Type="http://schemas.openxmlformats.org/officeDocument/2006/relationships/theme"/><Relationship Id="rId10" Target="../slideLayouts/slideLayout26.xml" Type="http://schemas.openxmlformats.org/officeDocument/2006/relationships/slideLayout"/><Relationship Id="rId11" Target="../slideLayouts/slideLayout27.xml" Type="http://schemas.openxmlformats.org/officeDocument/2006/relationships/slideLayout"/><Relationship Id="rId12" Target="../slideLayouts/slideLayout28.xml" Type="http://schemas.openxmlformats.org/officeDocument/2006/relationships/slideLayout"/><Relationship Id="rId13" Target="../slideLayouts/slideLayout29.xml" Type="http://schemas.openxmlformats.org/officeDocument/2006/relationships/slideLayout"/><Relationship Id="rId14" Target="../slideLayouts/slideLayout30.xml" Type="http://schemas.openxmlformats.org/officeDocument/2006/relationships/slideLayout"/><Relationship Id="rId15" Target="../slideLayouts/slideLayout31.xml" Type="http://schemas.openxmlformats.org/officeDocument/2006/relationships/slideLayout"/><Relationship Id="rId16" Target="../slideLayouts/slideLayout32.xml" Type="http://schemas.openxmlformats.org/officeDocument/2006/relationships/slideLayout"/><Relationship Id="rId17" Target="../slideLayouts/slideLayout33.xml" Type="http://schemas.openxmlformats.org/officeDocument/2006/relationships/slideLayout"/><Relationship Id="rId18" Target="../slideLayouts/slideLayout34.xml" Type="http://schemas.openxmlformats.org/officeDocument/2006/relationships/slideLayout"/><Relationship Id="rId19" Target="../slideLayouts/slideLayout35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36.xml" Type="http://schemas.openxmlformats.org/officeDocument/2006/relationships/slideLayout"/><Relationship Id="rId3" Target="../slideLayouts/slideLayout19.xml" Type="http://schemas.openxmlformats.org/officeDocument/2006/relationships/slideLayout"/><Relationship Id="rId4" Target="../slideLayouts/slideLayout20.xml" Type="http://schemas.openxmlformats.org/officeDocument/2006/relationships/slideLayout"/><Relationship Id="rId5" Target="../slideLayouts/slideLayout21.xml" Type="http://schemas.openxmlformats.org/officeDocument/2006/relationships/slideLayout"/><Relationship Id="rId6" Target="../slideLayouts/slideLayout22.xml" Type="http://schemas.openxmlformats.org/officeDocument/2006/relationships/slideLayout"/><Relationship Id="rId7" Target="../slideLayouts/slideLayout23.xml" Type="http://schemas.openxmlformats.org/officeDocument/2006/relationships/slideLayout"/><Relationship Id="rId8" Target="../slideLayouts/slideLayout24.xml" Type="http://schemas.openxmlformats.org/officeDocument/2006/relationships/slideLayout"/><Relationship Id="rId9" Target="../slideLayouts/slideLayout25.xml" Type="http://schemas.openxmlformats.org/officeDocument/2006/relationships/slideLayout"/></Relationships>
</file>

<file path=ppt/slideMasters/_rels/slideMaster9.xml.rels><?xml version="1.0" encoding="UTF-8" standalone="yes"?><Relationships xmlns="http://schemas.openxmlformats.org/package/2006/relationships"><Relationship Id="rId1" Target="../theme/theme10.xml" Type="http://schemas.openxmlformats.org/officeDocument/2006/relationships/theme"/><Relationship Id="rId2" Target="../media/image7.png" Type="http://schemas.openxmlformats.org/officeDocument/2006/relationships/image"/><Relationship Id="rId3" Target="../slideLayouts/slideLayout37.xml" Type="http://schemas.openxmlformats.org/officeDocument/2006/relationships/slideLayout"/></Relationships>
</file>

<file path=ppt/slideMasters/_rels/slideMaster10.xml.rels><?xml version="1.0" encoding="UTF-8" standalone="yes"?><Relationships xmlns="http://schemas.openxmlformats.org/package/2006/relationships"><Relationship Id="rId1" Target="../theme/theme11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38.xml" Type="http://schemas.openxmlformats.org/officeDocument/2006/relationships/slideLayout"/></Relationships>
</file>

<file path=ppt/slideMasters/_rels/slideMaster11.xml.rels><?xml version="1.0" encoding="UTF-8" standalone="yes"?><Relationships xmlns="http://schemas.openxmlformats.org/package/2006/relationships"><Relationship Id="rId1" Target="../theme/theme12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39.xml" Type="http://schemas.openxmlformats.org/officeDocument/2006/relationships/slideLayout"/></Relationships>
</file>

<file path=ppt/slideMasters/_rels/slideMaster12.xml.rels><?xml version="1.0" encoding="UTF-8" standalone="yes"?><Relationships xmlns="http://schemas.openxmlformats.org/package/2006/relationships"><Relationship Id="rId1" Target="../theme/theme13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40.xml" Type="http://schemas.openxmlformats.org/officeDocument/2006/relationships/slideLayout"/></Relationships>
</file>

<file path=ppt/slideMasters/_rels/slideMaster13.xml.rels><?xml version="1.0" encoding="UTF-8" standalone="yes"?><Relationships xmlns="http://schemas.openxmlformats.org/package/2006/relationships"><Relationship Id="rId1" Target="../theme/theme14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41.xml" Type="http://schemas.openxmlformats.org/officeDocument/2006/relationships/slideLayout"/></Relationships>
</file>

<file path=ppt/slideMasters/_rels/slideMaster14.xml.rels><?xml version="1.0" encoding="UTF-8" standalone="yes"?><Relationships xmlns="http://schemas.openxmlformats.org/package/2006/relationships"><Relationship Id="rId1" Target="../theme/theme15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42.xml" Type="http://schemas.openxmlformats.org/officeDocument/2006/relationships/slideLayout"/><Relationship Id="rId5" Target="../slideLayouts/slideLayout43.xml" Type="http://schemas.openxmlformats.org/officeDocument/2006/relationships/slideLayout"/></Relationships>
</file>

<file path=ppt/slideMasters/_rels/slideMaster15.xml.rels><?xml version="1.0" encoding="UTF-8" standalone="yes"?><Relationships xmlns="http://schemas.openxmlformats.org/package/2006/relationships"><Relationship Id="rId1" Target="../theme/theme16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44.xml" Type="http://schemas.openxmlformats.org/officeDocument/2006/relationships/slideLayout"/></Relationships>
</file>

<file path=ppt/slideMasters/_rels/slideMaster16.xml.rels><?xml version="1.0" encoding="UTF-8" standalone="yes"?><Relationships xmlns="http://schemas.openxmlformats.org/package/2006/relationships"><Relationship Id="rId1" Target="../theme/theme17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45.xml" Type="http://schemas.openxmlformats.org/officeDocument/2006/relationships/slideLayout"/></Relationships>
</file>

<file path=ppt/slideMasters/_rels/slideMaster17.xml.rels><?xml version="1.0" encoding="UTF-8" standalone="yes"?><Relationships xmlns="http://schemas.openxmlformats.org/package/2006/relationships"><Relationship Id="rId1" Target="../theme/theme18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46.xml" Type="http://schemas.openxmlformats.org/officeDocument/2006/relationships/slideLayout"/></Relationships>
</file>

<file path=ppt/slideMasters/_rels/slideMaster18.xml.rels><?xml version="1.0" encoding="UTF-8" standalone="yes"?><Relationships xmlns="http://schemas.openxmlformats.org/package/2006/relationships"><Relationship Id="rId1" Target="../theme/theme19.xml" Type="http://schemas.openxmlformats.org/officeDocument/2006/relationships/theme"/><Relationship Id="rId10" Target="../slideLayouts/slideLayout54.xml" Type="http://schemas.openxmlformats.org/officeDocument/2006/relationships/slideLayout"/><Relationship Id="rId11" Target="../slideLayouts/slideLayout55.xml" Type="http://schemas.openxmlformats.org/officeDocument/2006/relationships/slideLayout"/><Relationship Id="rId12" Target="../slideLayouts/slideLayout56.xml" Type="http://schemas.openxmlformats.org/officeDocument/2006/relationships/slideLayout"/><Relationship Id="rId13" Target="../slideLayouts/slideLayout57.xml" Type="http://schemas.openxmlformats.org/officeDocument/2006/relationships/slideLayout"/><Relationship Id="rId14" Target="../slideLayouts/slideLayout58.xml" Type="http://schemas.openxmlformats.org/officeDocument/2006/relationships/slideLayout"/><Relationship Id="rId15" Target="../slideLayouts/slideLayout59.xml" Type="http://schemas.openxmlformats.org/officeDocument/2006/relationships/slideLayout"/><Relationship Id="rId16" Target="../slideLayouts/slideLayout60.xml" Type="http://schemas.openxmlformats.org/officeDocument/2006/relationships/slideLayout"/><Relationship Id="rId17" Target="../slideLayouts/slideLayout61.xml" Type="http://schemas.openxmlformats.org/officeDocument/2006/relationships/slideLayout"/><Relationship Id="rId18" Target="../slideLayouts/slideLayout62.xml" Type="http://schemas.openxmlformats.org/officeDocument/2006/relationships/slideLayout"/><Relationship Id="rId19" Target="../slideLayouts/slideLayout63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64.xml" Type="http://schemas.openxmlformats.org/officeDocument/2006/relationships/slideLayout"/><Relationship Id="rId3" Target="../slideLayouts/slideLayout47.xml" Type="http://schemas.openxmlformats.org/officeDocument/2006/relationships/slideLayout"/><Relationship Id="rId4" Target="../slideLayouts/slideLayout48.xml" Type="http://schemas.openxmlformats.org/officeDocument/2006/relationships/slideLayout"/><Relationship Id="rId5" Target="../slideLayouts/slideLayout49.xml" Type="http://schemas.openxmlformats.org/officeDocument/2006/relationships/slideLayout"/><Relationship Id="rId6" Target="../slideLayouts/slideLayout50.xml" Type="http://schemas.openxmlformats.org/officeDocument/2006/relationships/slideLayout"/><Relationship Id="rId7" Target="../slideLayouts/slideLayout51.xml" Type="http://schemas.openxmlformats.org/officeDocument/2006/relationships/slideLayout"/><Relationship Id="rId8" Target="../slideLayouts/slideLayout52.xml" Type="http://schemas.openxmlformats.org/officeDocument/2006/relationships/slideLayout"/><Relationship Id="rId9" Target="../slideLayouts/slideLayout53.xml" Type="http://schemas.openxmlformats.org/officeDocument/2006/relationships/slideLayout"/></Relationships>
</file>

<file path=ppt/slideMasters/_rels/slideMaster19.xml.rels><?xml version="1.0" encoding="UTF-8" standalone="yes"?><Relationships xmlns="http://schemas.openxmlformats.org/package/2006/relationships"><Relationship Id="rId1" Target="../theme/theme20.xml" Type="http://schemas.openxmlformats.org/officeDocument/2006/relationships/theme"/><Relationship Id="rId10" Target="../slideLayouts/slideLayout72.xml" Type="http://schemas.openxmlformats.org/officeDocument/2006/relationships/slideLayout"/><Relationship Id="rId11" Target="../slideLayouts/slideLayout73.xml" Type="http://schemas.openxmlformats.org/officeDocument/2006/relationships/slideLayout"/><Relationship Id="rId12" Target="../slideLayouts/slideLayout74.xml" Type="http://schemas.openxmlformats.org/officeDocument/2006/relationships/slideLayout"/><Relationship Id="rId13" Target="../slideLayouts/slideLayout75.xml" Type="http://schemas.openxmlformats.org/officeDocument/2006/relationships/slideLayout"/><Relationship Id="rId14" Target="../slideLayouts/slideLayout76.xml" Type="http://schemas.openxmlformats.org/officeDocument/2006/relationships/slideLayout"/><Relationship Id="rId15" Target="../slideLayouts/slideLayout77.xml" Type="http://schemas.openxmlformats.org/officeDocument/2006/relationships/slideLayout"/><Relationship Id="rId16" Target="../slideLayouts/slideLayout78.xml" Type="http://schemas.openxmlformats.org/officeDocument/2006/relationships/slideLayout"/><Relationship Id="rId17" Target="../slideLayouts/slideLayout79.xml" Type="http://schemas.openxmlformats.org/officeDocument/2006/relationships/slideLayout"/><Relationship Id="rId18" Target="../slideLayouts/slideLayout80.xml" Type="http://schemas.openxmlformats.org/officeDocument/2006/relationships/slideLayout"/><Relationship Id="rId19" Target="../slideLayouts/slideLayout81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82.xml" Type="http://schemas.openxmlformats.org/officeDocument/2006/relationships/slideLayout"/><Relationship Id="rId3" Target="../slideLayouts/slideLayout65.xml" Type="http://schemas.openxmlformats.org/officeDocument/2006/relationships/slideLayout"/><Relationship Id="rId4" Target="../slideLayouts/slideLayout66.xml" Type="http://schemas.openxmlformats.org/officeDocument/2006/relationships/slideLayout"/><Relationship Id="rId5" Target="../slideLayouts/slideLayout67.xml" Type="http://schemas.openxmlformats.org/officeDocument/2006/relationships/slideLayout"/><Relationship Id="rId6" Target="../slideLayouts/slideLayout68.xml" Type="http://schemas.openxmlformats.org/officeDocument/2006/relationships/slideLayout"/><Relationship Id="rId7" Target="../slideLayouts/slideLayout69.xml" Type="http://schemas.openxmlformats.org/officeDocument/2006/relationships/slideLayout"/><Relationship Id="rId8" Target="../slideLayouts/slideLayout70.xml" Type="http://schemas.openxmlformats.org/officeDocument/2006/relationships/slideLayout"/><Relationship Id="rId9" Target="../slideLayouts/slideLayout71.xml" Type="http://schemas.openxmlformats.org/officeDocument/2006/relationships/slideLayout"/></Relationships>
</file>

<file path=ppt/slideMasters/_rels/slideMaster20.xml.rels><?xml version="1.0" encoding="UTF-8" standalone="yes"?><Relationships xmlns="http://schemas.openxmlformats.org/package/2006/relationships"><Relationship Id="rId1" Target="../theme/theme21.xml" Type="http://schemas.openxmlformats.org/officeDocument/2006/relationships/theme"/><Relationship Id="rId10" Target="../slideLayouts/slideLayout90.xml" Type="http://schemas.openxmlformats.org/officeDocument/2006/relationships/slideLayout"/><Relationship Id="rId11" Target="../slideLayouts/slideLayout91.xml" Type="http://schemas.openxmlformats.org/officeDocument/2006/relationships/slideLayout"/><Relationship Id="rId12" Target="../slideLayouts/slideLayout92.xml" Type="http://schemas.openxmlformats.org/officeDocument/2006/relationships/slideLayout"/><Relationship Id="rId13" Target="../slideLayouts/slideLayout93.xml" Type="http://schemas.openxmlformats.org/officeDocument/2006/relationships/slideLayout"/><Relationship Id="rId14" Target="../slideLayouts/slideLayout94.xml" Type="http://schemas.openxmlformats.org/officeDocument/2006/relationships/slideLayout"/><Relationship Id="rId15" Target="../slideLayouts/slideLayout95.xml" Type="http://schemas.openxmlformats.org/officeDocument/2006/relationships/slideLayout"/><Relationship Id="rId16" Target="../slideLayouts/slideLayout96.xml" Type="http://schemas.openxmlformats.org/officeDocument/2006/relationships/slideLayout"/><Relationship Id="rId17" Target="../slideLayouts/slideLayout97.xml" Type="http://schemas.openxmlformats.org/officeDocument/2006/relationships/slideLayout"/><Relationship Id="rId18" Target="../slideLayouts/slideLayout98.xml" Type="http://schemas.openxmlformats.org/officeDocument/2006/relationships/slideLayout"/><Relationship Id="rId19" Target="../slideLayouts/slideLayout99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100.xml" Type="http://schemas.openxmlformats.org/officeDocument/2006/relationships/slideLayout"/><Relationship Id="rId3" Target="../slideLayouts/slideLayout83.xml" Type="http://schemas.openxmlformats.org/officeDocument/2006/relationships/slideLayout"/><Relationship Id="rId4" Target="../slideLayouts/slideLayout84.xml" Type="http://schemas.openxmlformats.org/officeDocument/2006/relationships/slideLayout"/><Relationship Id="rId5" Target="../slideLayouts/slideLayout85.xml" Type="http://schemas.openxmlformats.org/officeDocument/2006/relationships/slideLayout"/><Relationship Id="rId6" Target="../slideLayouts/slideLayout86.xml" Type="http://schemas.openxmlformats.org/officeDocument/2006/relationships/slideLayout"/><Relationship Id="rId7" Target="../slideLayouts/slideLayout87.xml" Type="http://schemas.openxmlformats.org/officeDocument/2006/relationships/slideLayout"/><Relationship Id="rId8" Target="../slideLayouts/slideLayout88.xml" Type="http://schemas.openxmlformats.org/officeDocument/2006/relationships/slideLayout"/><Relationship Id="rId9" Target="../slideLayouts/slideLayout89.xml" Type="http://schemas.openxmlformats.org/officeDocument/2006/relationships/slideLayout"/></Relationships>
</file>

<file path=ppt/slideMasters/_rels/slideMaster21.xml.rels><?xml version="1.0" encoding="UTF-8" standalone="yes"?><Relationships xmlns="http://schemas.openxmlformats.org/package/2006/relationships"><Relationship Id="rId1" Target="../theme/theme22.xml" Type="http://schemas.openxmlformats.org/officeDocument/2006/relationships/theme"/><Relationship Id="rId10" Target="../slideLayouts/slideLayout108.xml" Type="http://schemas.openxmlformats.org/officeDocument/2006/relationships/slideLayout"/><Relationship Id="rId11" Target="../slideLayouts/slideLayout109.xml" Type="http://schemas.openxmlformats.org/officeDocument/2006/relationships/slideLayout"/><Relationship Id="rId12" Target="../slideLayouts/slideLayout110.xml" Type="http://schemas.openxmlformats.org/officeDocument/2006/relationships/slideLayout"/><Relationship Id="rId13" Target="../slideLayouts/slideLayout111.xml" Type="http://schemas.openxmlformats.org/officeDocument/2006/relationships/slideLayout"/><Relationship Id="rId14" Target="../slideLayouts/slideLayout112.xml" Type="http://schemas.openxmlformats.org/officeDocument/2006/relationships/slideLayout"/><Relationship Id="rId15" Target="../slideLayouts/slideLayout113.xml" Type="http://schemas.openxmlformats.org/officeDocument/2006/relationships/slideLayout"/><Relationship Id="rId16" Target="../slideLayouts/slideLayout114.xml" Type="http://schemas.openxmlformats.org/officeDocument/2006/relationships/slideLayout"/><Relationship Id="rId17" Target="../slideLayouts/slideLayout115.xml" Type="http://schemas.openxmlformats.org/officeDocument/2006/relationships/slideLayout"/><Relationship Id="rId18" Target="../slideLayouts/slideLayout116.xml" Type="http://schemas.openxmlformats.org/officeDocument/2006/relationships/slideLayout"/><Relationship Id="rId19" Target="../slideLayouts/slideLayout117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118.xml" Type="http://schemas.openxmlformats.org/officeDocument/2006/relationships/slideLayout"/><Relationship Id="rId3" Target="../slideLayouts/slideLayout101.xml" Type="http://schemas.openxmlformats.org/officeDocument/2006/relationships/slideLayout"/><Relationship Id="rId4" Target="../slideLayouts/slideLayout102.xml" Type="http://schemas.openxmlformats.org/officeDocument/2006/relationships/slideLayout"/><Relationship Id="rId5" Target="../slideLayouts/slideLayout103.xml" Type="http://schemas.openxmlformats.org/officeDocument/2006/relationships/slideLayout"/><Relationship Id="rId6" Target="../slideLayouts/slideLayout104.xml" Type="http://schemas.openxmlformats.org/officeDocument/2006/relationships/slideLayout"/><Relationship Id="rId7" Target="../slideLayouts/slideLayout105.xml" Type="http://schemas.openxmlformats.org/officeDocument/2006/relationships/slideLayout"/><Relationship Id="rId8" Target="../slideLayouts/slideLayout106.xml" Type="http://schemas.openxmlformats.org/officeDocument/2006/relationships/slideLayout"/><Relationship Id="rId9" Target="../slideLayouts/slideLayout107.xml" Type="http://schemas.openxmlformats.org/officeDocument/2006/relationships/slideLayout"/></Relationships>
</file>

<file path=ppt/slideMasters/_rels/slideMaster22.xml.rels><?xml version="1.0" encoding="UTF-8" standalone="yes"?><Relationships xmlns="http://schemas.openxmlformats.org/package/2006/relationships"><Relationship Id="rId1" Target="../theme/theme23.xml" Type="http://schemas.openxmlformats.org/officeDocument/2006/relationships/theme"/><Relationship Id="rId10" Target="../slideLayouts/slideLayout126.xml" Type="http://schemas.openxmlformats.org/officeDocument/2006/relationships/slideLayout"/><Relationship Id="rId11" Target="../slideLayouts/slideLayout127.xml" Type="http://schemas.openxmlformats.org/officeDocument/2006/relationships/slideLayout"/><Relationship Id="rId12" Target="../slideLayouts/slideLayout128.xml" Type="http://schemas.openxmlformats.org/officeDocument/2006/relationships/slideLayout"/><Relationship Id="rId13" Target="../slideLayouts/slideLayout129.xml" Type="http://schemas.openxmlformats.org/officeDocument/2006/relationships/slideLayout"/><Relationship Id="rId14" Target="../slideLayouts/slideLayout130.xml" Type="http://schemas.openxmlformats.org/officeDocument/2006/relationships/slideLayout"/><Relationship Id="rId15" Target="../slideLayouts/slideLayout131.xml" Type="http://schemas.openxmlformats.org/officeDocument/2006/relationships/slideLayout"/><Relationship Id="rId16" Target="../slideLayouts/slideLayout132.xml" Type="http://schemas.openxmlformats.org/officeDocument/2006/relationships/slideLayout"/><Relationship Id="rId17" Target="../slideLayouts/slideLayout133.xml" Type="http://schemas.openxmlformats.org/officeDocument/2006/relationships/slideLayout"/><Relationship Id="rId18" Target="../slideLayouts/slideLayout134.xml" Type="http://schemas.openxmlformats.org/officeDocument/2006/relationships/slideLayout"/><Relationship Id="rId19" Target="../slideLayouts/slideLayout135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136.xml" Type="http://schemas.openxmlformats.org/officeDocument/2006/relationships/slideLayout"/><Relationship Id="rId3" Target="../slideLayouts/slideLayout119.xml" Type="http://schemas.openxmlformats.org/officeDocument/2006/relationships/slideLayout"/><Relationship Id="rId4" Target="../slideLayouts/slideLayout120.xml" Type="http://schemas.openxmlformats.org/officeDocument/2006/relationships/slideLayout"/><Relationship Id="rId5" Target="../slideLayouts/slideLayout121.xml" Type="http://schemas.openxmlformats.org/officeDocument/2006/relationships/slideLayout"/><Relationship Id="rId6" Target="../slideLayouts/slideLayout122.xml" Type="http://schemas.openxmlformats.org/officeDocument/2006/relationships/slideLayout"/><Relationship Id="rId7" Target="../slideLayouts/slideLayout123.xml" Type="http://schemas.openxmlformats.org/officeDocument/2006/relationships/slideLayout"/><Relationship Id="rId8" Target="../slideLayouts/slideLayout124.xml" Type="http://schemas.openxmlformats.org/officeDocument/2006/relationships/slideLayout"/><Relationship Id="rId9" Target="../slideLayouts/slideLayout125.xml" Type="http://schemas.openxmlformats.org/officeDocument/2006/relationships/slideLayout"/></Relationships>
</file>

<file path=ppt/slideMasters/_rels/slideMaster23.xml.rels><?xml version="1.0" encoding="UTF-8" standalone="yes"?><Relationships xmlns="http://schemas.openxmlformats.org/package/2006/relationships"><Relationship Id="rId1" Target="../theme/theme24.xml" Type="http://schemas.openxmlformats.org/officeDocument/2006/relationships/theme"/><Relationship Id="rId10" Target="../slideLayouts/slideLayout144.xml" Type="http://schemas.openxmlformats.org/officeDocument/2006/relationships/slideLayout"/><Relationship Id="rId11" Target="../slideLayouts/slideLayout145.xml" Type="http://schemas.openxmlformats.org/officeDocument/2006/relationships/slideLayout"/><Relationship Id="rId12" Target="../slideLayouts/slideLayout146.xml" Type="http://schemas.openxmlformats.org/officeDocument/2006/relationships/slideLayout"/><Relationship Id="rId13" Target="../slideLayouts/slideLayout147.xml" Type="http://schemas.openxmlformats.org/officeDocument/2006/relationships/slideLayout"/><Relationship Id="rId14" Target="../slideLayouts/slideLayout148.xml" Type="http://schemas.openxmlformats.org/officeDocument/2006/relationships/slideLayout"/><Relationship Id="rId15" Target="../slideLayouts/slideLayout149.xml" Type="http://schemas.openxmlformats.org/officeDocument/2006/relationships/slideLayout"/><Relationship Id="rId16" Target="../slideLayouts/slideLayout150.xml" Type="http://schemas.openxmlformats.org/officeDocument/2006/relationships/slideLayout"/><Relationship Id="rId17" Target="../slideLayouts/slideLayout151.xml" Type="http://schemas.openxmlformats.org/officeDocument/2006/relationships/slideLayout"/><Relationship Id="rId18" Target="../slideLayouts/slideLayout152.xml" Type="http://schemas.openxmlformats.org/officeDocument/2006/relationships/slideLayout"/><Relationship Id="rId19" Target="../slideLayouts/slideLayout153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154.xml" Type="http://schemas.openxmlformats.org/officeDocument/2006/relationships/slideLayout"/><Relationship Id="rId3" Target="../slideLayouts/slideLayout137.xml" Type="http://schemas.openxmlformats.org/officeDocument/2006/relationships/slideLayout"/><Relationship Id="rId4" Target="../slideLayouts/slideLayout138.xml" Type="http://schemas.openxmlformats.org/officeDocument/2006/relationships/slideLayout"/><Relationship Id="rId5" Target="../slideLayouts/slideLayout139.xml" Type="http://schemas.openxmlformats.org/officeDocument/2006/relationships/slideLayout"/><Relationship Id="rId6" Target="../slideLayouts/slideLayout140.xml" Type="http://schemas.openxmlformats.org/officeDocument/2006/relationships/slideLayout"/><Relationship Id="rId7" Target="../slideLayouts/slideLayout141.xml" Type="http://schemas.openxmlformats.org/officeDocument/2006/relationships/slideLayout"/><Relationship Id="rId8" Target="../slideLayouts/slideLayout142.xml" Type="http://schemas.openxmlformats.org/officeDocument/2006/relationships/slideLayout"/><Relationship Id="rId9" Target="../slideLayouts/slideLayout143.xml" Type="http://schemas.openxmlformats.org/officeDocument/2006/relationships/slideLayout"/></Relationships>
</file>

<file path=ppt/slideMasters/_rels/slideMaster24.xml.rels><?xml version="1.0" encoding="UTF-8" standalone="yes"?><Relationships xmlns="http://schemas.openxmlformats.org/package/2006/relationships"><Relationship Id="rId1" Target="../theme/theme25.xml" Type="http://schemas.openxmlformats.org/officeDocument/2006/relationships/theme"/><Relationship Id="rId10" Target="../slideLayouts/slideLayout162.xml" Type="http://schemas.openxmlformats.org/officeDocument/2006/relationships/slideLayout"/><Relationship Id="rId11" Target="../slideLayouts/slideLayout163.xml" Type="http://schemas.openxmlformats.org/officeDocument/2006/relationships/slideLayout"/><Relationship Id="rId12" Target="../slideLayouts/slideLayout164.xml" Type="http://schemas.openxmlformats.org/officeDocument/2006/relationships/slideLayout"/><Relationship Id="rId13" Target="../slideLayouts/slideLayout165.xml" Type="http://schemas.openxmlformats.org/officeDocument/2006/relationships/slideLayout"/><Relationship Id="rId14" Target="../slideLayouts/slideLayout166.xml" Type="http://schemas.openxmlformats.org/officeDocument/2006/relationships/slideLayout"/><Relationship Id="rId15" Target="../slideLayouts/slideLayout167.xml" Type="http://schemas.openxmlformats.org/officeDocument/2006/relationships/slideLayout"/><Relationship Id="rId16" Target="../slideLayouts/slideLayout168.xml" Type="http://schemas.openxmlformats.org/officeDocument/2006/relationships/slideLayout"/><Relationship Id="rId17" Target="../slideLayouts/slideLayout169.xml" Type="http://schemas.openxmlformats.org/officeDocument/2006/relationships/slideLayout"/><Relationship Id="rId18" Target="../slideLayouts/slideLayout170.xml" Type="http://schemas.openxmlformats.org/officeDocument/2006/relationships/slideLayout"/><Relationship Id="rId19" Target="../slideLayouts/slideLayout171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172.xml" Type="http://schemas.openxmlformats.org/officeDocument/2006/relationships/slideLayout"/><Relationship Id="rId3" Target="../slideLayouts/slideLayout155.xml" Type="http://schemas.openxmlformats.org/officeDocument/2006/relationships/slideLayout"/><Relationship Id="rId4" Target="../slideLayouts/slideLayout156.xml" Type="http://schemas.openxmlformats.org/officeDocument/2006/relationships/slideLayout"/><Relationship Id="rId5" Target="../slideLayouts/slideLayout157.xml" Type="http://schemas.openxmlformats.org/officeDocument/2006/relationships/slideLayout"/><Relationship Id="rId6" Target="../slideLayouts/slideLayout158.xml" Type="http://schemas.openxmlformats.org/officeDocument/2006/relationships/slideLayout"/><Relationship Id="rId7" Target="../slideLayouts/slideLayout159.xml" Type="http://schemas.openxmlformats.org/officeDocument/2006/relationships/slideLayout"/><Relationship Id="rId8" Target="../slideLayouts/slideLayout160.xml" Type="http://schemas.openxmlformats.org/officeDocument/2006/relationships/slideLayout"/><Relationship Id="rId9" Target="../slideLayouts/slideLayout161.xml" Type="http://schemas.openxmlformats.org/officeDocument/2006/relationships/slideLayout"/></Relationships>
</file>

<file path=ppt/slideMasters/_rels/slideMaster25.xml.rels><?xml version="1.0" encoding="UTF-8" standalone="yes"?><Relationships xmlns="http://schemas.openxmlformats.org/package/2006/relationships"><Relationship Id="rId1" Target="../theme/theme26.xml" Type="http://schemas.openxmlformats.org/officeDocument/2006/relationships/theme"/><Relationship Id="rId10" Target="../slideLayouts/slideLayout180.xml" Type="http://schemas.openxmlformats.org/officeDocument/2006/relationships/slideLayout"/><Relationship Id="rId11" Target="../slideLayouts/slideLayout181.xml" Type="http://schemas.openxmlformats.org/officeDocument/2006/relationships/slideLayout"/><Relationship Id="rId12" Target="../slideLayouts/slideLayout182.xml" Type="http://schemas.openxmlformats.org/officeDocument/2006/relationships/slideLayout"/><Relationship Id="rId13" Target="../slideLayouts/slideLayout183.xml" Type="http://schemas.openxmlformats.org/officeDocument/2006/relationships/slideLayout"/><Relationship Id="rId14" Target="../slideLayouts/slideLayout184.xml" Type="http://schemas.openxmlformats.org/officeDocument/2006/relationships/slideLayout"/><Relationship Id="rId15" Target="../slideLayouts/slideLayout185.xml" Type="http://schemas.openxmlformats.org/officeDocument/2006/relationships/slideLayout"/><Relationship Id="rId16" Target="../slideLayouts/slideLayout186.xml" Type="http://schemas.openxmlformats.org/officeDocument/2006/relationships/slideLayout"/><Relationship Id="rId17" Target="../slideLayouts/slideLayout187.xml" Type="http://schemas.openxmlformats.org/officeDocument/2006/relationships/slideLayout"/><Relationship Id="rId18" Target="../slideLayouts/slideLayout188.xml" Type="http://schemas.openxmlformats.org/officeDocument/2006/relationships/slideLayout"/><Relationship Id="rId19" Target="../slideLayouts/slideLayout189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190.xml" Type="http://schemas.openxmlformats.org/officeDocument/2006/relationships/slideLayout"/><Relationship Id="rId3" Target="../slideLayouts/slideLayout173.xml" Type="http://schemas.openxmlformats.org/officeDocument/2006/relationships/slideLayout"/><Relationship Id="rId4" Target="../slideLayouts/slideLayout174.xml" Type="http://schemas.openxmlformats.org/officeDocument/2006/relationships/slideLayout"/><Relationship Id="rId5" Target="../slideLayouts/slideLayout175.xml" Type="http://schemas.openxmlformats.org/officeDocument/2006/relationships/slideLayout"/><Relationship Id="rId6" Target="../slideLayouts/slideLayout176.xml" Type="http://schemas.openxmlformats.org/officeDocument/2006/relationships/slideLayout"/><Relationship Id="rId7" Target="../slideLayouts/slideLayout177.xml" Type="http://schemas.openxmlformats.org/officeDocument/2006/relationships/slideLayout"/><Relationship Id="rId8" Target="../slideLayouts/slideLayout178.xml" Type="http://schemas.openxmlformats.org/officeDocument/2006/relationships/slideLayout"/><Relationship Id="rId9" Target="../slideLayouts/slideLayout179.xml" Type="http://schemas.openxmlformats.org/officeDocument/2006/relationships/slideLayout"/></Relationships>
</file>

<file path=ppt/slideMasters/_rels/slideMaster26.xml.rels><?xml version="1.0" encoding="UTF-8" standalone="yes"?><Relationships xmlns="http://schemas.openxmlformats.org/package/2006/relationships"><Relationship Id="rId1" Target="../theme/theme27.xml" Type="http://schemas.openxmlformats.org/officeDocument/2006/relationships/theme"/><Relationship Id="rId10" Target="../slideLayouts/slideLayout198.xml" Type="http://schemas.openxmlformats.org/officeDocument/2006/relationships/slideLayout"/><Relationship Id="rId11" Target="../slideLayouts/slideLayout199.xml" Type="http://schemas.openxmlformats.org/officeDocument/2006/relationships/slideLayout"/><Relationship Id="rId12" Target="../slideLayouts/slideLayout200.xml" Type="http://schemas.openxmlformats.org/officeDocument/2006/relationships/slideLayout"/><Relationship Id="rId13" Target="../slideLayouts/slideLayout201.xml" Type="http://schemas.openxmlformats.org/officeDocument/2006/relationships/slideLayout"/><Relationship Id="rId14" Target="../slideLayouts/slideLayout202.xml" Type="http://schemas.openxmlformats.org/officeDocument/2006/relationships/slideLayout"/><Relationship Id="rId15" Target="../slideLayouts/slideLayout203.xml" Type="http://schemas.openxmlformats.org/officeDocument/2006/relationships/slideLayout"/><Relationship Id="rId16" Target="../slideLayouts/slideLayout204.xml" Type="http://schemas.openxmlformats.org/officeDocument/2006/relationships/slideLayout"/><Relationship Id="rId17" Target="../slideLayouts/slideLayout205.xml" Type="http://schemas.openxmlformats.org/officeDocument/2006/relationships/slideLayout"/><Relationship Id="rId18" Target="../slideLayouts/slideLayout206.xml" Type="http://schemas.openxmlformats.org/officeDocument/2006/relationships/slideLayout"/><Relationship Id="rId19" Target="../slideLayouts/slideLayout207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208.xml" Type="http://schemas.openxmlformats.org/officeDocument/2006/relationships/slideLayout"/><Relationship Id="rId3" Target="../slideLayouts/slideLayout191.xml" Type="http://schemas.openxmlformats.org/officeDocument/2006/relationships/slideLayout"/><Relationship Id="rId4" Target="../slideLayouts/slideLayout192.xml" Type="http://schemas.openxmlformats.org/officeDocument/2006/relationships/slideLayout"/><Relationship Id="rId5" Target="../slideLayouts/slideLayout193.xml" Type="http://schemas.openxmlformats.org/officeDocument/2006/relationships/slideLayout"/><Relationship Id="rId6" Target="../slideLayouts/slideLayout194.xml" Type="http://schemas.openxmlformats.org/officeDocument/2006/relationships/slideLayout"/><Relationship Id="rId7" Target="../slideLayouts/slideLayout195.xml" Type="http://schemas.openxmlformats.org/officeDocument/2006/relationships/slideLayout"/><Relationship Id="rId8" Target="../slideLayouts/slideLayout196.xml" Type="http://schemas.openxmlformats.org/officeDocument/2006/relationships/slideLayout"/><Relationship Id="rId9" Target="../slideLayouts/slideLayout197.xml" Type="http://schemas.openxmlformats.org/officeDocument/2006/relationships/slideLayout"/></Relationships>
</file>

<file path=ppt/slideMasters/_rels/slideMaster27.xml.rels><?xml version="1.0" encoding="UTF-8" standalone="yes"?><Relationships xmlns="http://schemas.openxmlformats.org/package/2006/relationships"><Relationship Id="rId1" Target="../theme/theme28.xml" Type="http://schemas.openxmlformats.org/officeDocument/2006/relationships/theme"/><Relationship Id="rId10" Target="../slideLayouts/slideLayout216.xml" Type="http://schemas.openxmlformats.org/officeDocument/2006/relationships/slideLayout"/><Relationship Id="rId11" Target="../slideLayouts/slideLayout217.xml" Type="http://schemas.openxmlformats.org/officeDocument/2006/relationships/slideLayout"/><Relationship Id="rId12" Target="../slideLayouts/slideLayout218.xml" Type="http://schemas.openxmlformats.org/officeDocument/2006/relationships/slideLayout"/><Relationship Id="rId13" Target="../slideLayouts/slideLayout219.xml" Type="http://schemas.openxmlformats.org/officeDocument/2006/relationships/slideLayout"/><Relationship Id="rId14" Target="../slideLayouts/slideLayout220.xml" Type="http://schemas.openxmlformats.org/officeDocument/2006/relationships/slideLayout"/><Relationship Id="rId15" Target="../slideLayouts/slideLayout221.xml" Type="http://schemas.openxmlformats.org/officeDocument/2006/relationships/slideLayout"/><Relationship Id="rId16" Target="../slideLayouts/slideLayout222.xml" Type="http://schemas.openxmlformats.org/officeDocument/2006/relationships/slideLayout"/><Relationship Id="rId17" Target="../slideLayouts/slideLayout223.xml" Type="http://schemas.openxmlformats.org/officeDocument/2006/relationships/slideLayout"/><Relationship Id="rId18" Target="../slideLayouts/slideLayout224.xml" Type="http://schemas.openxmlformats.org/officeDocument/2006/relationships/slideLayout"/><Relationship Id="rId19" Target="../slideLayouts/slideLayout225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226.xml" Type="http://schemas.openxmlformats.org/officeDocument/2006/relationships/slideLayout"/><Relationship Id="rId3" Target="../slideLayouts/slideLayout209.xml" Type="http://schemas.openxmlformats.org/officeDocument/2006/relationships/slideLayout"/><Relationship Id="rId4" Target="../slideLayouts/slideLayout210.xml" Type="http://schemas.openxmlformats.org/officeDocument/2006/relationships/slideLayout"/><Relationship Id="rId5" Target="../slideLayouts/slideLayout211.xml" Type="http://schemas.openxmlformats.org/officeDocument/2006/relationships/slideLayout"/><Relationship Id="rId6" Target="../slideLayouts/slideLayout212.xml" Type="http://schemas.openxmlformats.org/officeDocument/2006/relationships/slideLayout"/><Relationship Id="rId7" Target="../slideLayouts/slideLayout213.xml" Type="http://schemas.openxmlformats.org/officeDocument/2006/relationships/slideLayout"/><Relationship Id="rId8" Target="../slideLayouts/slideLayout214.xml" Type="http://schemas.openxmlformats.org/officeDocument/2006/relationships/slideLayout"/><Relationship Id="rId9" Target="../slideLayouts/slideLayout215.xml" Type="http://schemas.openxmlformats.org/officeDocument/2006/relationships/slideLayout"/></Relationships>
</file>

<file path=ppt/slideMasters/_rels/slideMaster28.xml.rels><?xml version="1.0" encoding="UTF-8" standalone="yes"?><Relationships xmlns="http://schemas.openxmlformats.org/package/2006/relationships"><Relationship Id="rId1" Target="../theme/theme29.xml" Type="http://schemas.openxmlformats.org/officeDocument/2006/relationships/theme"/><Relationship Id="rId10" Target="../slideLayouts/slideLayout234.xml" Type="http://schemas.openxmlformats.org/officeDocument/2006/relationships/slideLayout"/><Relationship Id="rId11" Target="../slideLayouts/slideLayout235.xml" Type="http://schemas.openxmlformats.org/officeDocument/2006/relationships/slideLayout"/><Relationship Id="rId12" Target="../slideLayouts/slideLayout236.xml" Type="http://schemas.openxmlformats.org/officeDocument/2006/relationships/slideLayout"/><Relationship Id="rId13" Target="../slideLayouts/slideLayout237.xml" Type="http://schemas.openxmlformats.org/officeDocument/2006/relationships/slideLayout"/><Relationship Id="rId14" Target="../slideLayouts/slideLayout238.xml" Type="http://schemas.openxmlformats.org/officeDocument/2006/relationships/slideLayout"/><Relationship Id="rId15" Target="../slideLayouts/slideLayout239.xml" Type="http://schemas.openxmlformats.org/officeDocument/2006/relationships/slideLayout"/><Relationship Id="rId16" Target="../slideLayouts/slideLayout240.xml" Type="http://schemas.openxmlformats.org/officeDocument/2006/relationships/slideLayout"/><Relationship Id="rId17" Target="../slideLayouts/slideLayout241.xml" Type="http://schemas.openxmlformats.org/officeDocument/2006/relationships/slideLayout"/><Relationship Id="rId18" Target="../slideLayouts/slideLayout242.xml" Type="http://schemas.openxmlformats.org/officeDocument/2006/relationships/slideLayout"/><Relationship Id="rId19" Target="../slideLayouts/slideLayout243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244.xml" Type="http://schemas.openxmlformats.org/officeDocument/2006/relationships/slideLayout"/><Relationship Id="rId3" Target="../slideLayouts/slideLayout227.xml" Type="http://schemas.openxmlformats.org/officeDocument/2006/relationships/slideLayout"/><Relationship Id="rId4" Target="../slideLayouts/slideLayout228.xml" Type="http://schemas.openxmlformats.org/officeDocument/2006/relationships/slideLayout"/><Relationship Id="rId5" Target="../slideLayouts/slideLayout229.xml" Type="http://schemas.openxmlformats.org/officeDocument/2006/relationships/slideLayout"/><Relationship Id="rId6" Target="../slideLayouts/slideLayout230.xml" Type="http://schemas.openxmlformats.org/officeDocument/2006/relationships/slideLayout"/><Relationship Id="rId7" Target="../slideLayouts/slideLayout231.xml" Type="http://schemas.openxmlformats.org/officeDocument/2006/relationships/slideLayout"/><Relationship Id="rId8" Target="../slideLayouts/slideLayout232.xml" Type="http://schemas.openxmlformats.org/officeDocument/2006/relationships/slideLayout"/><Relationship Id="rId9" Target="../slideLayouts/slideLayout233.xml" Type="http://schemas.openxmlformats.org/officeDocument/2006/relationships/slideLayout"/></Relationships>
</file>

<file path=ppt/slideMasters/_rels/slideMaster29.xml.rels><?xml version="1.0" encoding="UTF-8" standalone="yes"?><Relationships xmlns="http://schemas.openxmlformats.org/package/2006/relationships"><Relationship Id="rId1" Target="../theme/theme30.xml" Type="http://schemas.openxmlformats.org/officeDocument/2006/relationships/theme"/><Relationship Id="rId10" Target="../slideLayouts/slideLayout252.xml" Type="http://schemas.openxmlformats.org/officeDocument/2006/relationships/slideLayout"/><Relationship Id="rId11" Target="../slideLayouts/slideLayout253.xml" Type="http://schemas.openxmlformats.org/officeDocument/2006/relationships/slideLayout"/><Relationship Id="rId12" Target="../slideLayouts/slideLayout254.xml" Type="http://schemas.openxmlformats.org/officeDocument/2006/relationships/slideLayout"/><Relationship Id="rId13" Target="../slideLayouts/slideLayout255.xml" Type="http://schemas.openxmlformats.org/officeDocument/2006/relationships/slideLayout"/><Relationship Id="rId14" Target="../slideLayouts/slideLayout256.xml" Type="http://schemas.openxmlformats.org/officeDocument/2006/relationships/slideLayout"/><Relationship Id="rId15" Target="../slideLayouts/slideLayout257.xml" Type="http://schemas.openxmlformats.org/officeDocument/2006/relationships/slideLayout"/><Relationship Id="rId16" Target="../slideLayouts/slideLayout258.xml" Type="http://schemas.openxmlformats.org/officeDocument/2006/relationships/slideLayout"/><Relationship Id="rId17" Target="../slideLayouts/slideLayout259.xml" Type="http://schemas.openxmlformats.org/officeDocument/2006/relationships/slideLayout"/><Relationship Id="rId18" Target="../slideLayouts/slideLayout260.xml" Type="http://schemas.openxmlformats.org/officeDocument/2006/relationships/slideLayout"/><Relationship Id="rId19" Target="../slideLayouts/slideLayout261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262.xml" Type="http://schemas.openxmlformats.org/officeDocument/2006/relationships/slideLayout"/><Relationship Id="rId3" Target="../slideLayouts/slideLayout245.xml" Type="http://schemas.openxmlformats.org/officeDocument/2006/relationships/slideLayout"/><Relationship Id="rId4" Target="../slideLayouts/slideLayout246.xml" Type="http://schemas.openxmlformats.org/officeDocument/2006/relationships/slideLayout"/><Relationship Id="rId5" Target="../slideLayouts/slideLayout247.xml" Type="http://schemas.openxmlformats.org/officeDocument/2006/relationships/slideLayout"/><Relationship Id="rId6" Target="../slideLayouts/slideLayout248.xml" Type="http://schemas.openxmlformats.org/officeDocument/2006/relationships/slideLayout"/><Relationship Id="rId7" Target="../slideLayouts/slideLayout249.xml" Type="http://schemas.openxmlformats.org/officeDocument/2006/relationships/slideLayout"/><Relationship Id="rId8" Target="../slideLayouts/slideLayout250.xml" Type="http://schemas.openxmlformats.org/officeDocument/2006/relationships/slideLayout"/><Relationship Id="rId9" Target="../slideLayouts/slideLayout251.xml" Type="http://schemas.openxmlformats.org/officeDocument/2006/relationships/slideLayout"/></Relationships>
</file>

<file path=ppt/slideMasters/_rels/slideMaster30.xml.rels><?xml version="1.0" encoding="UTF-8" standalone="yes"?><Relationships xmlns="http://schemas.openxmlformats.org/package/2006/relationships"><Relationship Id="rId1" Target="../theme/theme31.xml" Type="http://schemas.openxmlformats.org/officeDocument/2006/relationships/theme"/><Relationship Id="rId2" Target="../media/image3.png" Type="http://schemas.openxmlformats.org/officeDocument/2006/relationships/image"/><Relationship Id="rId3" Target="../media/image8.svg" Type="http://schemas.openxmlformats.org/officeDocument/2006/relationships/image"/><Relationship Id="rId4" Target="../slideLayouts/slideLayout263.xml" Type="http://schemas.openxmlformats.org/officeDocument/2006/relationships/slideLayout"/></Relationships>
</file>

<file path=ppt/slideMasters/_rels/slideMaster31.xml.rels><?xml version="1.0" encoding="UTF-8" standalone="yes"?><Relationships xmlns="http://schemas.openxmlformats.org/package/2006/relationships"><Relationship Id="rId1" Target="../theme/theme32.xml" Type="http://schemas.openxmlformats.org/officeDocument/2006/relationships/theme"/><Relationship Id="rId10" Target="../slideLayouts/slideLayout271.xml" Type="http://schemas.openxmlformats.org/officeDocument/2006/relationships/slideLayout"/><Relationship Id="rId11" Target="../slideLayouts/slideLayout272.xml" Type="http://schemas.openxmlformats.org/officeDocument/2006/relationships/slideLayout"/><Relationship Id="rId12" Target="../slideLayouts/slideLayout273.xml" Type="http://schemas.openxmlformats.org/officeDocument/2006/relationships/slideLayout"/><Relationship Id="rId13" Target="../slideLayouts/slideLayout274.xml" Type="http://schemas.openxmlformats.org/officeDocument/2006/relationships/slideLayout"/><Relationship Id="rId14" Target="../slideLayouts/slideLayout275.xml" Type="http://schemas.openxmlformats.org/officeDocument/2006/relationships/slideLayout"/><Relationship Id="rId15" Target="../slideLayouts/slideLayout276.xml" Type="http://schemas.openxmlformats.org/officeDocument/2006/relationships/slideLayout"/><Relationship Id="rId16" Target="../slideLayouts/slideLayout277.xml" Type="http://schemas.openxmlformats.org/officeDocument/2006/relationships/slideLayout"/><Relationship Id="rId17" Target="../slideLayouts/slideLayout278.xml" Type="http://schemas.openxmlformats.org/officeDocument/2006/relationships/slideLayout"/><Relationship Id="rId18" Target="../slideLayouts/slideLayout279.xml" Type="http://schemas.openxmlformats.org/officeDocument/2006/relationships/slideLayout"/><Relationship Id="rId19" Target="../slideLayouts/slideLayout280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281.xml" Type="http://schemas.openxmlformats.org/officeDocument/2006/relationships/slideLayout"/><Relationship Id="rId21" Target="../slideLayouts/slideLayout282.xml" Type="http://schemas.openxmlformats.org/officeDocument/2006/relationships/slideLayout"/><Relationship Id="rId22" Target="../slideLayouts/slideLayout283.xml" Type="http://schemas.openxmlformats.org/officeDocument/2006/relationships/slideLayout"/><Relationship Id="rId3" Target="../slideLayouts/slideLayout264.xml" Type="http://schemas.openxmlformats.org/officeDocument/2006/relationships/slideLayout"/><Relationship Id="rId4" Target="../slideLayouts/slideLayout265.xml" Type="http://schemas.openxmlformats.org/officeDocument/2006/relationships/slideLayout"/><Relationship Id="rId5" Target="../slideLayouts/slideLayout266.xml" Type="http://schemas.openxmlformats.org/officeDocument/2006/relationships/slideLayout"/><Relationship Id="rId6" Target="../slideLayouts/slideLayout267.xml" Type="http://schemas.openxmlformats.org/officeDocument/2006/relationships/slideLayout"/><Relationship Id="rId7" Target="../slideLayouts/slideLayout268.xml" Type="http://schemas.openxmlformats.org/officeDocument/2006/relationships/slideLayout"/><Relationship Id="rId8" Target="../slideLayouts/slideLayout269.xml" Type="http://schemas.openxmlformats.org/officeDocument/2006/relationships/slideLayout"/><Relationship Id="rId9" Target="../slideLayouts/slideLayout270.xml" Type="http://schemas.openxmlformats.org/officeDocument/2006/relationships/slideLayout"/></Relationships>
</file>

<file path=ppt/slideMasters/_rels/slideMaster32.xml.rels><?xml version="1.0" encoding="UTF-8" standalone="yes"?><Relationships xmlns="http://schemas.openxmlformats.org/package/2006/relationships"><Relationship Id="rId1" Target="../theme/theme33.xml" Type="http://schemas.openxmlformats.org/officeDocument/2006/relationships/theme"/><Relationship Id="rId10" Target="../slideLayouts/slideLayout291.xml" Type="http://schemas.openxmlformats.org/officeDocument/2006/relationships/slideLayout"/><Relationship Id="rId11" Target="../slideLayouts/slideLayout292.xml" Type="http://schemas.openxmlformats.org/officeDocument/2006/relationships/slideLayout"/><Relationship Id="rId12" Target="../slideLayouts/slideLayout293.xml" Type="http://schemas.openxmlformats.org/officeDocument/2006/relationships/slideLayout"/><Relationship Id="rId13" Target="../slideLayouts/slideLayout294.xml" Type="http://schemas.openxmlformats.org/officeDocument/2006/relationships/slideLayout"/><Relationship Id="rId14" Target="../slideLayouts/slideLayout295.xml" Type="http://schemas.openxmlformats.org/officeDocument/2006/relationships/slideLayout"/><Relationship Id="rId15" Target="../slideLayouts/slideLayout296.xml" Type="http://schemas.openxmlformats.org/officeDocument/2006/relationships/slideLayout"/><Relationship Id="rId16" Target="../slideLayouts/slideLayout297.xml" Type="http://schemas.openxmlformats.org/officeDocument/2006/relationships/slideLayout"/><Relationship Id="rId17" Target="../slideLayouts/slideLayout298.xml" Type="http://schemas.openxmlformats.org/officeDocument/2006/relationships/slideLayout"/><Relationship Id="rId18" Target="../slideLayouts/slideLayout299.xml" Type="http://schemas.openxmlformats.org/officeDocument/2006/relationships/slideLayout"/><Relationship Id="rId19" Target="../slideLayouts/slideLayout300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301.xml" Type="http://schemas.openxmlformats.org/officeDocument/2006/relationships/slideLayout"/><Relationship Id="rId21" Target="../slideLayouts/slideLayout302.xml" Type="http://schemas.openxmlformats.org/officeDocument/2006/relationships/slideLayout"/><Relationship Id="rId22" Target="../slideLayouts/slideLayout303.xml" Type="http://schemas.openxmlformats.org/officeDocument/2006/relationships/slideLayout"/><Relationship Id="rId3" Target="../slideLayouts/slideLayout284.xml" Type="http://schemas.openxmlformats.org/officeDocument/2006/relationships/slideLayout"/><Relationship Id="rId4" Target="../slideLayouts/slideLayout285.xml" Type="http://schemas.openxmlformats.org/officeDocument/2006/relationships/slideLayout"/><Relationship Id="rId5" Target="../slideLayouts/slideLayout286.xml" Type="http://schemas.openxmlformats.org/officeDocument/2006/relationships/slideLayout"/><Relationship Id="rId6" Target="../slideLayouts/slideLayout287.xml" Type="http://schemas.openxmlformats.org/officeDocument/2006/relationships/slideLayout"/><Relationship Id="rId7" Target="../slideLayouts/slideLayout288.xml" Type="http://schemas.openxmlformats.org/officeDocument/2006/relationships/slideLayout"/><Relationship Id="rId8" Target="../slideLayouts/slideLayout289.xml" Type="http://schemas.openxmlformats.org/officeDocument/2006/relationships/slideLayout"/><Relationship Id="rId9" Target="../slideLayouts/slideLayout290.xml" Type="http://schemas.openxmlformats.org/officeDocument/2006/relationships/slideLayout"/></Relationships>
</file>

<file path=ppt/slideMasters/_rels/slideMaster33.xml.rels><?xml version="1.0" encoding="UTF-8" standalone="yes"?><Relationships xmlns="http://schemas.openxmlformats.org/package/2006/relationships"><Relationship Id="rId1" Target="../theme/theme34.xml" Type="http://schemas.openxmlformats.org/officeDocument/2006/relationships/theme"/><Relationship Id="rId10" Target="../slideLayouts/slideLayout311.xml" Type="http://schemas.openxmlformats.org/officeDocument/2006/relationships/slideLayout"/><Relationship Id="rId11" Target="../slideLayouts/slideLayout312.xml" Type="http://schemas.openxmlformats.org/officeDocument/2006/relationships/slideLayout"/><Relationship Id="rId12" Target="../slideLayouts/slideLayout313.xml" Type="http://schemas.openxmlformats.org/officeDocument/2006/relationships/slideLayout"/><Relationship Id="rId13" Target="../slideLayouts/slideLayout314.xml" Type="http://schemas.openxmlformats.org/officeDocument/2006/relationships/slideLayout"/><Relationship Id="rId14" Target="../slideLayouts/slideLayout315.xml" Type="http://schemas.openxmlformats.org/officeDocument/2006/relationships/slideLayout"/><Relationship Id="rId15" Target="../slideLayouts/slideLayout316.xml" Type="http://schemas.openxmlformats.org/officeDocument/2006/relationships/slideLayout"/><Relationship Id="rId16" Target="../slideLayouts/slideLayout317.xml" Type="http://schemas.openxmlformats.org/officeDocument/2006/relationships/slideLayout"/><Relationship Id="rId17" Target="../slideLayouts/slideLayout318.xml" Type="http://schemas.openxmlformats.org/officeDocument/2006/relationships/slideLayout"/><Relationship Id="rId18" Target="../slideLayouts/slideLayout319.xml" Type="http://schemas.openxmlformats.org/officeDocument/2006/relationships/slideLayout"/><Relationship Id="rId19" Target="../slideLayouts/slideLayout320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321.xml" Type="http://schemas.openxmlformats.org/officeDocument/2006/relationships/slideLayout"/><Relationship Id="rId21" Target="../slideLayouts/slideLayout322.xml" Type="http://schemas.openxmlformats.org/officeDocument/2006/relationships/slideLayout"/><Relationship Id="rId22" Target="../slideLayouts/slideLayout323.xml" Type="http://schemas.openxmlformats.org/officeDocument/2006/relationships/slideLayout"/><Relationship Id="rId3" Target="../slideLayouts/slideLayout304.xml" Type="http://schemas.openxmlformats.org/officeDocument/2006/relationships/slideLayout"/><Relationship Id="rId4" Target="../slideLayouts/slideLayout305.xml" Type="http://schemas.openxmlformats.org/officeDocument/2006/relationships/slideLayout"/><Relationship Id="rId5" Target="../slideLayouts/slideLayout306.xml" Type="http://schemas.openxmlformats.org/officeDocument/2006/relationships/slideLayout"/><Relationship Id="rId6" Target="../slideLayouts/slideLayout307.xml" Type="http://schemas.openxmlformats.org/officeDocument/2006/relationships/slideLayout"/><Relationship Id="rId7" Target="../slideLayouts/slideLayout308.xml" Type="http://schemas.openxmlformats.org/officeDocument/2006/relationships/slideLayout"/><Relationship Id="rId8" Target="../slideLayouts/slideLayout309.xml" Type="http://schemas.openxmlformats.org/officeDocument/2006/relationships/slideLayout"/><Relationship Id="rId9" Target="../slideLayouts/slideLayout310.xml" Type="http://schemas.openxmlformats.org/officeDocument/2006/relationships/slideLayout"/></Relationships>
</file>

<file path=ppt/slideMasters/_rels/slideMaster34.xml.rels><?xml version="1.0" encoding="UTF-8" standalone="yes"?><Relationships xmlns="http://schemas.openxmlformats.org/package/2006/relationships"><Relationship Id="rId1" Target="../theme/theme35.xml" Type="http://schemas.openxmlformats.org/officeDocument/2006/relationships/theme"/><Relationship Id="rId10" Target="../slideLayouts/slideLayout332.xml" Type="http://schemas.openxmlformats.org/officeDocument/2006/relationships/slideLayout"/><Relationship Id="rId11" Target="../slideLayouts/slideLayout333.xml" Type="http://schemas.openxmlformats.org/officeDocument/2006/relationships/slideLayout"/><Relationship Id="rId12" Target="../slideLayouts/slideLayout334.xml" Type="http://schemas.openxmlformats.org/officeDocument/2006/relationships/slideLayout"/><Relationship Id="rId13" Target="../slideLayouts/slideLayout335.xml" Type="http://schemas.openxmlformats.org/officeDocument/2006/relationships/slideLayout"/><Relationship Id="rId2" Target="../slideLayouts/slideLayout324.xml" Type="http://schemas.openxmlformats.org/officeDocument/2006/relationships/slideLayout"/><Relationship Id="rId3" Target="../slideLayouts/slideLayout325.xml" Type="http://schemas.openxmlformats.org/officeDocument/2006/relationships/slideLayout"/><Relationship Id="rId4" Target="../slideLayouts/slideLayout326.xml" Type="http://schemas.openxmlformats.org/officeDocument/2006/relationships/slideLayout"/><Relationship Id="rId5" Target="../slideLayouts/slideLayout327.xml" Type="http://schemas.openxmlformats.org/officeDocument/2006/relationships/slideLayout"/><Relationship Id="rId6" Target="../slideLayouts/slideLayout328.xml" Type="http://schemas.openxmlformats.org/officeDocument/2006/relationships/slideLayout"/><Relationship Id="rId7" Target="../slideLayouts/slideLayout329.xml" Type="http://schemas.openxmlformats.org/officeDocument/2006/relationships/slideLayout"/><Relationship Id="rId8" Target="../slideLayouts/slideLayout330.xml" Type="http://schemas.openxmlformats.org/officeDocument/2006/relationships/slideLayout"/><Relationship Id="rId9" Target="../slideLayouts/slideLayout331.xml" Type="http://schemas.openxmlformats.org/officeDocument/2006/relationships/slideLayout"/></Relationships>
</file>

<file path=ppt/slideMasters/_rels/slideMaster35.xml.rels><?xml version="1.0" encoding="UTF-8" standalone="yes"?><Relationships xmlns="http://schemas.openxmlformats.org/package/2006/relationships"><Relationship Id="rId1" Target="../theme/theme36.xml" Type="http://schemas.openxmlformats.org/officeDocument/2006/relationships/theme"/><Relationship Id="rId2" Target="../media/image3.png" Type="http://schemas.openxmlformats.org/officeDocument/2006/relationships/image"/><Relationship Id="rId3" Target="../media/image8.svg" Type="http://schemas.openxmlformats.org/officeDocument/2006/relationships/image"/><Relationship Id="rId4" Target="../slideLayouts/slideLayout336.xml" Type="http://schemas.openxmlformats.org/officeDocument/2006/relationships/slideLayout"/></Relationships>
</file>

<file path=ppt/slideMasters/_rels/slideMaster36.xml.rels><?xml version="1.0" encoding="UTF-8" standalone="yes"?><Relationships xmlns="http://schemas.openxmlformats.org/package/2006/relationships"><Relationship Id="rId1" Target="../theme/theme37.xml" Type="http://schemas.openxmlformats.org/officeDocument/2006/relationships/theme"/><Relationship Id="rId10" Target="../slideLayouts/slideLayout344.xml" Type="http://schemas.openxmlformats.org/officeDocument/2006/relationships/slideLayout"/><Relationship Id="rId11" Target="../slideLayouts/slideLayout345.xml" Type="http://schemas.openxmlformats.org/officeDocument/2006/relationships/slideLayout"/><Relationship Id="rId12" Target="../slideLayouts/slideLayout346.xml" Type="http://schemas.openxmlformats.org/officeDocument/2006/relationships/slideLayout"/><Relationship Id="rId13" Target="../slideLayouts/slideLayout347.xml" Type="http://schemas.openxmlformats.org/officeDocument/2006/relationships/slideLayout"/><Relationship Id="rId14" Target="../slideLayouts/slideLayout348.xml" Type="http://schemas.openxmlformats.org/officeDocument/2006/relationships/slideLayout"/><Relationship Id="rId15" Target="../slideLayouts/slideLayout349.xml" Type="http://schemas.openxmlformats.org/officeDocument/2006/relationships/slideLayout"/><Relationship Id="rId16" Target="../slideLayouts/slideLayout350.xml" Type="http://schemas.openxmlformats.org/officeDocument/2006/relationships/slideLayout"/><Relationship Id="rId17" Target="../slideLayouts/slideLayout351.xml" Type="http://schemas.openxmlformats.org/officeDocument/2006/relationships/slideLayout"/><Relationship Id="rId18" Target="../slideLayouts/slideLayout352.xml" Type="http://schemas.openxmlformats.org/officeDocument/2006/relationships/slideLayout"/><Relationship Id="rId19" Target="../slideLayouts/slideLayout353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354.xml" Type="http://schemas.openxmlformats.org/officeDocument/2006/relationships/slideLayout"/><Relationship Id="rId21" Target="../slideLayouts/slideLayout355.xml" Type="http://schemas.openxmlformats.org/officeDocument/2006/relationships/slideLayout"/><Relationship Id="rId22" Target="../slideLayouts/slideLayout356.xml" Type="http://schemas.openxmlformats.org/officeDocument/2006/relationships/slideLayout"/><Relationship Id="rId3" Target="../slideLayouts/slideLayout337.xml" Type="http://schemas.openxmlformats.org/officeDocument/2006/relationships/slideLayout"/><Relationship Id="rId4" Target="../slideLayouts/slideLayout338.xml" Type="http://schemas.openxmlformats.org/officeDocument/2006/relationships/slideLayout"/><Relationship Id="rId5" Target="../slideLayouts/slideLayout339.xml" Type="http://schemas.openxmlformats.org/officeDocument/2006/relationships/slideLayout"/><Relationship Id="rId6" Target="../slideLayouts/slideLayout340.xml" Type="http://schemas.openxmlformats.org/officeDocument/2006/relationships/slideLayout"/><Relationship Id="rId7" Target="../slideLayouts/slideLayout341.xml" Type="http://schemas.openxmlformats.org/officeDocument/2006/relationships/slideLayout"/><Relationship Id="rId8" Target="../slideLayouts/slideLayout342.xml" Type="http://schemas.openxmlformats.org/officeDocument/2006/relationships/slideLayout"/><Relationship Id="rId9" Target="../slideLayouts/slideLayout343.xml" Type="http://schemas.openxmlformats.org/officeDocument/2006/relationships/slideLayout"/></Relationships>
</file>

<file path=ppt/slideMasters/_rels/slideMaster37.xml.rels><?xml version="1.0" encoding="UTF-8" standalone="yes"?><Relationships xmlns="http://schemas.openxmlformats.org/package/2006/relationships"><Relationship Id="rId1" Target="../theme/theme38.xml" Type="http://schemas.openxmlformats.org/officeDocument/2006/relationships/theme"/><Relationship Id="rId2" Target="../slideLayouts/slideLayout357.xml" Type="http://schemas.openxmlformats.org/officeDocument/2006/relationships/slideLayout"/></Relationships>
</file>

<file path=ppt/slideMasters/_rels/slideMaster38.xml.rels><?xml version="1.0" encoding="UTF-8" standalone="yes"?><Relationships xmlns="http://schemas.openxmlformats.org/package/2006/relationships"><Relationship Id="rId1" Target="../theme/theme39.xml" Type="http://schemas.openxmlformats.org/officeDocument/2006/relationships/theme"/><Relationship Id="rId2" Target="../slideLayouts/slideLayout358.xml" Type="http://schemas.openxmlformats.org/officeDocument/2006/relationships/slideLayout"/></Relationships>
</file>

<file path=ppt/slideMasters/_rels/slideMaster39.xml.rels><?xml version="1.0" encoding="UTF-8" standalone="yes"?><Relationships xmlns="http://schemas.openxmlformats.org/package/2006/relationships"><Relationship Id="rId1" Target="../theme/theme40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359.xml" Type="http://schemas.openxmlformats.org/officeDocument/2006/relationships/slideLayout"/></Relationships>
</file>

<file path=ppt/slideMasters/_rels/slideMaster40.xml.rels><?xml version="1.0" encoding="UTF-8" standalone="yes"?><Relationships xmlns="http://schemas.openxmlformats.org/package/2006/relationships"><Relationship Id="rId1" Target="../theme/theme41.xml" Type="http://schemas.openxmlformats.org/officeDocument/2006/relationships/theme"/><Relationship Id="rId10" Target="../slideLayouts/slideLayout367.xml" Type="http://schemas.openxmlformats.org/officeDocument/2006/relationships/slideLayout"/><Relationship Id="rId11" Target="../slideLayouts/slideLayout368.xml" Type="http://schemas.openxmlformats.org/officeDocument/2006/relationships/slideLayout"/><Relationship Id="rId12" Target="../slideLayouts/slideLayout369.xml" Type="http://schemas.openxmlformats.org/officeDocument/2006/relationships/slideLayout"/><Relationship Id="rId13" Target="../slideLayouts/slideLayout370.xml" Type="http://schemas.openxmlformats.org/officeDocument/2006/relationships/slideLayout"/><Relationship Id="rId14" Target="../slideLayouts/slideLayout371.xml" Type="http://schemas.openxmlformats.org/officeDocument/2006/relationships/slideLayout"/><Relationship Id="rId15" Target="../slideLayouts/slideLayout372.xml" Type="http://schemas.openxmlformats.org/officeDocument/2006/relationships/slideLayout"/><Relationship Id="rId16" Target="../slideLayouts/slideLayout373.xml" Type="http://schemas.openxmlformats.org/officeDocument/2006/relationships/slideLayout"/><Relationship Id="rId17" Target="../slideLayouts/slideLayout374.xml" Type="http://schemas.openxmlformats.org/officeDocument/2006/relationships/slideLayout"/><Relationship Id="rId18" Target="../slideLayouts/slideLayout375.xml" Type="http://schemas.openxmlformats.org/officeDocument/2006/relationships/slideLayout"/><Relationship Id="rId19" Target="../slideLayouts/slideLayout376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377.xml" Type="http://schemas.openxmlformats.org/officeDocument/2006/relationships/slideLayout"/><Relationship Id="rId3" Target="../slideLayouts/slideLayout360.xml" Type="http://schemas.openxmlformats.org/officeDocument/2006/relationships/slideLayout"/><Relationship Id="rId4" Target="../slideLayouts/slideLayout361.xml" Type="http://schemas.openxmlformats.org/officeDocument/2006/relationships/slideLayout"/><Relationship Id="rId5" Target="../slideLayouts/slideLayout362.xml" Type="http://schemas.openxmlformats.org/officeDocument/2006/relationships/slideLayout"/><Relationship Id="rId6" Target="../slideLayouts/slideLayout363.xml" Type="http://schemas.openxmlformats.org/officeDocument/2006/relationships/slideLayout"/><Relationship Id="rId7" Target="../slideLayouts/slideLayout364.xml" Type="http://schemas.openxmlformats.org/officeDocument/2006/relationships/slideLayout"/><Relationship Id="rId8" Target="../slideLayouts/slideLayout365.xml" Type="http://schemas.openxmlformats.org/officeDocument/2006/relationships/slideLayout"/><Relationship Id="rId9" Target="../slideLayouts/slideLayout366.xml" Type="http://schemas.openxmlformats.org/officeDocument/2006/relationships/slideLayout"/></Relationships>
</file>

<file path=ppt/slideMasters/_rels/slideMaster41.xml.rels><?xml version="1.0" encoding="UTF-8" standalone="yes"?><Relationships xmlns="http://schemas.openxmlformats.org/package/2006/relationships"><Relationship Id="rId1" Target="../theme/theme42.xml" Type="http://schemas.openxmlformats.org/officeDocument/2006/relationships/theme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slideLayouts/slideLayout378.xml" Type="http://schemas.openxmlformats.org/officeDocument/2006/relationships/slideLayout"/></Relationships>
</file>

<file path=ppt/slideMasters/_rels/slideMaster42.xml.rels><?xml version="1.0" encoding="UTF-8" standalone="yes"?><Relationships xmlns="http://schemas.openxmlformats.org/package/2006/relationships"><Relationship Id="rId1" Target="../theme/theme43.xml" Type="http://schemas.openxmlformats.org/officeDocument/2006/relationships/theme"/><Relationship Id="rId2" Target="../media/image3.png" Type="http://schemas.openxmlformats.org/officeDocument/2006/relationships/image"/><Relationship Id="rId3" Target="../media/image8.svg" Type="http://schemas.openxmlformats.org/officeDocument/2006/relationships/image"/><Relationship Id="rId4" Target="../slideLayouts/slideLayout379.xml" Type="http://schemas.openxmlformats.org/officeDocument/2006/relationships/slideLayout"/></Relationships>
</file>

<file path=ppt/slideMasters/_rels/slideMaster43.xml.rels><?xml version="1.0" encoding="UTF-8" standalone="yes"?><Relationships xmlns="http://schemas.openxmlformats.org/package/2006/relationships"><Relationship Id="rId1" Target="../theme/theme44.xml" Type="http://schemas.openxmlformats.org/officeDocument/2006/relationships/theme"/><Relationship Id="rId2" Target="../media/image3.png" Type="http://schemas.openxmlformats.org/officeDocument/2006/relationships/image"/><Relationship Id="rId3" Target="../media/image8.svg" Type="http://schemas.openxmlformats.org/officeDocument/2006/relationships/image"/><Relationship Id="rId4" Target="../slideLayouts/slideLayout380.xml" Type="http://schemas.openxmlformats.org/officeDocument/2006/relationships/slideLayout"/></Relationships>
</file>

<file path=ppt/slideMasters/_rels/slideMaster44.xml.rels><?xml version="1.0" encoding="UTF-8" standalone="yes"?><Relationships xmlns="http://schemas.openxmlformats.org/package/2006/relationships"><Relationship Id="rId1" Target="../theme/theme45.xml" Type="http://schemas.openxmlformats.org/officeDocument/2006/relationships/theme"/><Relationship Id="rId10" Target="../slideLayouts/slideLayout388.xml" Type="http://schemas.openxmlformats.org/officeDocument/2006/relationships/slideLayout"/><Relationship Id="rId11" Target="../slideLayouts/slideLayout389.xml" Type="http://schemas.openxmlformats.org/officeDocument/2006/relationships/slideLayout"/><Relationship Id="rId12" Target="../slideLayouts/slideLayout390.xml" Type="http://schemas.openxmlformats.org/officeDocument/2006/relationships/slideLayout"/><Relationship Id="rId13" Target="../slideLayouts/slideLayout391.xml" Type="http://schemas.openxmlformats.org/officeDocument/2006/relationships/slideLayout"/><Relationship Id="rId14" Target="../slideLayouts/slideLayout392.xml" Type="http://schemas.openxmlformats.org/officeDocument/2006/relationships/slideLayout"/><Relationship Id="rId15" Target="../slideLayouts/slideLayout393.xml" Type="http://schemas.openxmlformats.org/officeDocument/2006/relationships/slideLayout"/><Relationship Id="rId16" Target="../slideLayouts/slideLayout394.xml" Type="http://schemas.openxmlformats.org/officeDocument/2006/relationships/slideLayout"/><Relationship Id="rId17" Target="../slideLayouts/slideLayout395.xml" Type="http://schemas.openxmlformats.org/officeDocument/2006/relationships/slideLayout"/><Relationship Id="rId18" Target="../slideLayouts/slideLayout396.xml" Type="http://schemas.openxmlformats.org/officeDocument/2006/relationships/slideLayout"/><Relationship Id="rId19" Target="../slideLayouts/slideLayout397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398.xml" Type="http://schemas.openxmlformats.org/officeDocument/2006/relationships/slideLayout"/><Relationship Id="rId21" Target="../slideLayouts/slideLayout399.xml" Type="http://schemas.openxmlformats.org/officeDocument/2006/relationships/slideLayout"/><Relationship Id="rId22" Target="../slideLayouts/slideLayout400.xml" Type="http://schemas.openxmlformats.org/officeDocument/2006/relationships/slideLayout"/><Relationship Id="rId3" Target="../slideLayouts/slideLayout381.xml" Type="http://schemas.openxmlformats.org/officeDocument/2006/relationships/slideLayout"/><Relationship Id="rId4" Target="../slideLayouts/slideLayout382.xml" Type="http://schemas.openxmlformats.org/officeDocument/2006/relationships/slideLayout"/><Relationship Id="rId5" Target="../slideLayouts/slideLayout383.xml" Type="http://schemas.openxmlformats.org/officeDocument/2006/relationships/slideLayout"/><Relationship Id="rId6" Target="../slideLayouts/slideLayout384.xml" Type="http://schemas.openxmlformats.org/officeDocument/2006/relationships/slideLayout"/><Relationship Id="rId7" Target="../slideLayouts/slideLayout385.xml" Type="http://schemas.openxmlformats.org/officeDocument/2006/relationships/slideLayout"/><Relationship Id="rId8" Target="../slideLayouts/slideLayout386.xml" Type="http://schemas.openxmlformats.org/officeDocument/2006/relationships/slideLayout"/><Relationship Id="rId9" Target="../slideLayouts/slideLayout387.xml" Type="http://schemas.openxmlformats.org/officeDocument/2006/relationships/slideLayout"/></Relationships>
</file>

<file path=ppt/slideMasters/_rels/slideMaster45.xml.rels><?xml version="1.0" encoding="UTF-8" standalone="yes"?><Relationships xmlns="http://schemas.openxmlformats.org/package/2006/relationships"><Relationship Id="rId1" Target="../theme/theme46.xml" Type="http://schemas.openxmlformats.org/officeDocument/2006/relationships/theme"/><Relationship Id="rId10" Target="../slideLayouts/slideLayout408.xml" Type="http://schemas.openxmlformats.org/officeDocument/2006/relationships/slideLayout"/><Relationship Id="rId11" Target="../slideLayouts/slideLayout409.xml" Type="http://schemas.openxmlformats.org/officeDocument/2006/relationships/slideLayout"/><Relationship Id="rId12" Target="../slideLayouts/slideLayout410.xml" Type="http://schemas.openxmlformats.org/officeDocument/2006/relationships/slideLayout"/><Relationship Id="rId13" Target="../slideLayouts/slideLayout411.xml" Type="http://schemas.openxmlformats.org/officeDocument/2006/relationships/slideLayout"/><Relationship Id="rId14" Target="../slideLayouts/slideLayout412.xml" Type="http://schemas.openxmlformats.org/officeDocument/2006/relationships/slideLayout"/><Relationship Id="rId15" Target="../slideLayouts/slideLayout413.xml" Type="http://schemas.openxmlformats.org/officeDocument/2006/relationships/slideLayout"/><Relationship Id="rId16" Target="../slideLayouts/slideLayout414.xml" Type="http://schemas.openxmlformats.org/officeDocument/2006/relationships/slideLayout"/><Relationship Id="rId17" Target="../slideLayouts/slideLayout415.xml" Type="http://schemas.openxmlformats.org/officeDocument/2006/relationships/slideLayout"/><Relationship Id="rId18" Target="../slideLayouts/slideLayout416.xml" Type="http://schemas.openxmlformats.org/officeDocument/2006/relationships/slideLayout"/><Relationship Id="rId19" Target="../slideLayouts/slideLayout417.xml" Type="http://schemas.openxmlformats.org/officeDocument/2006/relationships/slideLayout"/><Relationship Id="rId2" Target="../media/image4.png" Type="http://schemas.openxmlformats.org/officeDocument/2006/relationships/image"/><Relationship Id="rId20" Target="../slideLayouts/slideLayout418.xml" Type="http://schemas.openxmlformats.org/officeDocument/2006/relationships/slideLayout"/><Relationship Id="rId21" Target="../slideLayouts/slideLayout419.xml" Type="http://schemas.openxmlformats.org/officeDocument/2006/relationships/slideLayout"/><Relationship Id="rId22" Target="../slideLayouts/slideLayout420.xml" Type="http://schemas.openxmlformats.org/officeDocument/2006/relationships/slideLayout"/><Relationship Id="rId3" Target="../slideLayouts/slideLayout401.xml" Type="http://schemas.openxmlformats.org/officeDocument/2006/relationships/slideLayout"/><Relationship Id="rId4" Target="../slideLayouts/slideLayout402.xml" Type="http://schemas.openxmlformats.org/officeDocument/2006/relationships/slideLayout"/><Relationship Id="rId5" Target="../slideLayouts/slideLayout403.xml" Type="http://schemas.openxmlformats.org/officeDocument/2006/relationships/slideLayout"/><Relationship Id="rId6" Target="../slideLayouts/slideLayout404.xml" Type="http://schemas.openxmlformats.org/officeDocument/2006/relationships/slideLayout"/><Relationship Id="rId7" Target="../slideLayouts/slideLayout405.xml" Type="http://schemas.openxmlformats.org/officeDocument/2006/relationships/slideLayout"/><Relationship Id="rId8" Target="../slideLayouts/slideLayout406.xml" Type="http://schemas.openxmlformats.org/officeDocument/2006/relationships/slideLayout"/><Relationship Id="rId9" Target="../slideLayouts/slideLayout40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封面2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5400000" flipH="false" flipV="false">
            <a:off x="8672367" y="-244234"/>
            <a:ext cx="1034350" cy="1136649"/>
          </a:xfrm>
          <a:custGeom>
            <a:avLst/>
            <a:gdLst/>
            <a:ahLst/>
            <a:cxnLst/>
            <a:rect r="r" b="b" t="t" l="l"/>
            <a:pathLst>
              <a:path h="1136649" w="1034350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5400000" flipH="false" flipV="false">
            <a:off x="9521078" y="753888"/>
            <a:ext cx="523072" cy="45092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F3F3F">
              <a:alpha val="49804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8027944" y="996957"/>
            <a:ext cx="523072" cy="450925"/>
          </a:xfrm>
          <a:prstGeom prst="hexagon">
            <a:avLst>
              <a:gd name="adj" fmla="val 25000"/>
              <a:gd name="vf" fmla="val 115470"/>
            </a:avLst>
          </a:prstGeom>
          <a:noFill/>
          <a:ln w="25400" cap="flat">
            <a:solidFill>
              <a:srgbClr val="A6A6A6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5400000" flipH="false" flipV="false">
            <a:off x="10287577" y="140894"/>
            <a:ext cx="196767" cy="16962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5400000" flipH="false" flipV="false">
            <a:off x="3684719" y="893697"/>
            <a:ext cx="886529" cy="764250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11266257" y="1225116"/>
            <a:ext cx="206955" cy="178410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ap="flat">
            <a:solidFill>
              <a:srgbClr val="0067E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918490" y="676500"/>
            <a:ext cx="206955" cy="17841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4564916" y="775592"/>
            <a:ext cx="369001" cy="31810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0" flipH="false" flipV="false">
            <a:off x="9997213" y="1131213"/>
            <a:ext cx="647089" cy="396648"/>
          </a:xfrm>
          <a:prstGeom prst="line">
            <a:avLst/>
          </a:prstGeom>
          <a:noFill/>
          <a:ln w="12700" cap="flat">
            <a:solidFill>
              <a:srgbClr val="BFBFB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3898416" y="466240"/>
            <a:ext cx="691948" cy="366317"/>
          </a:xfrm>
          <a:prstGeom prst="line">
            <a:avLst/>
          </a:prstGeom>
          <a:noFill/>
          <a:ln w="12700" cap="flat">
            <a:solidFill>
              <a:srgbClr val="BFBFB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460746" y="5656882"/>
            <a:ext cx="3270508" cy="69585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目录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2126595" y="2260317"/>
            <a:ext cx="2280944" cy="1168683"/>
            <a:chOff x="2126595" y="2260317"/>
            <a:chExt cx="2280944" cy="1168683"/>
          </a:xfrm>
        </p:grpSpPr>
        <p:sp>
          <p:nvSpPr>
            <p:cNvPr name="AutoShape 4" id="4"/>
            <p:cNvSpPr txBox="true"/>
            <p:nvPr/>
          </p:nvSpPr>
          <p:spPr>
            <a:xfrm rot="0" flipH="false" flipV="false">
              <a:off x="2691536" y="2260317"/>
              <a:ext cx="1245854" cy="7386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sp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true" i="false" strike="noStrike" u="none" sz="42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目录</a:t>
              </a:r>
              <a:endParaRPr lang="en-US" sz="1100"/>
            </a:p>
          </p:txBody>
        </p:sp>
        <p:sp>
          <p:nvSpPr>
            <p:cNvPr name="AutoShape 6" id="6"/>
            <p:cNvSpPr txBox="true"/>
            <p:nvPr/>
          </p:nvSpPr>
          <p:spPr>
            <a:xfrm rot="0" flipH="false" flipV="false">
              <a:off x="2126595" y="2905780"/>
              <a:ext cx="1833941" cy="52322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2800">
                  <a:solidFill>
                    <a:srgbClr val="D9D9D9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Contents</a:t>
              </a:r>
              <a:endParaRPr lang="en-US" sz="1100"/>
            </a:p>
          </p:txBody>
        </p:sp>
        <p:cxnSp>
          <p:nvCxnSpPr>
            <p:cNvPr name="Connector 7" id="7"/>
            <p:cNvCxnSpPr/>
            <p:nvPr/>
          </p:nvCxnSpPr>
          <p:spPr>
            <a:xfrm rot="0" flipH="false" flipV="false">
              <a:off x="4407539" y="2336716"/>
              <a:ext cx="0" cy="1062261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8" id="8"/>
            <p:cNvSpPr/>
            <p:nvPr/>
          </p:nvSpPr>
          <p:spPr>
            <a:xfrm rot="5400000" flipH="false" flipV="false">
              <a:off x="2284374" y="2441148"/>
              <a:ext cx="437322" cy="37700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5400000" flipH="false" flipV="false">
              <a:off x="2179322" y="2646622"/>
              <a:ext cx="246109" cy="21216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0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章节页版式（一级 二级标题）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5400000" flipH="false" flipV="false">
            <a:off x="3779834" y="2429461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5400000" flipH="false" flipV="false">
            <a:off x="3567036" y="3257393"/>
            <a:ext cx="429253" cy="37004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3" r:id="rId2"/>
    <p:sldLayoutId id="215748370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章节页版式（一级标题）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5400000" flipH="false" flipV="false">
            <a:off x="3779834" y="2429461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5400000" flipH="false" flipV="false">
            <a:off x="3567036" y="3257393"/>
            <a:ext cx="429253" cy="37004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06" r:id="rId3"/>
    <p:sldLayoutId id="2157483707" r:id="rId4"/>
    <p:sldLayoutId id="2157483708" r:id="rId5"/>
    <p:sldLayoutId id="2157483709" r:id="rId6"/>
    <p:sldLayoutId id="2157483710" r:id="rId7"/>
    <p:sldLayoutId id="2157483711" r:id="rId8"/>
    <p:sldLayoutId id="2157483712" r:id="rId9"/>
    <p:sldLayoutId id="2157483713" r:id="rId10"/>
    <p:sldLayoutId id="2157483714" r:id="rId11"/>
    <p:sldLayoutId id="2157483715" r:id="rId12"/>
    <p:sldLayoutId id="2157483716" r:id="rId13"/>
    <p:sldLayoutId id="2157483717" r:id="rId14"/>
    <p:sldLayoutId id="2157483718" r:id="rId15"/>
    <p:sldLayoutId id="2157483719" r:id="rId16"/>
    <p:sldLayoutId id="2157483720" r:id="rId17"/>
    <p:sldLayoutId id="2157483721" r:id="rId18"/>
    <p:sldLayoutId id="2157483722" r:id="rId19"/>
    <p:sldLayoutId id="2157483723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5_结束页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862786" y="2077549"/>
            <a:ext cx="2466428" cy="201013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2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2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8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2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9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2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0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2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2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29" r:id="rId4"/>
    <p:sldLayoutId id="215748373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3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3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4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3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5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3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34" r:id="rId3"/>
    <p:sldLayoutId id="2157483735" r:id="rId4"/>
    <p:sldLayoutId id="2157483736" r:id="rId5"/>
    <p:sldLayoutId id="2157483737" r:id="rId6"/>
    <p:sldLayoutId id="2157483738" r:id="rId7"/>
    <p:sldLayoutId id="2157483739" r:id="rId8"/>
    <p:sldLayoutId id="2157483740" r:id="rId9"/>
    <p:sldLayoutId id="2157483741" r:id="rId10"/>
    <p:sldLayoutId id="2157483742" r:id="rId11"/>
    <p:sldLayoutId id="2157483743" r:id="rId12"/>
    <p:sldLayoutId id="2157483744" r:id="rId13"/>
    <p:sldLayoutId id="2157483745" r:id="rId14"/>
    <p:sldLayoutId id="2157483746" r:id="rId15"/>
    <p:sldLayoutId id="2157483747" r:id="rId16"/>
    <p:sldLayoutId id="2157483748" r:id="rId17"/>
    <p:sldLayoutId id="2157483749" r:id="rId18"/>
    <p:sldLayoutId id="2157483750" r:id="rId19"/>
    <p:sldLayoutId id="215748375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2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52" r:id="rId3"/>
    <p:sldLayoutId id="2157483753" r:id="rId4"/>
    <p:sldLayoutId id="2157483754" r:id="rId5"/>
    <p:sldLayoutId id="2157483755" r:id="rId6"/>
    <p:sldLayoutId id="2157483756" r:id="rId7"/>
    <p:sldLayoutId id="2157483757" r:id="rId8"/>
    <p:sldLayoutId id="2157483758" r:id="rId9"/>
    <p:sldLayoutId id="2157483759" r:id="rId10"/>
    <p:sldLayoutId id="2157483760" r:id="rId11"/>
    <p:sldLayoutId id="2157483761" r:id="rId12"/>
    <p:sldLayoutId id="2157483762" r:id="rId13"/>
    <p:sldLayoutId id="2157483763" r:id="rId14"/>
    <p:sldLayoutId id="2157483764" r:id="rId15"/>
    <p:sldLayoutId id="2157483765" r:id="rId16"/>
    <p:sldLayoutId id="2157483766" r:id="rId17"/>
    <p:sldLayoutId id="2157483767" r:id="rId18"/>
    <p:sldLayoutId id="2157483768" r:id="rId19"/>
    <p:sldLayoutId id="215748376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3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70" r:id="rId3"/>
    <p:sldLayoutId id="2157483771" r:id="rId4"/>
    <p:sldLayoutId id="2157483772" r:id="rId5"/>
    <p:sldLayoutId id="2157483773" r:id="rId6"/>
    <p:sldLayoutId id="2157483774" r:id="rId7"/>
    <p:sldLayoutId id="2157483775" r:id="rId8"/>
    <p:sldLayoutId id="2157483776" r:id="rId9"/>
    <p:sldLayoutId id="2157483777" r:id="rId10"/>
    <p:sldLayoutId id="2157483778" r:id="rId11"/>
    <p:sldLayoutId id="2157483779" r:id="rId12"/>
    <p:sldLayoutId id="2157483780" r:id="rId13"/>
    <p:sldLayoutId id="2157483781" r:id="rId14"/>
    <p:sldLayoutId id="2157483782" r:id="rId15"/>
    <p:sldLayoutId id="2157483783" r:id="rId16"/>
    <p:sldLayoutId id="2157483784" r:id="rId17"/>
    <p:sldLayoutId id="2157483785" r:id="rId18"/>
    <p:sldLayoutId id="2157483786" r:id="rId19"/>
    <p:sldLayoutId id="215748378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4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88" r:id="rId3"/>
    <p:sldLayoutId id="2157483789" r:id="rId4"/>
    <p:sldLayoutId id="2157483790" r:id="rId5"/>
    <p:sldLayoutId id="2157483791" r:id="rId6"/>
    <p:sldLayoutId id="2157483792" r:id="rId7"/>
    <p:sldLayoutId id="2157483793" r:id="rId8"/>
    <p:sldLayoutId id="2157483794" r:id="rId9"/>
    <p:sldLayoutId id="2157483795" r:id="rId10"/>
    <p:sldLayoutId id="2157483796" r:id="rId11"/>
    <p:sldLayoutId id="2157483797" r:id="rId12"/>
    <p:sldLayoutId id="2157483798" r:id="rId13"/>
    <p:sldLayoutId id="2157483799" r:id="rId14"/>
    <p:sldLayoutId id="2157483800" r:id="rId15"/>
    <p:sldLayoutId id="2157483801" r:id="rId16"/>
    <p:sldLayoutId id="2157483802" r:id="rId17"/>
    <p:sldLayoutId id="2157483803" r:id="rId18"/>
    <p:sldLayoutId id="2157483804" r:id="rId19"/>
    <p:sldLayoutId id="215748380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5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806" r:id="rId3"/>
    <p:sldLayoutId id="2157483807" r:id="rId4"/>
    <p:sldLayoutId id="2157483808" r:id="rId5"/>
    <p:sldLayoutId id="2157483809" r:id="rId6"/>
    <p:sldLayoutId id="2157483810" r:id="rId7"/>
    <p:sldLayoutId id="2157483811" r:id="rId8"/>
    <p:sldLayoutId id="2157483812" r:id="rId9"/>
    <p:sldLayoutId id="2157483813" r:id="rId10"/>
    <p:sldLayoutId id="2157483814" r:id="rId11"/>
    <p:sldLayoutId id="2157483815" r:id="rId12"/>
    <p:sldLayoutId id="2157483816" r:id="rId13"/>
    <p:sldLayoutId id="2157483817" r:id="rId14"/>
    <p:sldLayoutId id="2157483818" r:id="rId15"/>
    <p:sldLayoutId id="2157483819" r:id="rId16"/>
    <p:sldLayoutId id="2157483820" r:id="rId17"/>
    <p:sldLayoutId id="2157483821" r:id="rId18"/>
    <p:sldLayoutId id="2157483822" r:id="rId19"/>
    <p:sldLayoutId id="2157483823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6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824" r:id="rId3"/>
    <p:sldLayoutId id="2157483825" r:id="rId4"/>
    <p:sldLayoutId id="2157483826" r:id="rId5"/>
    <p:sldLayoutId id="2157483827" r:id="rId6"/>
    <p:sldLayoutId id="2157483828" r:id="rId7"/>
    <p:sldLayoutId id="2157483829" r:id="rId8"/>
    <p:sldLayoutId id="2157483830" r:id="rId9"/>
    <p:sldLayoutId id="2157483831" r:id="rId10"/>
    <p:sldLayoutId id="2157483832" r:id="rId11"/>
    <p:sldLayoutId id="2157483833" r:id="rId12"/>
    <p:sldLayoutId id="2157483834" r:id="rId13"/>
    <p:sldLayoutId id="2157483835" r:id="rId14"/>
    <p:sldLayoutId id="2157483836" r:id="rId15"/>
    <p:sldLayoutId id="2157483837" r:id="rId16"/>
    <p:sldLayoutId id="2157483838" r:id="rId17"/>
    <p:sldLayoutId id="2157483839" r:id="rId18"/>
    <p:sldLayoutId id="2157483840" r:id="rId19"/>
    <p:sldLayoutId id="215748384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7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842" r:id="rId3"/>
    <p:sldLayoutId id="2157483843" r:id="rId4"/>
    <p:sldLayoutId id="2157483844" r:id="rId5"/>
    <p:sldLayoutId id="2157483845" r:id="rId6"/>
    <p:sldLayoutId id="2157483846" r:id="rId7"/>
    <p:sldLayoutId id="2157483847" r:id="rId8"/>
    <p:sldLayoutId id="2157483848" r:id="rId9"/>
    <p:sldLayoutId id="2157483849" r:id="rId10"/>
    <p:sldLayoutId id="2157483850" r:id="rId11"/>
    <p:sldLayoutId id="2157483851" r:id="rId12"/>
    <p:sldLayoutId id="2157483852" r:id="rId13"/>
    <p:sldLayoutId id="2157483853" r:id="rId14"/>
    <p:sldLayoutId id="2157483854" r:id="rId15"/>
    <p:sldLayoutId id="2157483855" r:id="rId16"/>
    <p:sldLayoutId id="2157483856" r:id="rId17"/>
    <p:sldLayoutId id="2157483857" r:id="rId18"/>
    <p:sldLayoutId id="2157483858" r:id="rId19"/>
    <p:sldLayoutId id="215748385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8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860" r:id="rId3"/>
    <p:sldLayoutId id="2157483861" r:id="rId4"/>
    <p:sldLayoutId id="2157483862" r:id="rId5"/>
    <p:sldLayoutId id="2157483863" r:id="rId6"/>
    <p:sldLayoutId id="2157483864" r:id="rId7"/>
    <p:sldLayoutId id="2157483865" r:id="rId8"/>
    <p:sldLayoutId id="2157483866" r:id="rId9"/>
    <p:sldLayoutId id="2157483867" r:id="rId10"/>
    <p:sldLayoutId id="2157483868" r:id="rId11"/>
    <p:sldLayoutId id="2157483869" r:id="rId12"/>
    <p:sldLayoutId id="2157483870" r:id="rId13"/>
    <p:sldLayoutId id="2157483871" r:id="rId14"/>
    <p:sldLayoutId id="2157483872" r:id="rId15"/>
    <p:sldLayoutId id="2157483873" r:id="rId16"/>
    <p:sldLayoutId id="2157483874" r:id="rId17"/>
    <p:sldLayoutId id="2157483875" r:id="rId18"/>
    <p:sldLayoutId id="2157483876" r:id="rId19"/>
    <p:sldLayoutId id="215748387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9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878" r:id="rId3"/>
    <p:sldLayoutId id="2157483879" r:id="rId4"/>
    <p:sldLayoutId id="2157483880" r:id="rId5"/>
    <p:sldLayoutId id="2157483881" r:id="rId6"/>
    <p:sldLayoutId id="2157483882" r:id="rId7"/>
    <p:sldLayoutId id="2157483883" r:id="rId8"/>
    <p:sldLayoutId id="2157483884" r:id="rId9"/>
    <p:sldLayoutId id="2157483885" r:id="rId10"/>
    <p:sldLayoutId id="2157483886" r:id="rId11"/>
    <p:sldLayoutId id="2157483887" r:id="rId12"/>
    <p:sldLayoutId id="2157483888" r:id="rId13"/>
    <p:sldLayoutId id="2157483889" r:id="rId14"/>
    <p:sldLayoutId id="2157483890" r:id="rId15"/>
    <p:sldLayoutId id="2157483891" r:id="rId16"/>
    <p:sldLayoutId id="2157483892" r:id="rId17"/>
    <p:sldLayoutId id="2157483893" r:id="rId18"/>
    <p:sldLayoutId id="2157483894" r:id="rId19"/>
    <p:sldLayoutId id="215748389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0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896" r:id="rId3"/>
    <p:sldLayoutId id="2157483897" r:id="rId4"/>
    <p:sldLayoutId id="2157483898" r:id="rId5"/>
    <p:sldLayoutId id="2157483899" r:id="rId6"/>
    <p:sldLayoutId id="2157483900" r:id="rId7"/>
    <p:sldLayoutId id="2157483901" r:id="rId8"/>
    <p:sldLayoutId id="2157483902" r:id="rId9"/>
    <p:sldLayoutId id="2157483903" r:id="rId10"/>
    <p:sldLayoutId id="2157483904" r:id="rId11"/>
    <p:sldLayoutId id="2157483905" r:id="rId12"/>
    <p:sldLayoutId id="2157483906" r:id="rId13"/>
    <p:sldLayoutId id="2157483907" r:id="rId14"/>
    <p:sldLayoutId id="2157483908" r:id="rId15"/>
    <p:sldLayoutId id="2157483909" r:id="rId16"/>
    <p:sldLayoutId id="2157483910" r:id="rId17"/>
    <p:sldLayoutId id="2157483911" r:id="rId18"/>
    <p:sldLayoutId id="2157483912" r:id="rId19"/>
    <p:sldLayoutId id="2157483913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1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914" r:id="rId3"/>
    <p:sldLayoutId id="2157483915" r:id="rId4"/>
    <p:sldLayoutId id="2157483916" r:id="rId5"/>
    <p:sldLayoutId id="2157483917" r:id="rId6"/>
    <p:sldLayoutId id="2157483918" r:id="rId7"/>
    <p:sldLayoutId id="2157483919" r:id="rId8"/>
    <p:sldLayoutId id="2157483920" r:id="rId9"/>
    <p:sldLayoutId id="2157483921" r:id="rId10"/>
    <p:sldLayoutId id="2157483922" r:id="rId11"/>
    <p:sldLayoutId id="2157483923" r:id="rId12"/>
    <p:sldLayoutId id="2157483924" r:id="rId13"/>
    <p:sldLayoutId id="2157483925" r:id="rId14"/>
    <p:sldLayoutId id="2157483926" r:id="rId15"/>
    <p:sldLayoutId id="2157483927" r:id="rId16"/>
    <p:sldLayoutId id="2157483928" r:id="rId17"/>
    <p:sldLayoutId id="2157483929" r:id="rId18"/>
    <p:sldLayoutId id="2157483930" r:id="rId19"/>
    <p:sldLayoutId id="215748393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2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932" r:id="rId3"/>
    <p:sldLayoutId id="2157483933" r:id="rId4"/>
    <p:sldLayoutId id="2157483934" r:id="rId5"/>
    <p:sldLayoutId id="2157483935" r:id="rId6"/>
    <p:sldLayoutId id="2157483936" r:id="rId7"/>
    <p:sldLayoutId id="2157483937" r:id="rId8"/>
    <p:sldLayoutId id="2157483938" r:id="rId9"/>
    <p:sldLayoutId id="2157483939" r:id="rId10"/>
    <p:sldLayoutId id="2157483940" r:id="rId11"/>
    <p:sldLayoutId id="2157483941" r:id="rId12"/>
    <p:sldLayoutId id="2157483942" r:id="rId13"/>
    <p:sldLayoutId id="2157483943" r:id="rId14"/>
    <p:sldLayoutId id="2157483944" r:id="rId15"/>
    <p:sldLayoutId id="2157483945" r:id="rId16"/>
    <p:sldLayoutId id="2157483946" r:id="rId17"/>
    <p:sldLayoutId id="2157483947" r:id="rId18"/>
    <p:sldLayoutId id="2157483948" r:id="rId19"/>
    <p:sldLayoutId id="215748394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2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30" y="2458685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16810" y="2333176"/>
            <a:ext cx="233910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3" y="2983480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2"/>
            <a:ext cx="406391" cy="406391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9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3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1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1" y="420997"/>
            <a:ext cx="224591" cy="220464"/>
            <a:chOff x="1" y="420997"/>
            <a:chExt cx="224591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1" y="420997"/>
              <a:ext cx="224591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2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951" r:id="rId3"/>
    <p:sldLayoutId id="2157483952" r:id="rId4"/>
    <p:sldLayoutId id="2157483953" r:id="rId5"/>
    <p:sldLayoutId id="2157483954" r:id="rId6"/>
    <p:sldLayoutId id="2157483955" r:id="rId7"/>
    <p:sldLayoutId id="2157483956" r:id="rId8"/>
    <p:sldLayoutId id="2157483957" r:id="rId9"/>
    <p:sldLayoutId id="2157483958" r:id="rId10"/>
    <p:sldLayoutId id="2157483959" r:id="rId11"/>
    <p:sldLayoutId id="2157483960" r:id="rId12"/>
    <p:sldLayoutId id="2157483961" r:id="rId13"/>
    <p:sldLayoutId id="2157483962" r:id="rId14"/>
    <p:sldLayoutId id="2157483963" r:id="rId15"/>
    <p:sldLayoutId id="2157483964" r:id="rId16"/>
    <p:sldLayoutId id="2157483965" r:id="rId17"/>
    <p:sldLayoutId id="2157483966" r:id="rId18"/>
    <p:sldLayoutId id="2157483967" r:id="rId19"/>
    <p:sldLayoutId id="2157483968" r:id="rId20"/>
    <p:sldLayoutId id="2157483969" r:id="rId21"/>
    <p:sldLayoutId id="21574839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4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1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1" y="420997"/>
            <a:ext cx="224591" cy="220464"/>
            <a:chOff x="1" y="420997"/>
            <a:chExt cx="224591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1" y="420997"/>
              <a:ext cx="224591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2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971" r:id="rId3"/>
    <p:sldLayoutId id="2157483972" r:id="rId4"/>
    <p:sldLayoutId id="2157483973" r:id="rId5"/>
    <p:sldLayoutId id="2157483974" r:id="rId6"/>
    <p:sldLayoutId id="2157483975" r:id="rId7"/>
    <p:sldLayoutId id="2157483976" r:id="rId8"/>
    <p:sldLayoutId id="2157483977" r:id="rId9"/>
    <p:sldLayoutId id="2157483978" r:id="rId10"/>
    <p:sldLayoutId id="2157483979" r:id="rId11"/>
    <p:sldLayoutId id="2157483980" r:id="rId12"/>
    <p:sldLayoutId id="2157483981" r:id="rId13"/>
    <p:sldLayoutId id="2157483982" r:id="rId14"/>
    <p:sldLayoutId id="2157483983" r:id="rId15"/>
    <p:sldLayoutId id="2157483984" r:id="rId16"/>
    <p:sldLayoutId id="2157483985" r:id="rId17"/>
    <p:sldLayoutId id="2157483986" r:id="rId18"/>
    <p:sldLayoutId id="2157483987" r:id="rId19"/>
    <p:sldLayoutId id="2157483988" r:id="rId20"/>
    <p:sldLayoutId id="2157483989" r:id="rId21"/>
    <p:sldLayoutId id="215748399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5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1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1" y="420997"/>
            <a:ext cx="224591" cy="220464"/>
            <a:chOff x="1" y="420997"/>
            <a:chExt cx="224591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1" y="420997"/>
              <a:ext cx="224591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2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991" r:id="rId3"/>
    <p:sldLayoutId id="2157483992" r:id="rId4"/>
    <p:sldLayoutId id="2157483993" r:id="rId5"/>
    <p:sldLayoutId id="2157483994" r:id="rId6"/>
    <p:sldLayoutId id="2157483995" r:id="rId7"/>
    <p:sldLayoutId id="2157483996" r:id="rId8"/>
    <p:sldLayoutId id="2157483997" r:id="rId9"/>
    <p:sldLayoutId id="2157483998" r:id="rId10"/>
    <p:sldLayoutId id="2157483999" r:id="rId11"/>
    <p:sldLayoutId id="2157484000" r:id="rId12"/>
    <p:sldLayoutId id="2157484001" r:id="rId13"/>
    <p:sldLayoutId id="2157484002" r:id="rId14"/>
    <p:sldLayoutId id="2157484003" r:id="rId15"/>
    <p:sldLayoutId id="2157484004" r:id="rId16"/>
    <p:sldLayoutId id="2157484005" r:id="rId17"/>
    <p:sldLayoutId id="2157484006" r:id="rId18"/>
    <p:sldLayoutId id="2157484007" r:id="rId19"/>
    <p:sldLayoutId id="2157484008" r:id="rId20"/>
    <p:sldLayoutId id="2157484009" r:id="rId21"/>
    <p:sldLayoutId id="215748401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章节页版式（一级标题）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663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2" id="2"/>
          <p:cNvSpPr/>
          <p:nvPr>
            <p:ph idx="664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阿里巴巴普惠体 R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五级</a:t>
            </a:r>
          </a:p>
        </p:txBody>
      </p:sp>
      <p:sp>
        <p:nvSpPr>
          <p:cNvPr name="AutoShape 3" id="3"/>
          <p:cNvSpPr/>
          <p:nvPr>
            <p:ph idx="665" type="body" sz="quarter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666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667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8CE0B0D6-A5F6-4BDE-A7DF-B5AA02FC802E}">
              <a:rPr b="false" i="false" strike="noStrike" u="none" sz="1200">
                <a:solidFill>
                  <a:srgbClr val="89898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‹#›</a:t>
            </a:fld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3779835" y="2429462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3567036" y="3257392"/>
            <a:ext cx="429253" cy="370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4011" r:id="rId2"/>
    <p:sldLayoutId id="2157484012" r:id="rId3"/>
    <p:sldLayoutId id="2157484013" r:id="rId4"/>
    <p:sldLayoutId id="2157484014" r:id="rId5"/>
    <p:sldLayoutId id="2157484015" r:id="rId6"/>
    <p:sldLayoutId id="2157484016" r:id="rId7"/>
    <p:sldLayoutId id="2157484017" r:id="rId8"/>
    <p:sldLayoutId id="2157484018" r:id="rId9"/>
    <p:sldLayoutId id="2157484019" r:id="rId10"/>
    <p:sldLayoutId id="2157484020" r:id="rId11"/>
    <p:sldLayoutId id="2157484021" r:id="rId12"/>
    <p:sldLayoutId id="215748402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3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30" y="2458685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16810" y="2333176"/>
            <a:ext cx="233910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3" y="2983480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Verdana"/>
                <a:ea typeface="Verdana"/>
                <a:cs typeface="Verdana"/>
                <a:sym typeface="Verdana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2"/>
            <a:ext cx="406391" cy="406391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2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6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1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1" y="420997"/>
            <a:ext cx="224591" cy="220464"/>
            <a:chOff x="1" y="420997"/>
            <a:chExt cx="224591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1" y="420997"/>
              <a:ext cx="224591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2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24" r:id="rId3"/>
    <p:sldLayoutId id="2157484025" r:id="rId4"/>
    <p:sldLayoutId id="2157484026" r:id="rId5"/>
    <p:sldLayoutId id="2157484027" r:id="rId6"/>
    <p:sldLayoutId id="2157484028" r:id="rId7"/>
    <p:sldLayoutId id="2157484029" r:id="rId8"/>
    <p:sldLayoutId id="2157484030" r:id="rId9"/>
    <p:sldLayoutId id="2157484031" r:id="rId10"/>
    <p:sldLayoutId id="2157484032" r:id="rId11"/>
    <p:sldLayoutId id="2157484033" r:id="rId12"/>
    <p:sldLayoutId id="2157484034" r:id="rId13"/>
    <p:sldLayoutId id="2157484035" r:id="rId14"/>
    <p:sldLayoutId id="2157484036" r:id="rId15"/>
    <p:sldLayoutId id="2157484037" r:id="rId16"/>
    <p:sldLayoutId id="2157484038" r:id="rId17"/>
    <p:sldLayoutId id="2157484039" r:id="rId18"/>
    <p:sldLayoutId id="2157484040" r:id="rId19"/>
    <p:sldLayoutId id="2157484041" r:id="rId20"/>
    <p:sldLayoutId id="2157484042" r:id="rId21"/>
    <p:sldLayoutId id="2157484043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目录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2126595" y="2260317"/>
            <a:ext cx="2280944" cy="1168683"/>
            <a:chOff x="2126595" y="2260317"/>
            <a:chExt cx="2280944" cy="1168683"/>
          </a:xfrm>
        </p:grpSpPr>
        <p:sp>
          <p:nvSpPr>
            <p:cNvPr name="AutoShape 4" id="4"/>
            <p:cNvSpPr txBox="true"/>
            <p:nvPr/>
          </p:nvSpPr>
          <p:spPr>
            <a:xfrm rot="0" flipH="false" flipV="false">
              <a:off x="2691536" y="2260317"/>
              <a:ext cx="1245854" cy="7386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sp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true" i="false" strike="noStrike" u="none" sz="4200">
                  <a:solidFill>
                    <a:srgbClr val="000000"/>
                  </a:solidFill>
                  <a:latin typeface="阿里巴巴普惠体 B"/>
                  <a:ea typeface="阿里巴巴普惠体 B"/>
                  <a:cs typeface="阿里巴巴普惠体 B"/>
                  <a:sym typeface="阿里巴巴普惠体 B"/>
                </a:rPr>
                <a:t>目录</a:t>
              </a:r>
              <a:endParaRPr lang="en-US" sz="1100"/>
            </a:p>
          </p:txBody>
        </p:sp>
        <p:sp>
          <p:nvSpPr>
            <p:cNvPr name="AutoShape 6" id="6"/>
            <p:cNvSpPr txBox="true"/>
            <p:nvPr/>
          </p:nvSpPr>
          <p:spPr>
            <a:xfrm rot="0" flipH="false" flipV="false">
              <a:off x="2126595" y="2905780"/>
              <a:ext cx="1833941" cy="52322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sp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2800">
                  <a:solidFill>
                    <a:srgbClr val="D9D9D9"/>
                  </a:solidFill>
                  <a:latin typeface="Verdana"/>
                  <a:ea typeface="Verdana"/>
                  <a:cs typeface="Verdana"/>
                  <a:sym typeface="Verdana"/>
                </a:rPr>
                <a:t>Contents</a:t>
              </a:r>
              <a:endParaRPr lang="en-US" sz="1100"/>
            </a:p>
          </p:txBody>
        </p:sp>
        <p:cxnSp>
          <p:nvCxnSpPr>
            <p:cNvPr name="Connector 7" id="7"/>
            <p:cNvCxnSpPr/>
            <p:nvPr/>
          </p:nvCxnSpPr>
          <p:spPr>
            <a:xfrm rot="0" flipH="false" flipV="false">
              <a:off x="4407539" y="2336716"/>
              <a:ext cx="0" cy="1062261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8" id="8"/>
            <p:cNvSpPr/>
            <p:nvPr/>
          </p:nvSpPr>
          <p:spPr>
            <a:xfrm rot="5400000" flipH="false" flipV="false">
              <a:off x="2284374" y="2441148"/>
              <a:ext cx="437322" cy="37700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5400000" flipH="false" flipV="false">
              <a:off x="2179322" y="2646622"/>
              <a:ext cx="246109" cy="21216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DE001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5748404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2_章节页版式（一级标题）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5400000" flipH="false" flipV="false">
            <a:off x="3779834" y="2429461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5400000" flipH="false" flipV="false">
            <a:off x="3567036" y="3257393"/>
            <a:ext cx="429253" cy="37004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404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4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Verdana"/>
                <a:ea typeface="Verdana"/>
                <a:cs typeface="Verdana"/>
                <a:sym typeface="Verdana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4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7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0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0" y="420997"/>
            <a:ext cx="224590" cy="220464"/>
            <a:chOff x="0" y="420997"/>
            <a:chExt cx="224590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0" y="420997"/>
              <a:ext cx="224590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0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47" r:id="rId3"/>
    <p:sldLayoutId id="2157484048" r:id="rId4"/>
    <p:sldLayoutId id="2157484049" r:id="rId5"/>
    <p:sldLayoutId id="2157484050" r:id="rId6"/>
    <p:sldLayoutId id="2157484051" r:id="rId7"/>
    <p:sldLayoutId id="2157484052" r:id="rId8"/>
    <p:sldLayoutId id="2157484053" r:id="rId9"/>
    <p:sldLayoutId id="2157484054" r:id="rId10"/>
    <p:sldLayoutId id="2157484055" r:id="rId11"/>
    <p:sldLayoutId id="2157484056" r:id="rId12"/>
    <p:sldLayoutId id="2157484057" r:id="rId13"/>
    <p:sldLayoutId id="2157484058" r:id="rId14"/>
    <p:sldLayoutId id="2157484059" r:id="rId15"/>
    <p:sldLayoutId id="2157484060" r:id="rId16"/>
    <p:sldLayoutId id="2157484061" r:id="rId17"/>
    <p:sldLayoutId id="2157484062" r:id="rId18"/>
    <p:sldLayoutId id="2157484063" r:id="rId19"/>
    <p:sldLayoutId id="2157484064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5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29" y="2458684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32839" y="2333175"/>
            <a:ext cx="230704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2" y="2983479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Verdana"/>
                <a:ea typeface="Verdana"/>
                <a:cs typeface="Verdana"/>
                <a:sym typeface="Verdana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1"/>
            <a:ext cx="406390" cy="40639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6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6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30" y="2458685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16810" y="2333176"/>
            <a:ext cx="233910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3" y="2983480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Verdana"/>
                <a:ea typeface="Verdana"/>
                <a:cs typeface="Verdana"/>
                <a:sym typeface="Verdana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2"/>
            <a:ext cx="406391" cy="406391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7_学习目标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285030" y="2458685"/>
            <a:ext cx="474473" cy="474473"/>
          </a:xfrm>
          <a:prstGeom prst="ellipse">
            <a:avLst/>
          </a:prstGeom>
          <a:solidFill>
            <a:srgbClr val="0067E1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716810" y="2333176"/>
            <a:ext cx="2339102" cy="7386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学习目标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02993" y="2983480"/>
            <a:ext cx="3873724" cy="4154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D9D9D9"/>
                </a:solidFill>
                <a:latin typeface="Verdana"/>
                <a:ea typeface="Verdana"/>
                <a:cs typeface="Verdana"/>
                <a:sym typeface="Verdana"/>
              </a:rPr>
              <a:t>Learning Objectives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417699" y="2336716"/>
            <a:ext cx="0" cy="1062261"/>
          </a:xfrm>
          <a:prstGeom prst="line">
            <a:avLst/>
          </a:prstGeom>
          <a:noFill/>
          <a:ln w="12700" cap="flat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19070" y="2491362"/>
            <a:ext cx="406391" cy="406391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6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8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1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1" y="420997"/>
            <a:ext cx="224591" cy="220464"/>
            <a:chOff x="1" y="420997"/>
            <a:chExt cx="224591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1" y="420997"/>
              <a:ext cx="224591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2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68" r:id="rId3"/>
    <p:sldLayoutId id="2157484069" r:id="rId4"/>
    <p:sldLayoutId id="2157484070" r:id="rId5"/>
    <p:sldLayoutId id="2157484071" r:id="rId6"/>
    <p:sldLayoutId id="2157484072" r:id="rId7"/>
    <p:sldLayoutId id="2157484073" r:id="rId8"/>
    <p:sldLayoutId id="2157484074" r:id="rId9"/>
    <p:sldLayoutId id="2157484075" r:id="rId10"/>
    <p:sldLayoutId id="2157484076" r:id="rId11"/>
    <p:sldLayoutId id="2157484077" r:id="rId12"/>
    <p:sldLayoutId id="2157484078" r:id="rId13"/>
    <p:sldLayoutId id="2157484079" r:id="rId14"/>
    <p:sldLayoutId id="2157484080" r:id="rId15"/>
    <p:sldLayoutId id="2157484081" r:id="rId16"/>
    <p:sldLayoutId id="2157484082" r:id="rId17"/>
    <p:sldLayoutId id="2157484083" r:id="rId18"/>
    <p:sldLayoutId id="2157484084" r:id="rId19"/>
    <p:sldLayoutId id="2157484085" r:id="rId20"/>
    <p:sldLayoutId id="2157484086" r:id="rId21"/>
    <p:sldLayoutId id="215748408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9_正文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10890252" y="6786000"/>
            <a:ext cx="1301749" cy="72000"/>
          </a:xfrm>
          <a:prstGeom prst="rect">
            <a:avLst/>
          </a:prstGeom>
          <a:solidFill>
            <a:srgbClr val="DE0014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sp>
        <p:nvSpPr>
          <p:cNvPr name="AutoShape 2" id="2"/>
          <p:cNvSpPr/>
          <p:nvPr/>
        </p:nvSpPr>
        <p:spPr>
          <a:xfrm rot="0" flipH="false" flipV="false">
            <a:off x="2" y="6786000"/>
            <a:ext cx="10818284" cy="72000"/>
          </a:xfrm>
          <a:prstGeom prst="rect">
            <a:avLst/>
          </a:prstGeom>
          <a:solidFill>
            <a:srgbClr val="0067E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323601" y="763880"/>
            <a:ext cx="11544801" cy="0"/>
          </a:xfrm>
          <a:prstGeom prst="line">
            <a:avLst/>
          </a:prstGeom>
          <a:noFill/>
          <a:ln w="12700" cap="flat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name="Group 4" id="4"/>
          <p:cNvGrpSpPr/>
          <p:nvPr/>
        </p:nvGrpSpPr>
        <p:grpSpPr>
          <a:xfrm>
            <a:off x="1" y="420997"/>
            <a:ext cx="224591" cy="220464"/>
            <a:chOff x="1" y="420997"/>
            <a:chExt cx="224591" cy="220464"/>
          </a:xfrm>
        </p:grpSpPr>
        <p:sp>
          <p:nvSpPr>
            <p:cNvPr name="AutoShape 6" id="6"/>
            <p:cNvSpPr/>
            <p:nvPr/>
          </p:nvSpPr>
          <p:spPr>
            <a:xfrm rot="0" flipH="false" flipV="false">
              <a:off x="1" y="420997"/>
              <a:ext cx="224591" cy="220464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42502" y="420997"/>
              <a:ext cx="82090" cy="220464"/>
            </a:xfrm>
            <a:prstGeom prst="rect">
              <a:avLst/>
            </a:prstGeom>
            <a:solidFill>
              <a:srgbClr val="0067E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 </a:t>
              </a:r>
              <a:endParaRPr lang="en-US" sz="1100"/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4088" r:id="rId3"/>
    <p:sldLayoutId id="2157484089" r:id="rId4"/>
    <p:sldLayoutId id="2157484090" r:id="rId5"/>
    <p:sldLayoutId id="2157484091" r:id="rId6"/>
    <p:sldLayoutId id="2157484092" r:id="rId7"/>
    <p:sldLayoutId id="2157484093" r:id="rId8"/>
    <p:sldLayoutId id="2157484094" r:id="rId9"/>
    <p:sldLayoutId id="2157484095" r:id="rId10"/>
    <p:sldLayoutId id="2157484096" r:id="rId11"/>
    <p:sldLayoutId id="2157484097" r:id="rId12"/>
    <p:sldLayoutId id="2157484098" r:id="rId13"/>
    <p:sldLayoutId id="2157484099" r:id="rId14"/>
    <p:sldLayoutId id="2157484100" r:id="rId15"/>
    <p:sldLayoutId id="2157484101" r:id="rId16"/>
    <p:sldLayoutId id="2157484102" r:id="rId17"/>
    <p:sldLayoutId id="2157484103" r:id="rId18"/>
    <p:sldLayoutId id="2157484104" r:id="rId19"/>
    <p:sldLayoutId id="2157484105" r:id="rId20"/>
    <p:sldLayoutId id="2157484106" r:id="rId21"/>
    <p:sldLayoutId id="215748410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29.xml" Type="http://schemas.openxmlformats.org/officeDocument/2006/relationships/notesSlide"/><Relationship Id="rId4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5400000" flipH="false" flipV="false">
            <a:off x="8672367" y="-244234"/>
            <a:ext cx="1034350" cy="1136649"/>
          </a:xfrm>
          <a:custGeom>
            <a:avLst/>
            <a:gdLst/>
            <a:ahLst/>
            <a:cxnLst/>
            <a:rect r="r" b="b" t="t" l="l"/>
            <a:pathLst>
              <a:path h="1136649" w="1034350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9521078" y="753888"/>
            <a:ext cx="523072" cy="45092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F3F3F">
              <a:alpha val="498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5400000" flipH="false" flipV="false">
            <a:off x="8027944" y="996957"/>
            <a:ext cx="523072" cy="450925"/>
          </a:xfrm>
          <a:prstGeom prst="hexagon">
            <a:avLst>
              <a:gd name="adj" fmla="val 25000"/>
              <a:gd name="vf" fmla="val 115470"/>
            </a:avLst>
          </a:prstGeom>
          <a:noFill/>
          <a:ln w="25400" cmpd="sng" cap="flat">
            <a:solidFill>
              <a:srgbClr val="A6A6A6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5400000" flipH="false" flipV="false">
            <a:off x="10287577" y="140894"/>
            <a:ext cx="196767" cy="16962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5400000" flipH="false" flipV="false">
            <a:off x="3684719" y="893697"/>
            <a:ext cx="886529" cy="764250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mpd="sng" cap="flat">
            <a:solidFill>
              <a:srgbClr val="0067E1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5400000" flipH="false" flipV="false">
            <a:off x="11266257" y="1225116"/>
            <a:ext cx="206955" cy="178410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mpd="sng" cap="flat">
            <a:solidFill>
              <a:srgbClr val="0067E1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918490" y="676500"/>
            <a:ext cx="206955" cy="17841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4564916" y="775592"/>
            <a:ext cx="369001" cy="31810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1832911" flipH="false" flipV="false">
            <a:off x="9941312" y="1323215"/>
            <a:ext cx="75898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BFBF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1618044" flipH="false" flipV="false">
            <a:off x="3852970" y="643073"/>
            <a:ext cx="78293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BFBF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460746" y="5656882"/>
            <a:ext cx="3270508" cy="695852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1728470" y="1803400"/>
            <a:ext cx="9299575" cy="340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 spc="100">
                <a:solidFill>
                  <a:srgbClr val="0067E1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AI CODING 实战分享 · 2026</a:t>
            </a:r>
            <a:r>
              <a:rPr lang="en-US" b="true" i="false" strike="noStrike" u="none" sz="3600" spc="1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4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管好你的 AI Agent</a:t>
            </a:r>
            <a:r>
              <a:rPr lang="en-US" b="tru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7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不是教你写代码，是教你管理 Agent</a:t>
            </a:r>
            <a:r>
              <a:rPr lang="en-US" b="tru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8C8C8C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管好上下文、给对方法论，让 Agent 替你干活</a:t>
            </a:r>
            <a:r>
              <a:rPr lang="en-US" b="true" i="false" strike="noStrike" u="none" sz="36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8C8C8C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从对齐到交付的实战管线 · 夙愿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640711" y="2260317"/>
            <a:ext cx="1347470" cy="73866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目录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999615" y="2905780"/>
            <a:ext cx="2087880" cy="52322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96969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Contents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17805" flipH="false" flipV="false">
            <a:off x="3882721" y="2861534"/>
            <a:ext cx="106233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5400000" flipH="false" flipV="false">
            <a:off x="2284374" y="2441148"/>
            <a:ext cx="437322" cy="377002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2179322" y="2646622"/>
            <a:ext cx="246109" cy="21216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826000" y="1193800"/>
            <a:ext cx="6096000" cy="438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>
            <a:lvl1pPr marL="571500" indent="-215900"/>
            <a:lvl2pPr marL="1028700" indent="-215900"/>
            <a:lvl3pPr marL="1485900" indent="-215900"/>
            <a:lvl4pPr marL="1943100" indent="-215900"/>
            <a:lvl5pPr marL="2400300" indent="-215900"/>
            <a:lvl6pPr marL="2857500" indent="-215900"/>
            <a:lvl7pPr marL="3314700" indent="-215900"/>
            <a:lvl8pPr marL="3771900" indent="-215900"/>
            <a:lvl9pPr marL="4229100" indent="-215900"/>
          </a:lstStyle>
          <a:p>
            <a:pPr algn="l" indent="-215900" marL="571500" defTabSz="914400">
              <a:lnSpc>
                <a:spcPct val="104166"/>
              </a:lnSpc>
              <a:spcBef>
                <a:spcPct val="55000"/>
              </a:spcBef>
              <a:buClr>
                <a:srgbClr val="0067E1"/>
              </a:buClr>
              <a:buFont typeface="Wingdings"/>
              <a:buChar char="u"/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问题与洞察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b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</a:br>
            <a:r>
              <a:rPr lang="en-US" b="false" i="false" strike="noStrike" u="none" sz="1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Agent 为什么会变蠢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indent="-215900" marL="571500" defTabSz="914400">
              <a:lnSpc>
                <a:spcPct val="104166"/>
              </a:lnSpc>
              <a:spcBef>
                <a:spcPct val="55000"/>
              </a:spcBef>
              <a:buClr>
                <a:srgbClr val="0067E1"/>
              </a:buClr>
              <a:buFont typeface="Wingdings"/>
              <a:buChar char="u"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壹 · 对齐信息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b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</a:br>
            <a:r>
              <a:rPr lang="en-US" b="false" i="false" strike="noStrike" u="none" sz="1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说出你的需求，把想法挖出来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l" indent="-215900" marL="571500" defTabSz="914400">
              <a:lnSpc>
                <a:spcPct val="104166"/>
              </a:lnSpc>
              <a:spcBef>
                <a:spcPct val="55000"/>
              </a:spcBef>
              <a:buClr>
                <a:srgbClr val="0067E1"/>
              </a:buClr>
              <a:buFont typeface="Wingdings"/>
              <a:buChar char="u"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贰 · 管好上下文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b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</a:br>
            <a:r>
              <a:rPr lang="en-US" b="false" i="false" strike="noStrike" u="none" sz="1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让 Agent 待在聪明区里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l" indent="-215900" marL="571500" defTabSz="914400">
              <a:lnSpc>
                <a:spcPct val="104166"/>
              </a:lnSpc>
              <a:spcBef>
                <a:spcPct val="55000"/>
              </a:spcBef>
              <a:buClr>
                <a:srgbClr val="0067E1"/>
              </a:buClr>
              <a:buFont typeface="Wingdings"/>
              <a:buChar char="u"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叁 · 给对方法论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b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</a:br>
            <a:r>
              <a:rPr lang="en-US" b="false" i="false" strike="noStrike" u="none" sz="1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用 SOP 反制 AI slop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l" indent="-215900" marL="571500" defTabSz="914400">
              <a:lnSpc>
                <a:spcPct val="104166"/>
              </a:lnSpc>
              <a:spcBef>
                <a:spcPct val="55000"/>
              </a:spcBef>
              <a:buClr>
                <a:srgbClr val="0067E1"/>
              </a:buClr>
              <a:buFont typeface="Wingdings"/>
              <a:buChar char="u"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提效与总览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b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</a:br>
            <a:r>
              <a:rPr lang="en-US" b="false" i="false" strike="noStrike" u="none" sz="1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并行开发与全景地图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</a:p>
          <a:p>
            <a:pPr algn="l" indent="-215900" marL="571500" defTabSz="914400">
              <a:lnSpc>
                <a:spcPct val="104166"/>
              </a:lnSpc>
              <a:spcBef>
                <a:spcPct val="55000"/>
              </a:spcBef>
              <a:buClr>
                <a:srgbClr val="0067E1"/>
              </a:buClr>
              <a:buFont typeface="Wingdings"/>
              <a:buChar char="u"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结语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br>
              <a:rPr lang="en-US" b="false" i="false" strike="noStrike" u="none" sz="1800">
                <a:solidFill>
                  <a:srgbClr val="26262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</a:br>
            <a:r>
              <a:rPr lang="en-US" b="false" i="false" strike="noStrike" u="none" sz="12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你做决策，Agent 做执行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2" y="6786000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" y="6786000"/>
            <a:ext cx="10818284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594" y="763880"/>
            <a:ext cx="115448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" y="420997"/>
            <a:ext cx="224591" cy="220464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2502" y="420997"/>
            <a:ext cx="82090" cy="220464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8"/>
            <a:ext cx="1636408" cy="613653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5400000" flipH="false" flipV="false">
            <a:off x="941356" y="3612019"/>
            <a:ext cx="1225219" cy="1056223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mpd="sng" cap="flat">
            <a:solidFill>
              <a:srgbClr val="515151">
                <a:alpha val="100000"/>
              </a:srgbClr>
            </a:solidFill>
            <a:prstDash val="lgDash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5400000" flipH="false" flipV="false">
            <a:off x="1484022" y="2632539"/>
            <a:ext cx="1944551" cy="167633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00000"/>
            </a:srgbClr>
          </a:solidFill>
          <a:ln w="114300" cmpd="sng" cap="flat">
            <a:solidFill>
              <a:srgbClr val="0067E1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695421" y="2987771"/>
            <a:ext cx="1567543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思考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5400000" flipH="false" flipV="false">
            <a:off x="3467100" y="2184400"/>
            <a:ext cx="566611" cy="48845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5400000" flipH="false" flipV="false">
            <a:off x="1143000" y="4343400"/>
            <a:ext cx="298935" cy="2577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5400000" flipH="false" flipV="false">
            <a:off x="3642477" y="4490365"/>
            <a:ext cx="566612" cy="488459"/>
          </a:xfrm>
          <a:prstGeom prst="hexagon">
            <a:avLst>
              <a:gd name="adj" fmla="val 25000"/>
              <a:gd name="vf" fmla="val 115470"/>
            </a:avLst>
          </a:prstGeom>
          <a:noFill/>
          <a:ln w="12700" cmpd="sng" cap="flat">
            <a:solidFill>
              <a:srgbClr val="DE0014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5400000" flipH="false" flipV="false">
            <a:off x="1190642" y="1820151"/>
            <a:ext cx="854975" cy="737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126584" y="1524000"/>
            <a:ext cx="5760539" cy="404984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F497D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你有没有这种体验？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 defTabSz="914400">
              <a:lnSpc>
                <a:spcPct val="125000"/>
              </a:lnSpc>
              <a:spcBef>
                <a:spcPct val="90000"/>
              </a:spcBef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前 10 分钟　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效率起飞，像开了外挂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 defTabSz="91440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半小时后　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开始说废话、重复、忘记前文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 defTabSz="91440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改三次不对　</a:t>
            </a:r>
            <a:r>
              <a:rPr lang="en-US" b="false" i="false" strike="noStrike" u="none" sz="16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最后自己上手反而更快</a:t>
            </a:r>
            <a:r>
              <a:rPr lang="en-US" b="false" i="false" strike="noStrike" u="none" sz="18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 defTabSz="914400">
              <a:lnSpc>
                <a:spcPct val="100000"/>
              </a:lnSpc>
              <a:spcBef>
                <a:spcPct val="90000"/>
              </a:spcBef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问题到底出在哪？不是 Agent 不行，是它"变蠢"了。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10880" y="234030"/>
            <a:ext cx="8771021" cy="51719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23" rIns="91423" tIns="45712" bIns="45712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思考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593" y="763880"/>
            <a:ext cx="115448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0" y="420370"/>
            <a:ext cx="224790" cy="22098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2240" y="420370"/>
            <a:ext cx="82550" cy="22098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AI 有一个“聪明区”</a:t>
            </a:r>
            <a:r>
              <a:rPr lang="en-US" b="true" i="false" strike="noStrike" u="none" sz="28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注意力窗口有上限，一旦超过，能力会断崖式下跌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2006600"/>
            <a:ext cx="5181600" cy="3124200"/>
          </a:xfrm>
          <a:prstGeom prst="roundRect">
            <a:avLst>
              <a:gd name="adj" fmla="val 487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73800" y="2006600"/>
            <a:ext cx="5181600" cy="3124200"/>
          </a:xfrm>
          <a:prstGeom prst="roundRect">
            <a:avLst>
              <a:gd name="adj" fmla="val 4878"/>
            </a:avLst>
          </a:prstGeom>
          <a:solidFill>
            <a:srgbClr val="FD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41400" y="2184400"/>
            <a:ext cx="1016000" cy="355600"/>
          </a:xfrm>
          <a:prstGeom prst="roundRect">
            <a:avLst/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聪明区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78600" y="2184400"/>
            <a:ext cx="1016000" cy="355600"/>
          </a:xfrm>
          <a:prstGeom prst="roundRect">
            <a:avLst/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变蠢区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648200" y="2260600"/>
            <a:ext cx="96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900">
                <a:solidFill>
                  <a:srgbClr val="969696"/>
                </a:solidFill>
                <a:latin typeface="Courier New"/>
                <a:ea typeface="Courier New"/>
                <a:cs typeface="Courier New"/>
                <a:sym typeface="Courier New"/>
              </a:rPr>
              <a:t>STATE-01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85400" y="2260600"/>
            <a:ext cx="96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900">
                <a:solidFill>
                  <a:srgbClr val="969696"/>
                </a:solidFill>
                <a:latin typeface="Courier New"/>
                <a:ea typeface="Courier New"/>
                <a:cs typeface="Courier New"/>
                <a:sym typeface="Courier New"/>
              </a:rPr>
              <a:t>STATE-02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41400" y="26162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0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~10 万 </a:t>
            </a:r>
            <a:r>
              <a:rPr lang="en-US" b="true" i="false" strike="noStrike" u="none" sz="1800">
                <a:solidFill>
                  <a:srgbClr val="2E9E4E"/>
                </a:solidFill>
                <a:latin typeface="Courier New"/>
                <a:ea typeface="Courier New"/>
                <a:cs typeface="Courier New"/>
                <a:sym typeface="Courier New"/>
              </a:rPr>
              <a:t>token</a:t>
            </a:r>
            <a:r>
              <a:rPr lang="en-US" b="true" i="false" strike="noStrike" u="none" sz="30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  <a:spcBef>
                <a:spcPct val="30000"/>
              </a:spcBef>
            </a:pPr>
            <a:r>
              <a:rPr lang="en-US" b="true" i="false" strike="noStrike" u="none" sz="13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注意力窗口以内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578600" y="26162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0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10 万+ </a:t>
            </a:r>
            <a:r>
              <a:rPr lang="en-US" b="true" i="false" strike="noStrike" u="none" sz="1800">
                <a:solidFill>
                  <a:srgbClr val="DE0014"/>
                </a:solidFill>
                <a:latin typeface="Courier New"/>
                <a:ea typeface="Courier New"/>
                <a:cs typeface="Courier New"/>
                <a:sym typeface="Courier New"/>
              </a:rPr>
              <a:t>token</a:t>
            </a:r>
            <a:r>
              <a:rPr lang="en-US" b="true" i="false" strike="noStrike" u="none" sz="30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  <a:spcBef>
                <a:spcPct val="30000"/>
              </a:spcBef>
            </a:pPr>
            <a:r>
              <a:rPr lang="en-US" b="true" i="false" strike="noStrike" u="none" sz="13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窗口爆满，能力衰减</a:t>
            </a:r>
          </a:p>
        </p:txBody>
      </p:sp>
      <p:cxnSp>
        <p:nvCxnSpPr>
          <p:cNvPr name="Connector 17" id="17"/>
          <p:cNvCxnSpPr/>
          <p:nvPr/>
        </p:nvCxnSpPr>
        <p:spPr>
          <a:xfrm rot="-9602" flipH="false" flipV="false">
            <a:off x="1041409" y="3905250"/>
            <a:ext cx="4546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9E4E">
                <a:alpha val="45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9602" flipH="false" flipV="false">
            <a:off x="6578609" y="3905250"/>
            <a:ext cx="4546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0014">
                <a:alpha val="3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1041400" y="3987800"/>
            <a:ext cx="4572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逻辑清晰，不绕弯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记得上下文与约定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会主动追问、不乱猜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一次成型，质量高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578600" y="3987800"/>
            <a:ext cx="4572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遗忘前文约定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重复造轮子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漏掉关键信息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质量断崖式下跌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" y="5232400"/>
            <a:ext cx="50800" cy="5588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39800" y="5232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核心认知　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你做的一切，都是为了让 Agent 待在</a:t>
            </a:r>
            <a:r>
              <a:rPr lang="en-US" b="true" i="false" strike="noStrike" u="none" sz="16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聪明区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——这是后面所有方法的出发点。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来源：Liu et al., Lost in the Middle（arXiv:2307.03172，2023）；Hsieh et al., NVIDIA RULER（arXiv:2404.06654，2024）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698500" y="1016000"/>
            <a:ext cx="1079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Agent 变蠢的三种方式</a:t>
            </a:r>
            <a:r>
              <a:rPr lang="en-US" b="true" i="false" strike="noStrike" u="none" sz="28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不是 Agent 不行，是它被这三件事拖离了聪明区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66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FD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90600" y="2235200"/>
            <a:ext cx="254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01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90600" y="2870200"/>
            <a:ext cx="294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信息没对齐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817" flipH="false" flipV="false">
            <a:off x="990614" y="3346450"/>
            <a:ext cx="294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990600" y="3454400"/>
            <a:ext cx="299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你以为它懂，其实它在猜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猜错 → 返工 → 浪费上下文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每改一次，窗口就更满一点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688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FEF4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622800" y="2235200"/>
            <a:ext cx="254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02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622800" y="2870200"/>
            <a:ext cx="294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工具不到位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817" flipH="false" flipV="false">
            <a:off x="4622814" y="3346450"/>
            <a:ext cx="294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D6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4622800" y="3454400"/>
            <a:ext cx="299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为找一个函数，读整个代码库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无关代码塞满注意力窗口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找不到该找的，记不住该记的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F2EE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55000" y="2235200"/>
            <a:ext cx="254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03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55000" y="2870200"/>
            <a:ext cx="294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没有方法论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817" flipH="false" flipV="false">
            <a:off x="8255014" y="3346450"/>
            <a:ext cx="294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C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8255000" y="3454400"/>
            <a:ext cx="299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让它自由发挥，“看着很努力”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产出 AI slop：能跑但烂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你得花更多时间去擦屁股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6600" y="5232400"/>
            <a:ext cx="50800" cy="5588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39800" y="5232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三种方式，一个结果　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 Agent 离开</a:t>
            </a:r>
            <a:r>
              <a:rPr lang="en-US" b="true" i="false" strike="noStrike" u="none" sz="16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聪明区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——对应三种解法，就是后面的三件事。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1" y="6786000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" y="6786000"/>
            <a:ext cx="10818284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593" y="763880"/>
            <a:ext cx="115448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0" y="420997"/>
            <a:ext cx="224590" cy="220464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2500" y="420997"/>
            <a:ext cx="82090" cy="220464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438492" y="150227"/>
            <a:ext cx="1636408" cy="613653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195055" y="4377334"/>
            <a:ext cx="588089" cy="588089"/>
          </a:xfrm>
          <a:prstGeom prst="ellipse">
            <a:avLst/>
          </a:prstGeom>
          <a:noFill/>
          <a:ln w="12700" cmpd="sng" cap="flat">
            <a:solidFill>
              <a:srgbClr val="DE0014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54400" y="3784600"/>
            <a:ext cx="926888" cy="926888"/>
          </a:xfrm>
          <a:prstGeom prst="ellipse">
            <a:avLst/>
          </a:prstGeom>
          <a:solidFill>
            <a:srgbClr val="515151">
              <a:alpha val="6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07553" y="2378074"/>
            <a:ext cx="1590676" cy="1590676"/>
          </a:xfrm>
          <a:prstGeom prst="ellipse">
            <a:avLst/>
          </a:prstGeom>
          <a:noFill/>
          <a:ln w="12700" cmpd="sng" cap="flat">
            <a:solidFill>
              <a:srgbClr val="515151">
                <a:alpha val="100000"/>
              </a:srgbClr>
            </a:solidFill>
            <a:prstDash val="lgDash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89100" y="2553598"/>
            <a:ext cx="1924945" cy="1895739"/>
          </a:xfrm>
          <a:prstGeom prst="ellipse">
            <a:avLst/>
          </a:prstGeom>
          <a:solidFill>
            <a:srgbClr val="FFFFFF">
              <a:alpha val="100000"/>
            </a:srgbClr>
          </a:solidFill>
          <a:ln w="114300" cmpd="sng" cap="flat">
            <a:solidFill>
              <a:srgbClr val="0067E1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4200" y="1778000"/>
            <a:ext cx="804338" cy="804338"/>
          </a:xfrm>
          <a:prstGeom prst="ellipse">
            <a:avLst/>
          </a:prstGeom>
          <a:solidFill>
            <a:srgbClr val="F2F2F2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04295" y="2035081"/>
            <a:ext cx="314325" cy="314325"/>
          </a:xfrm>
          <a:prstGeom prst="ellipse">
            <a:avLst/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668811" y="3011168"/>
            <a:ext cx="1567542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4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金句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126584" y="1463040"/>
            <a:ext cx="5760538" cy="4511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 defTabSz="914400">
              <a:lnSpc>
                <a:spcPct val="133333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核心不是学写代码，</a:t>
            </a:r>
            <a:r>
              <a:rPr lang="en-US" b="true" i="false" strike="noStrike" u="none" sz="30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ctr" marL="0" indent="0" defTabSz="914400">
              <a:lnSpc>
                <a:spcPct val="133333"/>
              </a:lnSpc>
            </a:pPr>
            <a:r>
              <a:rPr lang="en-US" b="true" i="false" strike="noStrike" u="none" sz="2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而是学怎么让 Agent 保持聪明。</a:t>
            </a:r>
            <a:r>
              <a:rPr lang="en-US" b="true" i="false" strike="noStrike" u="none" sz="30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</a:p>
          <a:p>
            <a:pPr algn="ctr" marL="0" indent="0" defTabSz="914400">
              <a:lnSpc>
                <a:spcPct val="100000"/>
              </a:lnSpc>
              <a:spcBef>
                <a:spcPct val="80000"/>
              </a:spcBef>
            </a:pPr>
            <a:r>
              <a:rPr lang="en-US" b="true" i="false" strike="noStrike" u="none" sz="17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—— 三件事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10880" y="234029"/>
            <a:ext cx="8771021" cy="51719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金句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698500" y="1016000"/>
            <a:ext cx="1079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三件事，让 Agent 一直聪明</a:t>
            </a:r>
            <a:r>
              <a:rPr lang="en-US" b="true" i="false" strike="noStrike" u="none" sz="28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从需求到交付，每一步都有对应的动作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66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90600" y="2235200"/>
            <a:ext cx="254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壹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90600" y="2870200"/>
            <a:ext cx="294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对齐信息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817" flipH="false" flipV="false">
            <a:off x="990614" y="3346450"/>
            <a:ext cx="294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E4D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990600" y="3454400"/>
            <a:ext cx="2997200" cy="154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说出你的需求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主动追问，把想法挖出来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工具：grill / to-prd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688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FEF4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622800" y="2235200"/>
            <a:ext cx="254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贰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622800" y="2870200"/>
            <a:ext cx="294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管好上下文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817" flipH="false" flipV="false">
            <a:off x="4622814" y="3346450"/>
            <a:ext cx="294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D6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4622800" y="3454400"/>
            <a:ext cx="2997200" cy="154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 Agent 待在聪明区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精准定位 + 知识沉淀 + 接力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工具：LSP / handoff / CONTEXT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F2EE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55000" y="2235200"/>
            <a:ext cx="254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叁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55000" y="2870200"/>
            <a:ext cx="294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给对方法论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817" flipH="false" flipV="false">
            <a:off x="8255014" y="3346450"/>
            <a:ext cx="294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C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8255000" y="3454400"/>
            <a:ext cx="2997200" cy="154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给 Agent 一套 SOP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Skill 即经验，消灭 AI slop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工具：tdd / bugfix / 审查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6600" y="5232400"/>
            <a:ext cx="50800" cy="5588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39800" y="5232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三件事互相配合　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贯穿从</a:t>
            </a:r>
            <a:r>
              <a:rPr lang="en-US" b="true" i="false" strike="noStrike" u="none" sz="16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对齐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到</a:t>
            </a:r>
            <a:r>
              <a:rPr lang="en-US" b="true" i="false" strike="noStrike" u="none" sz="16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交付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的全过程，后面逐一展开。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698500" y="1016000"/>
            <a:ext cx="107950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最小必要干预：最少干预，最大效果</a:t>
            </a:r>
            <a:r>
              <a:rPr lang="en-US" b="true" i="false" strike="noStrike" u="none" sz="28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不是事事插手，而是把经验前置、把循环建好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6600" y="2006600"/>
            <a:ext cx="5181600" cy="3124200"/>
          </a:xfrm>
          <a:prstGeom prst="roundRect">
            <a:avLst>
              <a:gd name="adj" fmla="val 487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2286000"/>
            <a:ext cx="1168400" cy="355600"/>
          </a:xfrm>
          <a:prstGeom prst="roundRect">
            <a:avLst/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经验预置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41400" y="2794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把经验做成默认动作，不用每次提醒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41400" y="3225800"/>
            <a:ext cx="457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TDD：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红 → 绿 → 重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审查：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8 条铁律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LSP：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精准定位，不读全库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知识库：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术语 / 决策 / 陷阱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73800" y="2006600"/>
            <a:ext cx="5181600" cy="3124200"/>
          </a:xfrm>
          <a:prstGeom prst="roundRect">
            <a:avLst>
              <a:gd name="adj" fmla="val 4878"/>
            </a:avLst>
          </a:prstGeom>
          <a:solidFill>
            <a:srgbClr val="F2EE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78600" y="2286000"/>
            <a:ext cx="1168400" cy="355600"/>
          </a:xfrm>
          <a:prstGeom prst="roundRect">
            <a:avLst/>
          </a:prstGeom>
          <a:solidFill>
            <a:srgbClr val="7C5CA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循环机制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578600" y="2794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用循环把它拉回来，不让它跑偏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78600" y="3225800"/>
            <a:ext cx="457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grill：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沿决策树逐分支穷尽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不限制想法，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只确保不遗漏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验证：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红绿循环、自动检查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目标：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一次想清楚，一次做对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64200" y="2286000"/>
            <a:ext cx="38100" cy="2540000"/>
          </a:xfrm>
          <a:prstGeom prst="roundRect">
            <a:avLst>
              <a:gd name="adj" fmla="val 0"/>
            </a:avLst>
          </a:prstGeom>
          <a:solidFill>
            <a:srgbClr val="2E9E4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201400" y="2286000"/>
            <a:ext cx="38100" cy="2540000"/>
          </a:xfrm>
          <a:prstGeom prst="roundRect">
            <a:avLst>
              <a:gd name="adj" fmla="val 0"/>
            </a:avLst>
          </a:prstGeom>
          <a:solidFill>
            <a:srgbClr val="7C5CA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30900" y="3390900"/>
            <a:ext cx="330200" cy="3302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67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8" id="18"/>
          <p:cNvCxnSpPr/>
          <p:nvPr/>
        </p:nvCxnSpPr>
        <p:spPr>
          <a:xfrm rot="-214580" flipH="false" flipV="false">
            <a:off x="5994598" y="3549650"/>
            <a:ext cx="203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67E1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cxnSp>
        <p:nvCxnSpPr>
          <p:cNvPr name="Connector 19" id="19"/>
          <p:cNvCxnSpPr/>
          <p:nvPr/>
        </p:nvCxnSpPr>
        <p:spPr>
          <a:xfrm rot="5185419" flipH="false" flipV="false">
            <a:off x="5994400" y="3549848"/>
            <a:ext cx="203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67E1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36600" y="5232400"/>
            <a:ext cx="50800" cy="5588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39800" y="5232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管好 Agent ≠ 管死 Agent　</a:t>
            </a:r>
            <a:r>
              <a:rPr lang="en-US" b="false" i="false" strike="noStrike" u="none" sz="16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给方法、给循环，然后让它自己跑。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来源：Google DORA 2024 State of DevOps（约 39,000 从业者）——AI 采用率 +25%，交付稳定性 -7.2%；小批量与测试等基本功不可省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3779835" y="2429462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3327400" y="3530600"/>
            <a:ext cx="429253" cy="370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232400" y="2260600"/>
            <a:ext cx="66548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对齐信息</a:t>
            </a:r>
            <a:r>
              <a:rPr lang="en-US" b="false" i="false" strike="noStrike" u="none" sz="2800">
                <a:solidFill>
                  <a:srgbClr val="262626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说出你的需求，聪明的 Agent 会帮你把想法想清楚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3911600" y="2540000"/>
            <a:ext cx="10668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壹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906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/grill　拷问你的想法</a:t>
            </a: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　你参与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905000"/>
            <a:ext cx="4267200" cy="3251200"/>
          </a:xfrm>
          <a:prstGeom prst="roundRect">
            <a:avLst>
              <a:gd name="adj" fmla="val 4687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159000"/>
            <a:ext cx="11176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它做什么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6416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像一个严格的产品经理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41400" y="3098800"/>
            <a:ext cx="3759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扮演毫不留情的产品经理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不厌其烦地追问，逐个追问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一次只问一个问题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能查代码就自己查，绝不靠猜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把每个决策、边界问清楚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1905000"/>
            <a:ext cx="6248400" cy="3251200"/>
          </a:xfrm>
          <a:prstGeom prst="roundRect">
            <a:avLst>
              <a:gd name="adj" fmla="val 4687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1905000"/>
            <a:ext cx="6248400" cy="406400"/>
          </a:xfrm>
          <a:prstGeom prst="roundRect">
            <a:avLst>
              <a:gd name="adj" fmla="val 3750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410200" y="1905000"/>
            <a:ext cx="596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对话示例 · grill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47000" y="2438400"/>
            <a:ext cx="3530600" cy="330200"/>
          </a:xfrm>
          <a:prstGeom prst="roundRect">
            <a:avLst>
              <a:gd name="adj" fmla="val 46153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我想做一个邀请码系统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84800" y="2844800"/>
            <a:ext cx="3302000" cy="330200"/>
          </a:xfrm>
          <a:prstGeom prst="roundRect">
            <a:avLst>
              <a:gd name="adj" fmla="val 4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邀请码有效期是多久？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747000" y="3251200"/>
            <a:ext cx="3530600" cy="330200"/>
          </a:xfrm>
          <a:prstGeom prst="roundRect">
            <a:avLst>
              <a:gd name="adj" fmla="val 46153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7 天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384800" y="3657600"/>
            <a:ext cx="3302000" cy="330200"/>
          </a:xfrm>
          <a:prstGeom prst="roundRect">
            <a:avLst>
              <a:gd name="adj" fmla="val 4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是一次性的吗？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747000" y="4064000"/>
            <a:ext cx="3530600" cy="330200"/>
          </a:xfrm>
          <a:prstGeom prst="roundRect">
            <a:avLst>
              <a:gd name="adj" fmla="val 46153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384800" y="4470400"/>
            <a:ext cx="4191000" cy="558800"/>
          </a:xfrm>
          <a:prstGeom prst="roundRect">
            <a:avLst>
              <a:gd name="adj" fmla="val 2727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我查了代码：</a:t>
            </a:r>
            <a:r>
              <a:rPr lang="en-US" b="true" i="false" strike="noStrike" u="none" sz="1200">
                <a:solidFill>
                  <a:srgbClr val="0067E1"/>
                </a:solidFill>
                <a:latin typeface="Courier New"/>
                <a:ea typeface="Courier New"/>
                <a:cs typeface="Courier New"/>
                <a:sym typeface="Courier New"/>
              </a:rPr>
              <a:t>user_invite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已有 </a:t>
            </a:r>
            <a:r>
              <a:rPr lang="en-US" b="true" i="false" strike="noStrike" u="none" sz="1200">
                <a:solidFill>
                  <a:srgbClr val="0067E1"/>
                </a:solidFill>
                <a:latin typeface="Courier New"/>
                <a:ea typeface="Courier New"/>
                <a:cs typeface="Courier New"/>
                <a:sym typeface="Courier New"/>
              </a:rPr>
              <a:t>expires_at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，建议复用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6600" y="5308600"/>
            <a:ext cx="50800" cy="482600"/>
          </a:xfrm>
          <a:prstGeom prst="roundRect">
            <a:avLst>
              <a:gd name="adj" fmla="val 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39800" y="5308600"/>
            <a:ext cx="10515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为什么不用 Plan？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Plan 催你交计划，Grill 逼你把每个决策真正想清楚。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698500" y="10160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验证可行性 + 写需求文档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66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FEF4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2159000"/>
            <a:ext cx="1905000" cy="355600"/>
          </a:xfrm>
          <a:prstGeom prst="roundRect">
            <a:avLst/>
          </a:prstGeom>
          <a:solidFill>
            <a:srgbClr val="E892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/prototype　可选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41400" y="2667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原型是用完即丢的代码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41400" y="3124200"/>
            <a:ext cx="4597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只回答一个问题，不做别的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适合：状态机、多 UI 方案对比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不纠结质量，不进正式代码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问题答完，立刻丢弃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738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78600" y="2159000"/>
            <a:ext cx="17780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/to-prd　必要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578600" y="2667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把对话综合成一份 PRD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78600" y="3124200"/>
            <a:ext cx="4597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不再拷问，只确认追问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列全：决策 / 约束 / 边界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被否决的方案也写清楚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写入 Issue → 新会话直接读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" y="5308600"/>
            <a:ext cx="50800" cy="4826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939800" y="5308600"/>
            <a:ext cx="10515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你确认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PRD 是你和 Agent 的合同：新会话只读它，就能开工，不必重聊。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3779835" y="2429462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3327400" y="3530600"/>
            <a:ext cx="429253" cy="370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232400" y="2260600"/>
            <a:ext cx="66548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管好上下文</a:t>
            </a:r>
            <a:r>
              <a:rPr lang="en-US" b="false" i="false" strike="noStrike" u="none" sz="2800">
                <a:solidFill>
                  <a:srgbClr val="262626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让 Agent 始终待在聪明区，不被无关信息淹没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3911600" y="2540000"/>
            <a:ext cx="10668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贰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LSP 让 Agent 不用读完整个库</a:t>
            </a:r>
            <a:r>
              <a:rPr lang="en-US" b="true" i="false" strike="noStrike" u="none" sz="28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LSP（语言服务协议）就像代码的字典，想看哪行查哪行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2032000"/>
            <a:ext cx="5181600" cy="2794000"/>
          </a:xfrm>
          <a:prstGeom prst="roundRect">
            <a:avLst>
              <a:gd name="adj" fmla="val 5454"/>
            </a:avLst>
          </a:prstGeom>
          <a:solidFill>
            <a:srgbClr val="FD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286000"/>
            <a:ext cx="1244600" cy="355600"/>
          </a:xfrm>
          <a:prstGeom prst="roundRect">
            <a:avLst/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没有 LSP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819400"/>
            <a:ext cx="4597400" cy="185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搜遍 </a:t>
            </a:r>
            <a:r>
              <a:rPr lang="en-US" b="tru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15 个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文件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读了 </a:t>
            </a:r>
            <a:r>
              <a:rPr lang="en-US" b="tru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3000 行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代码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上下文被无关代码塞满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还经常找不全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73800" y="2032000"/>
            <a:ext cx="5181600" cy="2794000"/>
          </a:xfrm>
          <a:prstGeom prst="roundRect">
            <a:avLst>
              <a:gd name="adj" fmla="val 5454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78600" y="2286000"/>
            <a:ext cx="1244600" cy="355600"/>
          </a:xfrm>
          <a:prstGeom prst="roundRect">
            <a:avLst/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有 LSP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78600" y="2819400"/>
            <a:ext cx="4597400" cy="185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一行指令</a:t>
            </a:r>
            <a:r>
              <a:rPr lang="en-US" b="tru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跳转定义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列出 </a:t>
            </a:r>
            <a:r>
              <a:rPr lang="en-US" b="tru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4 个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调用方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只取需要的代码，精准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5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不污染上下文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15000" y="2286000"/>
            <a:ext cx="38100" cy="2286000"/>
          </a:xfrm>
          <a:prstGeom prst="roundRect">
            <a:avLst>
              <a:gd name="adj" fmla="val 0"/>
            </a:avLst>
          </a:prstGeom>
          <a:solidFill>
            <a:srgbClr val="DE0014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252200" y="2286000"/>
            <a:ext cx="38100" cy="2286000"/>
          </a:xfrm>
          <a:prstGeom prst="roundRect">
            <a:avLst>
              <a:gd name="adj" fmla="val 0"/>
            </a:avLst>
          </a:prstGeom>
          <a:solidFill>
            <a:srgbClr val="2E9E4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30900" y="3263900"/>
            <a:ext cx="330200" cy="3302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6969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30900" y="3263900"/>
            <a:ext cx="330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1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vs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" y="4978400"/>
            <a:ext cx="50800" cy="5588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4978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Courier New"/>
                <a:ea typeface="Courier New"/>
                <a:cs typeface="Courier New"/>
                <a:sym typeface="Courier New"/>
              </a:rPr>
              <a:t>/lsp-setup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一键配置 </a:t>
            </a: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TypeScript · Python · Go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，配好就一直能用。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来源：Microsoft Language Server Protocol 官方规范（v3.17）；生态见 langserver.org——gopls / pyright / rust-analyzer / clangd 等主流语言均有实现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三个手段，让 Agent 一直待在聪明区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E9F6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286000"/>
            <a:ext cx="1244600" cy="355600"/>
          </a:xfrm>
          <a:prstGeom prst="roundRect">
            <a:avLst/>
          </a:prstGeom>
          <a:solidFill>
            <a:srgbClr val="2E9E9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精准定位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8194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只取需要的代码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41400" y="3302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用 LSP 跳转、查引用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不读整个库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无关文件不进上下文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688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73600" y="2286000"/>
            <a:ext cx="13970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Skill 聚焦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673600" y="28194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一个 Skill 一件事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673600" y="3302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不把无关规则带进来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上下文更短、更聚焦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按需加载，用完即走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05800" y="2286000"/>
            <a:ext cx="1244600" cy="355600"/>
          </a:xfrm>
          <a:prstGeom prst="roundRect">
            <a:avLst/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会话接力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305800" y="28194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一个任务一个会话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305800" y="3302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true" i="false" strike="noStrike" u="none" sz="1300">
                <a:solidFill>
                  <a:srgbClr val="0067E1"/>
                </a:solidFill>
                <a:latin typeface="Courier New"/>
                <a:ea typeface="Courier New"/>
                <a:cs typeface="Courier New"/>
                <a:sym typeface="Courier New"/>
              </a:rPr>
              <a:t>/handoff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交接上下文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任务结束就开新会话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不把历史包袱带进来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038600" y="2235200"/>
            <a:ext cx="38100" cy="2667000"/>
          </a:xfrm>
          <a:prstGeom prst="roundRect">
            <a:avLst>
              <a:gd name="adj" fmla="val 0"/>
            </a:avLst>
          </a:prstGeom>
          <a:solidFill>
            <a:srgbClr val="2E9E9B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70800" y="2235200"/>
            <a:ext cx="38100" cy="2667000"/>
          </a:xfrm>
          <a:prstGeom prst="roundRect">
            <a:avLst>
              <a:gd name="adj" fmla="val 0"/>
            </a:avLst>
          </a:prstGeom>
          <a:solidFill>
            <a:srgbClr val="0067E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303000" y="2235200"/>
            <a:ext cx="38100" cy="2667000"/>
          </a:xfrm>
          <a:prstGeom prst="roundRect">
            <a:avLst>
              <a:gd name="adj" fmla="val 0"/>
            </a:avLst>
          </a:prstGeom>
          <a:solidFill>
            <a:srgbClr val="2E9E4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6600" y="5232400"/>
            <a:ext cx="50800" cy="558800"/>
          </a:xfrm>
          <a:prstGeom prst="roundRect">
            <a:avLst>
              <a:gd name="adj" fmla="val 0"/>
            </a:avLst>
          </a:prstGeom>
          <a:solidFill>
            <a:srgbClr val="2E9E9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939800" y="5232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上下文越短，Agent 越聪明。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把经验沉淀下来，让 Agent 越用越聪明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286000"/>
            <a:ext cx="19050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CONTEXT.md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8194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术语表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41400" y="3302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项目里的专有名词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统一叫法，不歧义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新会话先读它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688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E9F6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73600" y="2286000"/>
            <a:ext cx="1651000" cy="355600"/>
          </a:xfrm>
          <a:prstGeom prst="roundRect">
            <a:avLst/>
          </a:prstGeom>
          <a:solidFill>
            <a:srgbClr val="2E9E9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docs/adr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673600" y="28194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决策记录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673600" y="3302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每个决策为什么这么定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被否决方案也记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2E9E9B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避免反复推翻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06600"/>
            <a:ext cx="3454400" cy="3124200"/>
          </a:xfrm>
          <a:prstGeom prst="roundRect">
            <a:avLst>
              <a:gd name="adj" fmla="val 4878"/>
            </a:avLst>
          </a:prstGeom>
          <a:solidFill>
            <a:srgbClr val="FEF4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05800" y="2286000"/>
            <a:ext cx="1778000" cy="355600"/>
          </a:xfrm>
          <a:prstGeom prst="roundRect">
            <a:avLst/>
          </a:prstGeom>
          <a:solidFill>
            <a:srgbClr val="E892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docs/specs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305800" y="28194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已知陷阱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305800" y="3302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踩过的坑、边界条件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下次怎么避开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BE6E1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不重蹈覆辙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038600" y="2235200"/>
            <a:ext cx="38100" cy="2667000"/>
          </a:xfrm>
          <a:prstGeom prst="roundRect">
            <a:avLst>
              <a:gd name="adj" fmla="val 0"/>
            </a:avLst>
          </a:prstGeom>
          <a:solidFill>
            <a:srgbClr val="0067E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70800" y="2235200"/>
            <a:ext cx="38100" cy="2667000"/>
          </a:xfrm>
          <a:prstGeom prst="roundRect">
            <a:avLst>
              <a:gd name="adj" fmla="val 0"/>
            </a:avLst>
          </a:prstGeom>
          <a:solidFill>
            <a:srgbClr val="2E9E9B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303000" y="2235200"/>
            <a:ext cx="38100" cy="2667000"/>
          </a:xfrm>
          <a:prstGeom prst="roundRect">
            <a:avLst>
              <a:gd name="adj" fmla="val 0"/>
            </a:avLst>
          </a:prstGeom>
          <a:solidFill>
            <a:srgbClr val="E8923C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6600" y="5232400"/>
            <a:ext cx="50800" cy="5588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939800" y="52324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沉淀不是写文档　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是让下一个会话，不踩同样的坑。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来源：Michael Nygard《Documenting Architecture Decisions》（2011）；ADR 实践索引见 adr.github.io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3779835" y="2429462"/>
            <a:ext cx="1318512" cy="1136649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5400000" flipH="false" flipV="false">
            <a:off x="3327400" y="3530600"/>
            <a:ext cx="429253" cy="37004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232400" y="2260600"/>
            <a:ext cx="66548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给对方法论</a:t>
            </a:r>
            <a:r>
              <a:rPr lang="en-US" b="false" i="false" strike="noStrike" u="none" sz="2800">
                <a:solidFill>
                  <a:srgbClr val="262626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给 Agent 一套 SOP，让它按正确的节奏自己跑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3911600" y="2540000"/>
            <a:ext cx="10668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 defTabSz="914400">
              <a:lnSpc>
                <a:spcPct val="91666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叁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906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/tdd　先写测试，再写代码</a:t>
            </a: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　你参与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854200"/>
            <a:ext cx="3327400" cy="1270000"/>
          </a:xfrm>
          <a:prstGeom prst="roundRect">
            <a:avLst>
              <a:gd name="adj" fmla="val 12000"/>
            </a:avLst>
          </a:prstGeom>
          <a:solidFill>
            <a:srgbClr val="FDECEC">
              <a:alpha val="100000"/>
            </a:srgbClr>
          </a:solidFill>
          <a:ln w="12700" cmpd="sng" cap="flat">
            <a:solidFill>
              <a:srgbClr val="DE00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65200" y="2032000"/>
            <a:ext cx="2870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红　RED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先写一个会失败的测试</a:t>
            </a:r>
          </a:p>
        </p:txBody>
      </p:sp>
      <p:cxnSp>
        <p:nvCxnSpPr>
          <p:cNvPr name="Connector 11" id="11"/>
          <p:cNvCxnSpPr/>
          <p:nvPr/>
        </p:nvCxnSpPr>
        <p:spPr>
          <a:xfrm rot="-190789" flipH="false" flipV="false">
            <a:off x="4165776" y="2482850"/>
            <a:ext cx="228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445000" y="1854200"/>
            <a:ext cx="3327400" cy="1270000"/>
          </a:xfrm>
          <a:prstGeom prst="roundRect">
            <a:avLst>
              <a:gd name="adj" fmla="val 12000"/>
            </a:avLst>
          </a:prstGeom>
          <a:solidFill>
            <a:srgbClr val="EAF7EE">
              <a:alpha val="100000"/>
            </a:srgbClr>
          </a:solidFill>
          <a:ln w="12700" cmpd="sng" cap="flat">
            <a:solidFill>
              <a:srgbClr val="2E9E4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673600" y="2032000"/>
            <a:ext cx="2870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绿　GREEN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写最少的代码让它通过</a:t>
            </a:r>
          </a:p>
        </p:txBody>
      </p:sp>
      <p:cxnSp>
        <p:nvCxnSpPr>
          <p:cNvPr name="Connector 14" id="14"/>
          <p:cNvCxnSpPr/>
          <p:nvPr/>
        </p:nvCxnSpPr>
        <p:spPr>
          <a:xfrm rot="-190789" flipH="false" flipV="false">
            <a:off x="7874176" y="2482850"/>
            <a:ext cx="228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8153400" y="1854200"/>
            <a:ext cx="3302000" cy="1270000"/>
          </a:xfrm>
          <a:prstGeom prst="roundRect">
            <a:avLst>
              <a:gd name="adj" fmla="val 12000"/>
            </a:avLst>
          </a:prstGeom>
          <a:solidFill>
            <a:srgbClr val="EAF2FE">
              <a:alpha val="100000"/>
            </a:srgbClr>
          </a:solidFill>
          <a:ln w="12700" cmpd="sng" cap="flat">
            <a:solidFill>
              <a:srgbClr val="0067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382000" y="2032000"/>
            <a:ext cx="2870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重　REFACTOR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重构，保持测试一直绿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" y="3327400"/>
            <a:ext cx="10718800" cy="1676400"/>
          </a:xfrm>
          <a:prstGeom prst="roundRect">
            <a:avLst>
              <a:gd name="adj" fmla="val 9090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41400" y="3556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走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公共接口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验证行为，不测内部实现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红灯阶段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绝不重构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，先让它亮起来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邀请码示例：切成 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3 个切片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，逐切片红绿重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" y="5156200"/>
            <a:ext cx="50800" cy="558800"/>
          </a:xfrm>
          <a:prstGeom prst="roundRect">
            <a:avLst>
              <a:gd name="adj" fmla="val 0"/>
            </a:avLst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51562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测试是 Agent 的反馈环　</a:t>
            </a:r>
            <a:r>
              <a:rPr lang="en-US" b="false" i="false" strike="noStrike" u="none" sz="15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写错了立刻知道，不用等上线才发现。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来源：Nagappan et al., Microsoft Research《Realizing Quality Improvement through TDD》——TDD 使缺陷密度下降 60–90%，开发周期约增加 15–35%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906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审查 8 条铁律：给 Agent 立规矩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7526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1879600"/>
            <a:ext cx="431800" cy="431800"/>
          </a:xfrm>
          <a:prstGeom prst="ellipse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0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473200" y="17526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Code Judo · 大胆简化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，让代码消失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17526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00800" y="18796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985000" y="17526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一个文件不超过 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1000 行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" y="25400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26670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2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473200" y="25400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不准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到处加 </a:t>
            </a: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48400" y="25400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00800" y="26670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985000" y="25400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能跑 ≠ 能合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，先过审查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" y="33274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" y="34544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4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473200" y="33274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直接、无聊、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可维护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48400" y="33274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00800" y="34544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5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985000" y="33274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类型边界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干净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36600" y="41148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" y="42418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6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1473200" y="41148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逻辑放对地方、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复用工具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48400" y="4114800"/>
            <a:ext cx="5207000" cy="685800"/>
          </a:xfrm>
          <a:prstGeom prst="roundRect">
            <a:avLst>
              <a:gd name="adj" fmla="val 18518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00800" y="4241800"/>
            <a:ext cx="431800" cy="431800"/>
          </a:xfrm>
          <a:prstGeom prst="ellipse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7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6985000" y="4114800"/>
            <a:ext cx="431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不无谓串行、不</a:t>
            </a: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半吊子更新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36600" y="5054600"/>
            <a:ext cx="50800" cy="5588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939800" y="5054600"/>
            <a:ext cx="10515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先追问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这段分支、helper、抽象，能不能直接消失？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来源：SmartBear×Cisco（2006，2500 次评审/320 万行）——轻量评审以不足 20% 的时间检出同等缺陷；单次评审超 200–400 行，检出率骤降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Review 问什么 + 自动化审查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159000"/>
            <a:ext cx="17780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审查 6 问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667000"/>
            <a:ext cx="4597400" cy="236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1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有 Code Judo 机会吗？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2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能不能重新定义问题？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3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架构变好还是变坏？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4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这个抽象值得吗？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5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逻辑放对层了吗？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6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重复条件是否暗示缺模型？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738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73800" y="1905000"/>
            <a:ext cx="5181600" cy="406400"/>
          </a:xfrm>
          <a:prstGeom prst="roundRect">
            <a:avLst>
              <a:gd name="adj" fmla="val 37500"/>
            </a:avLst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477000" y="1905000"/>
            <a:ext cx="490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Codex Auto-Review · CI 自动触发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477000" y="2413000"/>
            <a:ext cx="4775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提交 PR 后自动跑，等 1–2 分钟看评论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819400"/>
            <a:ext cx="47752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54800" y="2921000"/>
            <a:ext cx="4445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PR#58 · 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邀请码长度被</a:t>
            </a:r>
            <a:r>
              <a:rPr lang="en-US" b="tru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硬编码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为 8，建议抽成常量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PR#58 · 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缺少 </a:t>
            </a:r>
            <a:r>
              <a:rPr lang="en-US" b="true" i="false" strike="noStrike" u="none" sz="1200">
                <a:solidFill>
                  <a:srgbClr val="DE0014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检查，入参可能为空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727700" y="2120900"/>
            <a:ext cx="38100" cy="2819400"/>
          </a:xfrm>
          <a:prstGeom prst="roundRect">
            <a:avLst>
              <a:gd name="adj" fmla="val 0"/>
            </a:avLst>
          </a:prstGeom>
          <a:solidFill>
            <a:srgbClr val="0067E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264900" y="2120900"/>
            <a:ext cx="38100" cy="2819400"/>
          </a:xfrm>
          <a:prstGeom prst="roundRect">
            <a:avLst>
              <a:gd name="adj" fmla="val 0"/>
            </a:avLst>
          </a:prstGeom>
          <a:solidFill>
            <a:srgbClr val="1F497D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6600" y="5308600"/>
            <a:ext cx="50800" cy="482600"/>
          </a:xfrm>
          <a:prstGeom prst="roundRect">
            <a:avLst>
              <a:gd name="adj" fmla="val 0"/>
            </a:avLst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39800" y="5308600"/>
            <a:ext cx="10515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497D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两层审查双保险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一个看骨架，一个看细节。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参考：GitHub Copilot code review 官方文档（docs.github.com，PR 提交后自动评审并给出行级评论）；同类能力可对照 Codex Auto-Review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/e2e-verify　按验收标准逐条检查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159000"/>
            <a:ext cx="11176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它做什么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667000"/>
            <a:ext cx="4597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拿标准对照真实运行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41400" y="3124200"/>
            <a:ext cx="4597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只报事实，不给修复建议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优先级：数据库 &gt; API &gt; 浏览器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状态：</a:t>
            </a:r>
            <a:r>
              <a:rPr lang="en-US" b="true" i="false" strike="noStrike" u="none" sz="1400">
                <a:solidFill>
                  <a:srgbClr val="2E9E4E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PASS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/ </a:t>
            </a:r>
            <a:r>
              <a:rPr lang="en-US" b="true" i="false" strike="noStrike" u="none" sz="1400">
                <a:solidFill>
                  <a:srgbClr val="DE0014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FAIL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/ SKIP / BLOCKED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FAIL 交 /bugfix，最多 </a:t>
            </a:r>
            <a:r>
              <a:rPr lang="en-US" b="tru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3 轮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738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1905000"/>
            <a:ext cx="5181600" cy="406400"/>
          </a:xfrm>
          <a:prstGeom prst="roundRect">
            <a:avLst>
              <a:gd name="adj" fmla="val 37500"/>
            </a:avLst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477000" y="1905000"/>
            <a:ext cx="490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Issue #42 · 共 5 条验收标准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438400"/>
            <a:ext cx="47752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AC-1　</a:t>
            </a:r>
            <a:r>
              <a:rPr lang="en-US" b="true" i="false" strike="noStrike" u="none" sz="1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PASS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870200"/>
            <a:ext cx="47752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AC-2　</a:t>
            </a:r>
            <a:r>
              <a:rPr lang="en-US" b="true" i="false" strike="noStrike" u="none" sz="1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PASS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3302000"/>
            <a:ext cx="4775200" cy="660400"/>
          </a:xfrm>
          <a:prstGeom prst="roundRect">
            <a:avLst>
              <a:gd name="adj" fmla="val 15384"/>
            </a:avLst>
          </a:prstGeom>
          <a:solidFill>
            <a:srgbClr val="FD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AC-3　</a:t>
            </a:r>
            <a:r>
              <a:rPr lang="en-US" b="true" i="false" strike="noStrike" u="none" sz="12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FAIL</a:t>
            </a:r>
            <a:r>
              <a:rPr lang="en-US" b="false" i="false" strike="noStrike" u="none" sz="11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status 仍 active，预期 used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013200"/>
            <a:ext cx="47752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AC-4　</a:t>
            </a:r>
            <a:r>
              <a:rPr lang="en-US" b="true" i="false" strike="noStrike" u="none" sz="1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PASS</a:t>
            </a:r>
            <a:r>
              <a:rPr lang="en-US" b="false" i="false" strike="noStrike" u="none" sz="11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AC-5 等 1 条 SKIP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6600" y="5308600"/>
            <a:ext cx="50800" cy="482600"/>
          </a:xfrm>
          <a:prstGeom prst="roundRect">
            <a:avLst>
              <a:gd name="adj" fmla="val 0"/>
            </a:avLst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39800" y="5308600"/>
            <a:ext cx="10515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全 PASS 才提 PR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有 FAIL，就交给 /bugfix。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来源：IBM 缺陷修复成本曲线 1:6:16:100（Boehm 1981）——缺陷发现越早，修复成本越低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0" y="419100"/>
            <a:ext cx="82550" cy="22098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" y="2286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金句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286000"/>
            <a:ext cx="2032000" cy="2032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14300" cmpd="sng" cap="flat">
            <a:solidFill>
              <a:srgbClr val="0067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905000" y="2286000"/>
            <a:ext cx="203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金句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1651000"/>
            <a:ext cx="762000" cy="762000"/>
          </a:xfrm>
          <a:prstGeom prst="ellipse">
            <a:avLst/>
          </a:prstGeom>
          <a:solidFill>
            <a:srgbClr val="F2F2F2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24200" y="1625600"/>
            <a:ext cx="381000" cy="381000"/>
          </a:xfrm>
          <a:prstGeom prst="ellipse">
            <a:avLst/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38600" y="24892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515151">
                <a:alpha val="100000"/>
              </a:srgbClr>
            </a:solidFill>
            <a:prstDash val="lg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064000" y="4191000"/>
            <a:ext cx="812800" cy="812800"/>
          </a:xfrm>
          <a:prstGeom prst="ellipse">
            <a:avLst/>
          </a:prstGeom>
          <a:solidFill>
            <a:srgbClr val="515151">
              <a:alpha val="6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20800" y="4318000"/>
            <a:ext cx="558800" cy="558800"/>
          </a:xfrm>
          <a:prstGeom prst="ellipse">
            <a:avLst/>
          </a:prstGeom>
          <a:noFill/>
          <a:ln w="12700" cmpd="sng" cap="flat">
            <a:solidFill>
              <a:srgbClr val="DE00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207000" y="2133600"/>
            <a:ext cx="6223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“自动验证通过了，</a:t>
            </a: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但上线前，你还得亲手测一遍。”</a:t>
            </a: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—— 上线前最后一道关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906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/functional-test　分组手工测试</a:t>
            </a: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　你参与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159000"/>
            <a:ext cx="1117600" cy="3556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它做什么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667000"/>
            <a:ext cx="4597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分组测，不逐个测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41400" y="3124200"/>
            <a:ext cx="4597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用一个账号走完整条路线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整理成“最短路径测试分组”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只记事实，不分析、不建议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· </a:t>
            </a:r>
            <a:r>
              <a:rPr lang="en-US" b="false" i="false" strike="noStrike" u="none" sz="14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发现 Bug，交 /bugfix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738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1905000"/>
            <a:ext cx="5181600" cy="406400"/>
          </a:xfrm>
          <a:prstGeom prst="roundRect">
            <a:avLst>
              <a:gd name="adj" fmla="val 37500"/>
            </a:avLst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477000" y="1905000"/>
            <a:ext cx="490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功能测试 · 邀请码 2 组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438400"/>
            <a:ext cx="4775200" cy="1041400"/>
          </a:xfrm>
          <a:prstGeom prst="roundRect">
            <a:avLst>
              <a:gd name="adj" fmla="val 12195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80200" y="2565400"/>
            <a:ext cx="43942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组 1 · 正常</a:t>
            </a:r>
            <a:r>
              <a:rPr lang="en-US" b="true" i="false" strike="noStrike" u="none" sz="13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　码 AB3K7F2X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创建 → 使用 → 数据库状态正确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3606800"/>
            <a:ext cx="4775200" cy="1346200"/>
          </a:xfrm>
          <a:prstGeom prst="roundRect">
            <a:avLst>
              <a:gd name="adj" fmla="val 9433"/>
            </a:avLst>
          </a:prstGeom>
          <a:solidFill>
            <a:srgbClr val="FD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680200" y="3733800"/>
            <a:ext cx="43942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组 2 · Bug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使用后邀请人页面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状态未更新，前端未刷新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→ 交 /bugfix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27700" y="2120900"/>
            <a:ext cx="38100" cy="2819400"/>
          </a:xfrm>
          <a:prstGeom prst="roundRect">
            <a:avLst>
              <a:gd name="adj" fmla="val 0"/>
            </a:avLst>
          </a:prstGeom>
          <a:solidFill>
            <a:srgbClr val="0067E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264900" y="2120900"/>
            <a:ext cx="38100" cy="2819400"/>
          </a:xfrm>
          <a:prstGeom prst="roundRect">
            <a:avLst>
              <a:gd name="adj" fmla="val 0"/>
            </a:avLst>
          </a:prstGeom>
          <a:solidFill>
            <a:srgbClr val="1F497D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6600" y="5308600"/>
            <a:ext cx="50800" cy="482600"/>
          </a:xfrm>
          <a:prstGeom prst="roundRect">
            <a:avLst>
              <a:gd name="adj" fmla="val 0"/>
            </a:avLst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39800" y="5308600"/>
            <a:ext cx="10515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少而全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分组覆盖整条路线，而不是单点挨个试。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10160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/bugfix　7 阶段诊断循环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108200"/>
            <a:ext cx="1117600" cy="3302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诊断步骤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540000"/>
            <a:ext cx="4648200" cy="248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0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读知识：术语 / 决策 / 陷阱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1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建反馈环：</a:t>
            </a:r>
            <a:r>
              <a:rPr lang="en-US" b="true" i="false" strike="noStrike" u="none" sz="1300">
                <a:solidFill>
                  <a:srgbClr val="DE0014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灵魂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，先让错误可见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2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复现：稳定复现问题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3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列 3–5 假设：多问“为什么”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4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探针：一次只动一个变量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5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先写回归测试，再修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6 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知识沉淀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73800" y="1905000"/>
            <a:ext cx="5181600" cy="3251200"/>
          </a:xfrm>
          <a:prstGeom prst="roundRect">
            <a:avLst>
              <a:gd name="adj" fmla="val 4687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73800" y="1905000"/>
            <a:ext cx="5181600" cy="406400"/>
          </a:xfrm>
          <a:prstGeom prst="roundRect">
            <a:avLst>
              <a:gd name="adj" fmla="val 37500"/>
            </a:avLst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477000" y="1905000"/>
            <a:ext cx="490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诊断示例 · 邀请码前端未更新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2438400"/>
            <a:ext cx="47752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54800" y="2540000"/>
            <a:ext cx="4419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8923C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3 个假设　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缓存 / 未重请求 / 推送缺失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每条假设都能被探针验证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429000"/>
            <a:ext cx="4775200" cy="1524000"/>
          </a:xfrm>
          <a:prstGeom prst="roundRect">
            <a:avLst>
              <a:gd name="adj" fmla="val 8333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654800" y="3530600"/>
            <a:ext cx="44196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探针　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排除缓存，发现刷新依赖缺失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修复　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补刷新依赖，先写回归测试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沉淀　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记入 docs/specs 已知陷阱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727700" y="2120900"/>
            <a:ext cx="38100" cy="2819400"/>
          </a:xfrm>
          <a:prstGeom prst="roundRect">
            <a:avLst>
              <a:gd name="adj" fmla="val 0"/>
            </a:avLst>
          </a:prstGeom>
          <a:solidFill>
            <a:srgbClr val="0067E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264900" y="2120900"/>
            <a:ext cx="38100" cy="2819400"/>
          </a:xfrm>
          <a:prstGeom prst="roundRect">
            <a:avLst>
              <a:gd name="adj" fmla="val 0"/>
            </a:avLst>
          </a:prstGeom>
          <a:solidFill>
            <a:srgbClr val="1F497D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" y="5308600"/>
            <a:ext cx="50800" cy="4826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39800" y="5308600"/>
            <a:ext cx="10515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DE0014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像医生问诊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不允许跳过阶段，更不能猜着修。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来源：5 Whys 根因分析法（丰田，参 Atlassian 事故复盘指南）——连续追问“为什么”，区分症状与根因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0" y="419100"/>
            <a:ext cx="82550" cy="22098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" y="2286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400">
                <a:solidFill>
                  <a:srgbClr val="59595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金句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286000"/>
            <a:ext cx="2032000" cy="2032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14300" cmpd="sng" cap="flat">
            <a:solidFill>
              <a:srgbClr val="0067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905000" y="2286000"/>
            <a:ext cx="203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金句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1651000"/>
            <a:ext cx="762000" cy="762000"/>
          </a:xfrm>
          <a:prstGeom prst="ellipse">
            <a:avLst/>
          </a:prstGeom>
          <a:solidFill>
            <a:srgbClr val="F2F2F2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24200" y="1625600"/>
            <a:ext cx="381000" cy="381000"/>
          </a:xfrm>
          <a:prstGeom prst="ellipse">
            <a:avLst/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38600" y="2489200"/>
            <a:ext cx="1016000" cy="1016000"/>
          </a:xfrm>
          <a:prstGeom prst="ellipse">
            <a:avLst/>
          </a:prstGeom>
          <a:noFill/>
          <a:ln w="12700" cmpd="sng" cap="flat">
            <a:solidFill>
              <a:srgbClr val="515151">
                <a:alpha val="100000"/>
              </a:srgbClr>
            </a:solidFill>
            <a:prstDash val="lg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064000" y="4191000"/>
            <a:ext cx="812800" cy="812800"/>
          </a:xfrm>
          <a:prstGeom prst="ellipse">
            <a:avLst/>
          </a:prstGeom>
          <a:solidFill>
            <a:srgbClr val="515151">
              <a:alpha val="6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20800" y="4318000"/>
            <a:ext cx="558800" cy="558800"/>
          </a:xfrm>
          <a:prstGeom prst="ellipse">
            <a:avLst/>
          </a:prstGeom>
          <a:noFill/>
          <a:ln w="12700" cmpd="sng" cap="flat">
            <a:solidFill>
              <a:srgbClr val="DE00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207000" y="2133600"/>
            <a:ext cx="6223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“一个任务跑通了。</a:t>
            </a: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需求多了，怎么同时干几件事？”</a:t>
            </a:r>
            <a:r>
              <a:rPr lang="en-US" b="true" i="false" strike="noStrike" u="none" sz="2800">
                <a:solidFill>
                  <a:srgbClr val="000000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—— 从一个任务到并行开发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90600"/>
            <a:ext cx="1079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并行开发：多个窗口同时干活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727200"/>
            <a:ext cx="5181600" cy="1676400"/>
          </a:xfrm>
          <a:prstGeom prst="roundRect">
            <a:avLst>
              <a:gd name="adj" fmla="val 9090"/>
            </a:avLst>
          </a:prstGeom>
          <a:solidFill>
            <a:srgbClr val="FD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1930400"/>
            <a:ext cx="1168400" cy="330200"/>
          </a:xfrm>
          <a:prstGeom prst="roundRect">
            <a:avLst/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水平切片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41400" y="2362200"/>
            <a:ext cx="4597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A 写所有后端，B 写所有前端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合并才发现对不上，返工甚至互相阻塞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73800" y="1727200"/>
            <a:ext cx="5181600" cy="1676400"/>
          </a:xfrm>
          <a:prstGeom prst="roundRect">
            <a:avLst>
              <a:gd name="adj" fmla="val 9090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78600" y="1930400"/>
            <a:ext cx="1168400" cy="330200"/>
          </a:xfrm>
          <a:prstGeom prst="roundRect">
            <a:avLst/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垂直切片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78600" y="2362200"/>
            <a:ext cx="4597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每个窗口做完整功能：库 + 接口 + 页面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独立可验证，不依赖别人，能真并行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" y="3556000"/>
            <a:ext cx="5181600" cy="1524000"/>
          </a:xfrm>
          <a:prstGeom prst="roundRect">
            <a:avLst>
              <a:gd name="adj" fmla="val 10000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" y="3759200"/>
            <a:ext cx="1473200" cy="3302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/to-issues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41400" y="4191000"/>
            <a:ext cx="45974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智能切成独立小任务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按垂直切片，含验收标准与依赖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73800" y="3556000"/>
            <a:ext cx="5181600" cy="1524000"/>
          </a:xfrm>
          <a:prstGeom prst="roundRect">
            <a:avLst>
              <a:gd name="adj" fmla="val 10000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78600" y="3759200"/>
            <a:ext cx="1473200" cy="330200"/>
          </a:xfrm>
          <a:prstGeom prst="roundRect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何时能并行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578600" y="4191000"/>
            <a:ext cx="45974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明显可并行（界面 + 后端）才并行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不确定，就别并行，先串行做稳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" y="523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39800" y="5232400"/>
            <a:ext cx="10515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先切对，再并行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切错了，并行只会让问题成倍放大。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36600" y="5969000"/>
            <a:ext cx="10744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来源：Jimmy Bogard《Vertical Slice Architecture》；Conway's Law（1967）——系统结构反映组织的沟通结构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65200"/>
            <a:ext cx="1079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完整操作流程：从头到尾走一遍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36600" y="15748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规划 · 对齐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6600" y="19050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/grill</a:t>
            </a:r>
            <a:r>
              <a:rPr lang="en-US" b="true" i="false" strike="noStrike" u="none" sz="12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　你参与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拷问需求</a:t>
            </a:r>
          </a:p>
        </p:txBody>
      </p:sp>
      <p:cxnSp>
        <p:nvCxnSpPr>
          <p:cNvPr name="Connector 11" id="11"/>
          <p:cNvCxnSpPr/>
          <p:nvPr/>
        </p:nvCxnSpPr>
        <p:spPr>
          <a:xfrm rot="-245137" flipH="false" flipV="false">
            <a:off x="3264126" y="2355850"/>
            <a:ext cx="177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467100" y="19050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/prototype</a:t>
            </a:r>
            <a:r>
              <a:rPr lang="en-US" b="false" i="false" strike="noStrike" u="none" sz="12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可选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验证原型</a:t>
            </a:r>
          </a:p>
        </p:txBody>
      </p:sp>
      <p:cxnSp>
        <p:nvCxnSpPr>
          <p:cNvPr name="Connector 13" id="13"/>
          <p:cNvCxnSpPr/>
          <p:nvPr/>
        </p:nvCxnSpPr>
        <p:spPr>
          <a:xfrm rot="-245137" flipH="false" flipV="false">
            <a:off x="5994626" y="2355850"/>
            <a:ext cx="177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197600" y="19050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/to-prd</a:t>
            </a:r>
            <a:r>
              <a:rPr lang="en-US" b="true" i="false" strike="noStrike" u="none" sz="12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　你参与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写需求文档</a:t>
            </a:r>
          </a:p>
        </p:txBody>
      </p:sp>
      <p:cxnSp>
        <p:nvCxnSpPr>
          <p:cNvPr name="Connector 15" id="15"/>
          <p:cNvCxnSpPr/>
          <p:nvPr/>
        </p:nvCxnSpPr>
        <p:spPr>
          <a:xfrm rot="-245137" flipH="false" flipV="false">
            <a:off x="8725126" y="2355850"/>
            <a:ext cx="177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928100" y="19050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/to-issues</a:t>
            </a:r>
            <a:r>
              <a:rPr lang="en-US" b="false" i="false" strike="noStrike" u="none" sz="12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可选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切成任务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36600" y="29972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编码 · 交付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" y="33274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/tdd</a:t>
            </a:r>
            <a:r>
              <a:rPr lang="en-US" b="false" i="false" strike="noStrike" u="none" sz="12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自动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红 → 绿 → 重</a:t>
            </a:r>
          </a:p>
        </p:txBody>
      </p:sp>
      <p:cxnSp>
        <p:nvCxnSpPr>
          <p:cNvPr name="Connector 19" id="19"/>
          <p:cNvCxnSpPr/>
          <p:nvPr/>
        </p:nvCxnSpPr>
        <p:spPr>
          <a:xfrm rot="-245137" flipH="false" flipV="false">
            <a:off x="3264126" y="3778250"/>
            <a:ext cx="177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3467100" y="33274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Review</a:t>
            </a:r>
            <a:r>
              <a:rPr lang="en-US" b="false" i="false" strike="noStrike" u="none" sz="12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自动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thermo + Codex</a:t>
            </a:r>
          </a:p>
        </p:txBody>
      </p:sp>
      <p:cxnSp>
        <p:nvCxnSpPr>
          <p:cNvPr name="Connector 21" id="21"/>
          <p:cNvCxnSpPr/>
          <p:nvPr/>
        </p:nvCxnSpPr>
        <p:spPr>
          <a:xfrm rot="-245137" flipH="false" flipV="false">
            <a:off x="5994626" y="3778250"/>
            <a:ext cx="177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197600" y="33274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/e2e-verify</a:t>
            </a:r>
            <a:r>
              <a:rPr lang="en-US" b="false" i="false" strike="noStrike" u="none" sz="1200">
                <a:solidFill>
                  <a:srgbClr val="787878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自动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逐条验证</a:t>
            </a:r>
          </a:p>
        </p:txBody>
      </p:sp>
      <p:cxnSp>
        <p:nvCxnSpPr>
          <p:cNvPr name="Connector 23" id="23"/>
          <p:cNvCxnSpPr/>
          <p:nvPr/>
        </p:nvCxnSpPr>
        <p:spPr>
          <a:xfrm rot="-245137" flipH="false" flipV="false">
            <a:off x="8725126" y="3778250"/>
            <a:ext cx="177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928100" y="3327400"/>
            <a:ext cx="2476500" cy="914400"/>
          </a:xfrm>
          <a:prstGeom prst="roundRect">
            <a:avLst>
              <a:gd name="adj" fmla="val 13888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/functional</a:t>
            </a:r>
            <a:r>
              <a:rPr lang="en-US" b="true" i="false" strike="noStrike" u="none" sz="12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　你参与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分组手测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36600" y="4470400"/>
            <a:ext cx="50800" cy="5334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939800" y="4470400"/>
            <a:ext cx="105156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你参与 3 处　</a:t>
            </a:r>
            <a:r>
              <a:rPr lang="en-US" b="false" i="false" strike="noStrike" u="none" sz="1400">
                <a:solidFill>
                  <a:srgbClr val="1F232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grill、to-prd、functional-test；Bug → /bugfix，上下文满 → /handoff。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65200"/>
            <a:ext cx="1079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工具箱一览：每个命令什么时候用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" y="1676400"/>
            <a:ext cx="5181600" cy="1778000"/>
          </a:xfrm>
          <a:prstGeom prst="roundRect">
            <a:avLst>
              <a:gd name="adj" fmla="val 8571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1854200"/>
            <a:ext cx="1524000" cy="304800"/>
          </a:xfrm>
          <a:prstGeom prst="roundRect">
            <a:avLst/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规划与需求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2235200"/>
            <a:ext cx="4648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/grill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拷问需求</a:t>
            </a: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　/to-prd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写 PRD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/prototype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验证原型</a:t>
            </a: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　/to-issues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切任务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73800" y="1676400"/>
            <a:ext cx="5181600" cy="1778000"/>
          </a:xfrm>
          <a:prstGeom prst="roundRect">
            <a:avLst>
              <a:gd name="adj" fmla="val 8571"/>
            </a:avLst>
          </a:prstGeom>
          <a:solidFill>
            <a:srgbClr val="E9F6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53200" y="1854200"/>
            <a:ext cx="1524000" cy="304800"/>
          </a:xfrm>
          <a:prstGeom prst="roundRect">
            <a:avLst/>
          </a:prstGeom>
          <a:solidFill>
            <a:srgbClr val="2E9E9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代码智能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53200" y="2235200"/>
            <a:ext cx="4648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LSP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跳转 / 查引用，只取相关代码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/lsp-setup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一键配置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" y="3581400"/>
            <a:ext cx="5181600" cy="1676400"/>
          </a:xfrm>
          <a:prstGeom prst="roundRect">
            <a:avLst>
              <a:gd name="adj" fmla="val 9090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3759200"/>
            <a:ext cx="1524000" cy="304800"/>
          </a:xfrm>
          <a:prstGeom prst="roundRect">
            <a:avLst/>
          </a:prstGeom>
          <a:solidFill>
            <a:srgbClr val="2E9E4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编码与审查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4140200"/>
            <a:ext cx="46482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/tdd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红绿重</a:t>
            </a: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　/bugfix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诊断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thermo-nuclear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自动审查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/e2e-verify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自动验</a:t>
            </a: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　/functional-test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手测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73800" y="3581400"/>
            <a:ext cx="5181600" cy="1676400"/>
          </a:xfrm>
          <a:prstGeom prst="roundRect">
            <a:avLst>
              <a:gd name="adj" fmla="val 9090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53200" y="3759200"/>
            <a:ext cx="1524000" cy="304800"/>
          </a:xfrm>
          <a:prstGeom prst="roundRect">
            <a:avLst/>
          </a:prstGeom>
          <a:solidFill>
            <a:srgbClr val="1F497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辅助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553200" y="4140200"/>
            <a:ext cx="46482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/handoff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会话接力，带上下文交接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/improve-arch</a:t>
            </a: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　改善架构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40400" y="1879600"/>
            <a:ext cx="38100" cy="1371600"/>
          </a:xfrm>
          <a:prstGeom prst="roundRect">
            <a:avLst>
              <a:gd name="adj" fmla="val 0"/>
            </a:avLst>
          </a:prstGeom>
          <a:solidFill>
            <a:srgbClr val="0067E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1277600" y="1879600"/>
            <a:ext cx="38100" cy="1371600"/>
          </a:xfrm>
          <a:prstGeom prst="roundRect">
            <a:avLst>
              <a:gd name="adj" fmla="val 0"/>
            </a:avLst>
          </a:prstGeom>
          <a:solidFill>
            <a:srgbClr val="2E9E9B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740400" y="3784600"/>
            <a:ext cx="38100" cy="1270000"/>
          </a:xfrm>
          <a:prstGeom prst="roundRect">
            <a:avLst>
              <a:gd name="adj" fmla="val 0"/>
            </a:avLst>
          </a:prstGeom>
          <a:solidFill>
            <a:srgbClr val="2E9E4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277600" y="3784600"/>
            <a:ext cx="38100" cy="1270000"/>
          </a:xfrm>
          <a:prstGeom prst="roundRect">
            <a:avLst>
              <a:gd name="adj" fmla="val 0"/>
            </a:avLst>
          </a:prstGeom>
          <a:solidFill>
            <a:srgbClr val="1F497D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21005"/>
            <a:ext cx="224536" cy="220472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2494" y="421005"/>
            <a:ext cx="82042" cy="220472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890250" y="6785991"/>
            <a:ext cx="1301749" cy="72000"/>
          </a:xfrm>
          <a:prstGeom prst="roundRect">
            <a:avLst>
              <a:gd name="adj" fmla="val 0"/>
            </a:avLst>
          </a:prstGeom>
          <a:solidFill>
            <a:srgbClr val="DE00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5991"/>
            <a:ext cx="10818241" cy="72000"/>
          </a:xfrm>
          <a:prstGeom prst="roundRect">
            <a:avLst>
              <a:gd name="adj" fmla="val 0"/>
            </a:avLst>
          </a:prstGeom>
          <a:solidFill>
            <a:srgbClr val="0067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10792436" flipH="false" flipV="false">
            <a:off x="323843" y="763905"/>
            <a:ext cx="115443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83" b="83"/>
          <a:stretch>
            <a:fillRect/>
          </a:stretch>
        </p:blipFill>
        <p:spPr>
          <a:xfrm rot="0" flipH="false" flipV="false">
            <a:off x="10438511" y="150241"/>
            <a:ext cx="1636395" cy="61366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698500" y="939800"/>
            <a:ext cx="10795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全局生命周期地图：一张图看清整条管线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1600200"/>
            <a:ext cx="1778000" cy="2006600"/>
          </a:xfrm>
          <a:prstGeom prst="roundRect">
            <a:avLst>
              <a:gd name="adj" fmla="val 7142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09600" y="1752600"/>
            <a:ext cx="15748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497D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0 捕获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想法 / Bug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→ 写进 Issue</a:t>
            </a:r>
          </a:p>
        </p:txBody>
      </p:sp>
      <p:cxnSp>
        <p:nvCxnSpPr>
          <p:cNvPr name="Connector 11" id="11"/>
          <p:cNvCxnSpPr/>
          <p:nvPr/>
        </p:nvCxnSpPr>
        <p:spPr>
          <a:xfrm rot="-342635" flipH="false" flipV="false">
            <a:off x="2311717" y="2597150"/>
            <a:ext cx="12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2463800" y="1600200"/>
            <a:ext cx="1778000" cy="2006600"/>
          </a:xfrm>
          <a:prstGeom prst="roundRect">
            <a:avLst>
              <a:gd name="adj" fmla="val 7142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565400" y="1752600"/>
            <a:ext cx="15748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1 对齐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/grill ◆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/prototype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/to-prd ◆</a:t>
            </a:r>
          </a:p>
        </p:txBody>
      </p:sp>
      <p:cxnSp>
        <p:nvCxnSpPr>
          <p:cNvPr name="Connector 14" id="14"/>
          <p:cNvCxnSpPr/>
          <p:nvPr/>
        </p:nvCxnSpPr>
        <p:spPr>
          <a:xfrm rot="-342635" flipH="false" flipV="false">
            <a:off x="4267517" y="2597150"/>
            <a:ext cx="12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419600" y="1600200"/>
            <a:ext cx="1778000" cy="2006600"/>
          </a:xfrm>
          <a:prstGeom prst="roundRect">
            <a:avLst>
              <a:gd name="adj" fmla="val 7142"/>
            </a:avLst>
          </a:prstGeom>
          <a:solidFill>
            <a:srgbClr val="F5F6F8">
              <a:alpha val="100000"/>
            </a:srgbClr>
          </a:solidFill>
          <a:ln w="12700" cmpd="sng" cap="flat">
            <a:solidFill>
              <a:srgbClr val="DEE0E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521200" y="1752600"/>
            <a:ext cx="15748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497D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2 切片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/to-issues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2E9E4E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垂直切片并行</a:t>
            </a:r>
          </a:p>
        </p:txBody>
      </p:sp>
      <p:cxnSp>
        <p:nvCxnSpPr>
          <p:cNvPr name="Connector 17" id="17"/>
          <p:cNvCxnSpPr/>
          <p:nvPr/>
        </p:nvCxnSpPr>
        <p:spPr>
          <a:xfrm rot="-342635" flipH="false" flipV="false">
            <a:off x="6223317" y="2597150"/>
            <a:ext cx="12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375400" y="1600200"/>
            <a:ext cx="1778000" cy="2006600"/>
          </a:xfrm>
          <a:prstGeom prst="roundRect">
            <a:avLst>
              <a:gd name="adj" fmla="val 7142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477000" y="1752600"/>
            <a:ext cx="15748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3 审查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thermo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+ Codex</a:t>
            </a:r>
          </a:p>
        </p:txBody>
      </p:sp>
      <p:cxnSp>
        <p:nvCxnSpPr>
          <p:cNvPr name="Connector 20" id="20"/>
          <p:cNvCxnSpPr/>
          <p:nvPr/>
        </p:nvCxnSpPr>
        <p:spPr>
          <a:xfrm rot="-342635" flipH="false" flipV="false">
            <a:off x="8179117" y="2597150"/>
            <a:ext cx="12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31200" y="1600200"/>
            <a:ext cx="1778000" cy="2006600"/>
          </a:xfrm>
          <a:prstGeom prst="roundRect">
            <a:avLst>
              <a:gd name="adj" fmla="val 7142"/>
            </a:avLst>
          </a:prstGeom>
          <a:solidFill>
            <a:srgbClr val="EAF7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432800" y="1752600"/>
            <a:ext cx="15748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2E9E4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4 验证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/e2e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DE0014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FAIL → /bugfix</a:t>
            </a:r>
          </a:p>
        </p:txBody>
      </p:sp>
      <p:cxnSp>
        <p:nvCxnSpPr>
          <p:cNvPr name="Connector 23" id="23"/>
          <p:cNvCxnSpPr/>
          <p:nvPr/>
        </p:nvCxnSpPr>
        <p:spPr>
          <a:xfrm rot="-342635" flipH="false" flipV="false">
            <a:off x="10134917" y="2597150"/>
            <a:ext cx="12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287000" y="1600200"/>
            <a:ext cx="1778000" cy="2006600"/>
          </a:xfrm>
          <a:prstGeom prst="roundRect">
            <a:avLst>
              <a:gd name="adj" fmla="val 7142"/>
            </a:avLst>
          </a:prstGeom>
          <a:solidFill>
            <a:srgbClr val="EAF2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388600" y="1752600"/>
            <a:ext cx="1574800" cy="170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5 手测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1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/functional ◆</a:t>
            </a:r>
            <a:r>
              <a:rPr lang="en-US" b="false" i="false" strike="noStrike" u="none" sz="12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交付上线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8000" y="3784600"/>
            <a:ext cx="11557000" cy="533400"/>
          </a:xfrm>
          <a:prstGeom prst="roundRect">
            <a:avLst>
              <a:gd name="adj" fmla="val 23809"/>
            </a:avLst>
          </a:prstGeom>
          <a:solidFill>
            <a:srgbClr val="FCEE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711200" y="3784600"/>
            <a:ext cx="1117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7C5CAE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两条路径　</a:t>
            </a:r>
            <a:r>
              <a:rPr lang="en-US" b="false" i="false" strike="noStrike" u="none" sz="1300">
                <a:solidFill>
                  <a:srgbClr val="262626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Feature 走 /tdd 红绿重；Bug 走 /bugfix 诊断循环。◆ 标记的 3 处需要你亲自参与。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08000" y="4470400"/>
            <a:ext cx="11557000" cy="711200"/>
          </a:xfrm>
          <a:prstGeom prst="roundRect">
            <a:avLst>
              <a:gd name="adj" fmla="val 17857"/>
            </a:avLst>
          </a:prstGeom>
          <a:solidFill>
            <a:srgbClr val="F5F6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711200" y="4470400"/>
            <a:ext cx="1117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F497D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知识库贯穿全管线　</a:t>
            </a:r>
            <a:r>
              <a:rPr lang="en-US" b="fals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CONTEXT.md</a:t>
            </a:r>
            <a:r>
              <a:rPr lang="en-US" b="false" i="false" strike="noStrike" u="none" sz="13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术语 · </a:t>
            </a:r>
            <a:r>
              <a:rPr lang="en-US" b="fals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docs/adr</a:t>
            </a:r>
            <a:r>
              <a:rPr lang="en-US" b="false" i="false" strike="noStrike" u="none" sz="13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决策 · </a:t>
            </a:r>
            <a:r>
              <a:rPr lang="en-US" b="false" i="false" strike="noStrike" u="none" sz="12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>docs/specs</a:t>
            </a:r>
            <a:r>
              <a:rPr lang="en-US" b="false" i="false" strike="noStrike" u="none" sz="13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 陷阱，随时读写。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524000" y="1371600"/>
            <a:ext cx="9144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你做决策，Agent 做执行。</a:t>
            </a:r>
            <a:r>
              <a:rPr lang="en-US" b="true" i="false" strike="noStrike" u="none" sz="3000">
                <a:solidFill>
                  <a:srgbClr val="1F2329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3000">
                <a:solidFill>
                  <a:srgbClr val="0067E1"/>
                </a:solidFill>
                <a:latin typeface="阿里巴巴普惠体 B"/>
                <a:ea typeface="阿里巴巴普惠体 B"/>
                <a:cs typeface="阿里巴巴普惠体 B"/>
                <a:sym typeface="阿里巴巴普惠体 B"/>
              </a:rPr>
              <a:t>相信它。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862830" y="2768600"/>
            <a:ext cx="2466467" cy="201015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1524000" y="50292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—— 夙愿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封面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目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章节页版式（一级 二级标题）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章节页版式（一级标题）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5_结束页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8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9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0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2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3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4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5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2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3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4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5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6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7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8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9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10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11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12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2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13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14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15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1_章节页版式（一级标题）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3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16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1_目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2_章节页版式（一级标题）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4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17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5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6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7_学习目标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18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19_正文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