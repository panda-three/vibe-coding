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554227"/>
          </a:xfrm>
        </p:spPr>
        <p:txBody>
          <a:bodyPr/>
          <a:lstStyle/>
          <a:p>
            <a:r>
              <a:rPr lang="zh-CN" altLang="en-US" sz="2800" b="1"/>
              <a:t>D3下午后半场 · 成长宝图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889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从今天开始怎么练——先爽一次，再互相教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“工具会换，结构不换”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AI时代最不稳定的是工具，最可靠的是结构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三天走成一条线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D1 敢了——敢让AI干活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D2 能了——做出过东西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D3 懂了——懂它凭什么、你凭什么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AI好神吗？神。但更神的，是那个看清它、用好它的人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飞轮四阶段总览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启动 → 加速 → 复利 → 迁移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白天学的每个角，正好落在其中一段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先定位自己在哪一段，再练当前这一段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第一阶段：启动期——先爽一次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卡在哪：上手恐惧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练哪个角：场景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找一个最小场景，做出"60分能用"的东西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例子：每周五15分钟，把本周3件事说给AI，整理成班级小结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别一上来就搞大项目——你要的是第一个60分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第二阶段：加速期——互相教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卡在哪：差不多能用就停了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练哪个角：基本功+审美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把标准教给AI，也让AI反哺你的盲区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例子：3篇满意的稿拆成"标题/开头/结构/金句/禁忌"教给AI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AI替你完成任务是效率，AI帮你提升能力才是复利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第三阶段：复利期——沉淀复制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卡在哪：一个人时间精力有上限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练哪个角：数据+体系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把数据沉淀下来，封装成AI能调用的能力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例子：三类数据攒成"发言五件套"Agent，发给全年级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一个人强不算强，能复制给一支队伍才是真强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第四阶段：迁移期——底层迁移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卡在哪：把自己锁死在"我是做XX的"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练哪个角：创造力+体系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拆解框架、决策逻辑、审美标准，换领域照样用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例子：从写教案到做招生宣传/校本课，还是那套"标准+范例+反馈"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高手换个行业照样降维打击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阶段错配提醒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新人一上来就想"封装复制做系统"——太难，直接崩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老人早过了信心建立，还停在"先试试找找感觉"——太慢，原地转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阶段对了，方法才有效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带走五样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一张双三角图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一个一句话场景卡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一份三类数据清单（标准/范例/反馈）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一条判断标准（哪句必须核查）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一条红线（隐私/合规/事实核查/伦理——永远别让AI碰）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这五样，正好对应宝图前三段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“每天一件最烦的事，说给AI听一次”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让它先出，你来收敛定稿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说给AI听是口喷（发散），你来定稿是判断（审美）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“AI再神，方向在你手里”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落款是你的名字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你不是来学AI的——你是来确认：那个定方向、落款的人，是你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